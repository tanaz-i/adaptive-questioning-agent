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3" r:id="rId1"/>
  </p:sldMasterIdLst>
  <p:notesMasterIdLst>
    <p:notesMasterId r:id="rId82"/>
  </p:notesMasterIdLst>
  <p:handoutMasterIdLst>
    <p:handoutMasterId r:id="rId83"/>
  </p:handoutMasterIdLst>
  <p:sldIdLst>
    <p:sldId id="489" r:id="rId2"/>
    <p:sldId id="806" r:id="rId3"/>
    <p:sldId id="822" r:id="rId4"/>
    <p:sldId id="823" r:id="rId5"/>
    <p:sldId id="824" r:id="rId6"/>
    <p:sldId id="825" r:id="rId7"/>
    <p:sldId id="826" r:id="rId8"/>
    <p:sldId id="841" r:id="rId9"/>
    <p:sldId id="842" r:id="rId10"/>
    <p:sldId id="829" r:id="rId11"/>
    <p:sldId id="827" r:id="rId12"/>
    <p:sldId id="843" r:id="rId13"/>
    <p:sldId id="828" r:id="rId14"/>
    <p:sldId id="840" r:id="rId15"/>
    <p:sldId id="830" r:id="rId16"/>
    <p:sldId id="831" r:id="rId17"/>
    <p:sldId id="832" r:id="rId18"/>
    <p:sldId id="836" r:id="rId19"/>
    <p:sldId id="833" r:id="rId20"/>
    <p:sldId id="837" r:id="rId21"/>
    <p:sldId id="834" r:id="rId22"/>
    <p:sldId id="835" r:id="rId23"/>
    <p:sldId id="839" r:id="rId24"/>
    <p:sldId id="838" r:id="rId25"/>
    <p:sldId id="844" r:id="rId26"/>
    <p:sldId id="845" r:id="rId27"/>
    <p:sldId id="846" r:id="rId28"/>
    <p:sldId id="847" r:id="rId29"/>
    <p:sldId id="848" r:id="rId30"/>
    <p:sldId id="849" r:id="rId31"/>
    <p:sldId id="855" r:id="rId32"/>
    <p:sldId id="856" r:id="rId33"/>
    <p:sldId id="864" r:id="rId34"/>
    <p:sldId id="850" r:id="rId35"/>
    <p:sldId id="851" r:id="rId36"/>
    <p:sldId id="852" r:id="rId37"/>
    <p:sldId id="853" r:id="rId38"/>
    <p:sldId id="854" r:id="rId39"/>
    <p:sldId id="857" r:id="rId40"/>
    <p:sldId id="858" r:id="rId41"/>
    <p:sldId id="859" r:id="rId42"/>
    <p:sldId id="860" r:id="rId43"/>
    <p:sldId id="861" r:id="rId44"/>
    <p:sldId id="893" r:id="rId45"/>
    <p:sldId id="862" r:id="rId46"/>
    <p:sldId id="863" r:id="rId47"/>
    <p:sldId id="865" r:id="rId48"/>
    <p:sldId id="866" r:id="rId49"/>
    <p:sldId id="867" r:id="rId50"/>
    <p:sldId id="868" r:id="rId51"/>
    <p:sldId id="869" r:id="rId52"/>
    <p:sldId id="870" r:id="rId53"/>
    <p:sldId id="871" r:id="rId54"/>
    <p:sldId id="872" r:id="rId55"/>
    <p:sldId id="873" r:id="rId56"/>
    <p:sldId id="877" r:id="rId57"/>
    <p:sldId id="876" r:id="rId58"/>
    <p:sldId id="875" r:id="rId59"/>
    <p:sldId id="874" r:id="rId60"/>
    <p:sldId id="878" r:id="rId61"/>
    <p:sldId id="879" r:id="rId62"/>
    <p:sldId id="880" r:id="rId63"/>
    <p:sldId id="881" r:id="rId64"/>
    <p:sldId id="882" r:id="rId65"/>
    <p:sldId id="883" r:id="rId66"/>
    <p:sldId id="884" r:id="rId67"/>
    <p:sldId id="885" r:id="rId68"/>
    <p:sldId id="886" r:id="rId69"/>
    <p:sldId id="887" r:id="rId70"/>
    <p:sldId id="888" r:id="rId71"/>
    <p:sldId id="889" r:id="rId72"/>
    <p:sldId id="897" r:id="rId73"/>
    <p:sldId id="901" r:id="rId74"/>
    <p:sldId id="902" r:id="rId75"/>
    <p:sldId id="903" r:id="rId76"/>
    <p:sldId id="894" r:id="rId77"/>
    <p:sldId id="896" r:id="rId78"/>
    <p:sldId id="895" r:id="rId79"/>
    <p:sldId id="904" r:id="rId80"/>
    <p:sldId id="898" r:id="rId81"/>
  </p:sldIdLst>
  <p:sldSz cx="9144000" cy="6858000" type="screen4x3"/>
  <p:notesSz cx="7023100" cy="93091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2">
          <p15:clr>
            <a:srgbClr val="A4A3A4"/>
          </p15:clr>
        </p15:guide>
        <p15:guide id="2" pos="221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04FC"/>
    <a:srgbClr val="A50021"/>
    <a:srgbClr val="660033"/>
    <a:srgbClr val="99CCFF"/>
    <a:srgbClr val="6699FF"/>
    <a:srgbClr val="0BF527"/>
    <a:srgbClr val="666699"/>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20" autoAdjust="0"/>
    <p:restoredTop sz="94533" autoAdjust="0"/>
  </p:normalViewPr>
  <p:slideViewPr>
    <p:cSldViewPr>
      <p:cViewPr varScale="1">
        <p:scale>
          <a:sx n="67" d="100"/>
          <a:sy n="67" d="100"/>
        </p:scale>
        <p:origin x="-1710" y="-96"/>
      </p:cViewPr>
      <p:guideLst>
        <p:guide orient="horz" pos="2160"/>
        <p:guide pos="2880"/>
      </p:guideLst>
    </p:cSldViewPr>
  </p:slideViewPr>
  <p:notesTextViewPr>
    <p:cViewPr>
      <p:scale>
        <a:sx n="100" d="100"/>
        <a:sy n="100" d="100"/>
      </p:scale>
      <p:origin x="0" y="0"/>
    </p:cViewPr>
  </p:notesTextViewPr>
  <p:notesViewPr>
    <p:cSldViewPr>
      <p:cViewPr varScale="1">
        <p:scale>
          <a:sx n="51" d="100"/>
          <a:sy n="51" d="100"/>
        </p:scale>
        <p:origin x="-2886" y="-114"/>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63" Type="http://schemas.openxmlformats.org/officeDocument/2006/relationships/slide" Target="slides/slide62.xml" /><Relationship Id="rId68" Type="http://schemas.openxmlformats.org/officeDocument/2006/relationships/slide" Target="slides/slide67.xml" /><Relationship Id="rId76" Type="http://schemas.openxmlformats.org/officeDocument/2006/relationships/slide" Target="slides/slide75.xml" /><Relationship Id="rId84" Type="http://schemas.openxmlformats.org/officeDocument/2006/relationships/presProps" Target="presProps.xml" /><Relationship Id="rId7" Type="http://schemas.openxmlformats.org/officeDocument/2006/relationships/slide" Target="slides/slide6.xml" /><Relationship Id="rId71" Type="http://schemas.openxmlformats.org/officeDocument/2006/relationships/slide" Target="slides/slide70.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slide" Target="slides/slide65.xml" /><Relationship Id="rId74" Type="http://schemas.openxmlformats.org/officeDocument/2006/relationships/slide" Target="slides/slide73.xml" /><Relationship Id="rId79" Type="http://schemas.openxmlformats.org/officeDocument/2006/relationships/slide" Target="slides/slide78.xml" /><Relationship Id="rId87" Type="http://schemas.openxmlformats.org/officeDocument/2006/relationships/tableStyles" Target="tableStyles.xml" /><Relationship Id="rId5" Type="http://schemas.openxmlformats.org/officeDocument/2006/relationships/slide" Target="slides/slide4.xml" /><Relationship Id="rId61" Type="http://schemas.openxmlformats.org/officeDocument/2006/relationships/slide" Target="slides/slide60.xml" /><Relationship Id="rId82" Type="http://schemas.openxmlformats.org/officeDocument/2006/relationships/notesMaster" Target="notesMasters/notesMaster1.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77" Type="http://schemas.openxmlformats.org/officeDocument/2006/relationships/slide" Target="slides/slide76.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80" Type="http://schemas.openxmlformats.org/officeDocument/2006/relationships/slide" Target="slides/slide79.xml" /><Relationship Id="rId85" Type="http://schemas.openxmlformats.org/officeDocument/2006/relationships/viewProps" Target="viewProps.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handoutMaster" Target="handoutMasters/handoutMaster1.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slide" Target="slides/slide80.xml" /><Relationship Id="rId86" Type="http://schemas.openxmlformats.org/officeDocument/2006/relationships/theme" Target="theme/theme1.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2ADCEBB-B4F3-BFDA-19CC-5C1CE7E46C31}"/>
              </a:ext>
            </a:extLst>
          </p:cNvPr>
          <p:cNvSpPr>
            <a:spLocks noGrp="1"/>
          </p:cNvSpPr>
          <p:nvPr>
            <p:ph type="hdr" sz="quarter"/>
          </p:nvPr>
        </p:nvSpPr>
        <p:spPr>
          <a:xfrm>
            <a:off x="0" y="0"/>
            <a:ext cx="3043238" cy="465138"/>
          </a:xfrm>
          <a:prstGeom prst="rect">
            <a:avLst/>
          </a:prstGeom>
        </p:spPr>
        <p:txBody>
          <a:bodyPr vert="horz" lIns="93324" tIns="46662" rIns="93324" bIns="46662" rtlCol="0"/>
          <a:lstStyle>
            <a:lvl1pPr algn="l" fontAlgn="auto">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63BDFB01-6F90-9F1C-FD75-E2D2605CEA01}"/>
              </a:ext>
            </a:extLst>
          </p:cNvPr>
          <p:cNvSpPr>
            <a:spLocks noGrp="1"/>
          </p:cNvSpPr>
          <p:nvPr>
            <p:ph type="dt" idx="1"/>
          </p:nvPr>
        </p:nvSpPr>
        <p:spPr>
          <a:xfrm>
            <a:off x="3978275" y="0"/>
            <a:ext cx="3043238" cy="465138"/>
          </a:xfrm>
          <a:prstGeom prst="rect">
            <a:avLst/>
          </a:prstGeom>
        </p:spPr>
        <p:txBody>
          <a:bodyPr vert="horz" lIns="93324" tIns="46662" rIns="93324" bIns="46662" rtlCol="0"/>
          <a:lstStyle>
            <a:lvl1pPr algn="r" fontAlgn="auto">
              <a:spcBef>
                <a:spcPts val="0"/>
              </a:spcBef>
              <a:spcAft>
                <a:spcPts val="0"/>
              </a:spcAft>
              <a:defRPr sz="1200">
                <a:latin typeface="+mn-lt"/>
              </a:defRPr>
            </a:lvl1pPr>
          </a:lstStyle>
          <a:p>
            <a:pPr>
              <a:defRPr/>
            </a:pPr>
            <a:fld id="{52FDB55A-E93E-481E-9AAF-0F88E712C177}" type="datetimeFigureOut">
              <a:rPr lang="en-US"/>
              <a:pPr>
                <a:defRPr/>
              </a:pPr>
              <a:t>5/30/2023</a:t>
            </a:fld>
            <a:endParaRPr lang="en-US"/>
          </a:p>
        </p:txBody>
      </p:sp>
      <p:sp>
        <p:nvSpPr>
          <p:cNvPr id="4" name="Slide Image Placeholder 3">
            <a:extLst>
              <a:ext uri="{FF2B5EF4-FFF2-40B4-BE49-F238E27FC236}">
                <a16:creationId xmlns:a16="http://schemas.microsoft.com/office/drawing/2014/main" id="{415D2FFD-20B6-77C8-CEF5-8AA14479A778}"/>
              </a:ext>
            </a:extLst>
          </p:cNvPr>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pPr lvl="0"/>
            <a:endParaRPr lang="en-US" noProof="0"/>
          </a:p>
        </p:txBody>
      </p:sp>
      <p:sp>
        <p:nvSpPr>
          <p:cNvPr id="5" name="Notes Placeholder 4">
            <a:extLst>
              <a:ext uri="{FF2B5EF4-FFF2-40B4-BE49-F238E27FC236}">
                <a16:creationId xmlns:a16="http://schemas.microsoft.com/office/drawing/2014/main" id="{E29C7C7F-871C-E72A-EC21-09CC17D3D4C6}"/>
              </a:ext>
            </a:extLst>
          </p:cNvPr>
          <p:cNvSpPr>
            <a:spLocks noGrp="1"/>
          </p:cNvSpPr>
          <p:nvPr>
            <p:ph type="body" sz="quarter" idx="3"/>
          </p:nvPr>
        </p:nvSpPr>
        <p:spPr>
          <a:xfrm>
            <a:off x="701675" y="4421188"/>
            <a:ext cx="5619750" cy="4189412"/>
          </a:xfrm>
          <a:prstGeom prst="rect">
            <a:avLst/>
          </a:prstGeom>
        </p:spPr>
        <p:txBody>
          <a:bodyPr vert="horz" lIns="93324" tIns="46662" rIns="93324" bIns="46662"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0454D34C-73AE-1439-997F-D9164EA26CF4}"/>
              </a:ext>
            </a:extLst>
          </p:cNvPr>
          <p:cNvSpPr>
            <a:spLocks noGrp="1"/>
          </p:cNvSpPr>
          <p:nvPr>
            <p:ph type="ftr" sz="quarter" idx="4"/>
          </p:nvPr>
        </p:nvSpPr>
        <p:spPr>
          <a:xfrm>
            <a:off x="0" y="8842375"/>
            <a:ext cx="3043238" cy="465138"/>
          </a:xfrm>
          <a:prstGeom prst="rect">
            <a:avLst/>
          </a:prstGeom>
        </p:spPr>
        <p:txBody>
          <a:bodyPr vert="horz" lIns="93324" tIns="46662" rIns="93324" bIns="46662"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FFBFE7C0-982F-1DC7-118F-D409F3C3B80C}"/>
              </a:ext>
            </a:extLst>
          </p:cNvPr>
          <p:cNvSpPr>
            <a:spLocks noGrp="1"/>
          </p:cNvSpPr>
          <p:nvPr>
            <p:ph type="sldNum" sz="quarter" idx="5"/>
          </p:nvPr>
        </p:nvSpPr>
        <p:spPr>
          <a:xfrm>
            <a:off x="3978275" y="8842375"/>
            <a:ext cx="3043238" cy="465138"/>
          </a:xfrm>
          <a:prstGeom prst="rect">
            <a:avLst/>
          </a:prstGeom>
        </p:spPr>
        <p:txBody>
          <a:bodyPr vert="horz" wrap="square" lIns="93324" tIns="46662" rIns="93324" bIns="46662" numCol="1" anchor="b" anchorCtr="0" compatLnSpc="1">
            <a:prstTxWarp prst="textNoShape">
              <a:avLst/>
            </a:prstTxWarp>
          </a:bodyPr>
          <a:lstStyle>
            <a:lvl1pPr algn="r">
              <a:defRPr sz="1200">
                <a:latin typeface="Calibri" panose="020F0502020204030204" pitchFamily="34" charset="0"/>
              </a:defRPr>
            </a:lvl1pPr>
          </a:lstStyle>
          <a:p>
            <a:fld id="{641EABB4-B285-449B-A7A9-1FB5E2B00C8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a:extLst>
              <a:ext uri="{FF2B5EF4-FFF2-40B4-BE49-F238E27FC236}">
                <a16:creationId xmlns:a16="http://schemas.microsoft.com/office/drawing/2014/main" id="{3A1D63CF-F0D9-2C64-05BF-06CD99FF4A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a:extLst>
              <a:ext uri="{FF2B5EF4-FFF2-40B4-BE49-F238E27FC236}">
                <a16:creationId xmlns:a16="http://schemas.microsoft.com/office/drawing/2014/main" id="{FEC72BB8-C7AF-18D6-C55C-3C6B5F26A1C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DD9663A1-9986-B2F1-1128-09CE6C41C12A}"/>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4B3302-B722-41C3-B1EE-8E439703FCEA}" type="slidenum">
              <a:rPr lang="en-US" altLang="en-US">
                <a:latin typeface="Calibri" panose="020F0502020204030204" pitchFamily="34" charset="0"/>
              </a:rPr>
              <a:pPr eaLnBrk="1" hangingPunct="1"/>
              <a:t>1</a:t>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a:extLst>
              <a:ext uri="{FF2B5EF4-FFF2-40B4-BE49-F238E27FC236}">
                <a16:creationId xmlns:a16="http://schemas.microsoft.com/office/drawing/2014/main" id="{8972E2D2-1B59-7ACA-A93F-540B68F299A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Notes Placeholder 2">
            <a:extLst>
              <a:ext uri="{FF2B5EF4-FFF2-40B4-BE49-F238E27FC236}">
                <a16:creationId xmlns:a16="http://schemas.microsoft.com/office/drawing/2014/main" id="{92D21140-94C4-1D39-3E39-387D9FB0D4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lvl="1"/>
            <a:endParaRPr lang="en-US" altLang="en-US"/>
          </a:p>
        </p:txBody>
      </p:sp>
      <p:sp>
        <p:nvSpPr>
          <p:cNvPr id="4" name="Slide Number Placeholder 3">
            <a:extLst>
              <a:ext uri="{FF2B5EF4-FFF2-40B4-BE49-F238E27FC236}">
                <a16:creationId xmlns:a16="http://schemas.microsoft.com/office/drawing/2014/main" id="{309EC5E1-75A1-1557-9C0E-185A117E553D}"/>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E3C950E-C8E5-494A-8437-F6B2AB495553}" type="slidenum">
              <a:rPr lang="en-US" altLang="en-US">
                <a:latin typeface="Calibri" panose="020F0502020204030204" pitchFamily="34" charset="0"/>
              </a:rPr>
              <a:pPr eaLnBrk="1" hangingPunct="1"/>
              <a:t>2</a:t>
            </a:fld>
            <a:endParaRPr lang="en-US"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B6337CB6-2149-780A-8481-252A0A4A61F7}"/>
              </a:ext>
            </a:extLst>
          </p:cNvPr>
          <p:cNvSpPr>
            <a:spLocks noChangeArrowheads="1"/>
          </p:cNvSpPr>
          <p:nvPr/>
        </p:nvSpPr>
        <p:spPr bwMode="auto">
          <a:xfrm>
            <a:off x="609600" y="1219200"/>
            <a:ext cx="7924800" cy="9144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 name="Line 8">
            <a:extLst>
              <a:ext uri="{FF2B5EF4-FFF2-40B4-BE49-F238E27FC236}">
                <a16:creationId xmlns:a16="http://schemas.microsoft.com/office/drawing/2014/main" id="{0C62A68C-E025-487B-DF80-E91530C891AB}"/>
              </a:ext>
            </a:extLst>
          </p:cNvPr>
          <p:cNvSpPr>
            <a:spLocks noChangeShapeType="1"/>
          </p:cNvSpPr>
          <p:nvPr/>
        </p:nvSpPr>
        <p:spPr bwMode="auto">
          <a:xfrm>
            <a:off x="1981200" y="3962400"/>
            <a:ext cx="6511925"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58" name="Rectangle 2"/>
          <p:cNvSpPr>
            <a:spLocks noGrp="1" noChangeArrowheads="1"/>
          </p:cNvSpPr>
          <p:nvPr>
            <p:ph type="ctrTitle"/>
          </p:nvPr>
        </p:nvSpPr>
        <p:spPr>
          <a:xfrm>
            <a:off x="914400" y="1524000"/>
            <a:ext cx="7623175" cy="1752600"/>
          </a:xfrm>
        </p:spPr>
        <p:txBody>
          <a:bodyPr/>
          <a:lstStyle>
            <a:lvl1pPr>
              <a:defRPr sz="5000">
                <a:solidFill>
                  <a:srgbClr val="2704FC"/>
                </a:solidFill>
              </a:defRPr>
            </a:lvl1pPr>
          </a:lstStyle>
          <a:p>
            <a:r>
              <a:rPr lang="en-US" altLang="en-US" dirty="0"/>
              <a:t>Click to edit Master title style</a:t>
            </a:r>
          </a:p>
        </p:txBody>
      </p:sp>
      <p:sp>
        <p:nvSpPr>
          <p:cNvPr id="96259"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en-US"/>
              <a:t>Click to edit Master subtitle style</a:t>
            </a:r>
          </a:p>
        </p:txBody>
      </p:sp>
    </p:spTree>
    <p:extLst>
      <p:ext uri="{BB962C8B-B14F-4D97-AF65-F5344CB8AC3E}">
        <p14:creationId xmlns:p14="http://schemas.microsoft.com/office/powerpoint/2010/main" val="673230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solidFill>
                  <a:srgbClr val="2704FC"/>
                </a:solidFill>
              </a:defRPr>
            </a:lvl1pPr>
          </a:lstStyle>
          <a:p>
            <a:r>
              <a:rPr lang="en-US" dirty="0"/>
              <a:t>Click to edit Master title style</a:t>
            </a:r>
          </a:p>
        </p:txBody>
      </p:sp>
      <p:sp>
        <p:nvSpPr>
          <p:cNvPr id="3" name="Content Placeholder 2"/>
          <p:cNvSpPr>
            <a:spLocks noGrp="1"/>
          </p:cNvSpPr>
          <p:nvPr>
            <p:ph idx="1"/>
          </p:nvPr>
        </p:nvSpPr>
        <p:spPr/>
        <p:txBody>
          <a:bodyPr/>
          <a:lstStyle>
            <a:lvl1pPr>
              <a:buClr>
                <a:schemeClr val="accent6"/>
              </a:buClr>
              <a:buFont typeface="Wingdings" pitchFamily="2" charset="2"/>
              <a:buChar char="q"/>
              <a:defRPr/>
            </a:lvl1pPr>
            <a:lvl3pPr>
              <a:buClr>
                <a:schemeClr val="accent6"/>
              </a:buClr>
              <a:buFont typeface="Wingdings" pitchFamily="2" charset="2"/>
              <a:buChar char="q"/>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9">
            <a:extLst>
              <a:ext uri="{FF2B5EF4-FFF2-40B4-BE49-F238E27FC236}">
                <a16:creationId xmlns:a16="http://schemas.microsoft.com/office/drawing/2014/main" id="{82E04A0B-CBE2-C065-0489-D73309ED2201}"/>
              </a:ext>
            </a:extLst>
          </p:cNvPr>
          <p:cNvSpPr>
            <a:spLocks noGrp="1" noChangeArrowheads="1"/>
          </p:cNvSpPr>
          <p:nvPr>
            <p:ph type="dt" sz="half" idx="10"/>
          </p:nvPr>
        </p:nvSpPr>
        <p:spPr bwMode="auto">
          <a:xfrm>
            <a:off x="457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pPr>
              <a:defRPr/>
            </a:pPr>
            <a:r>
              <a:rPr lang="en-US"/>
              <a:t>08/07/2011</a:t>
            </a:r>
            <a:endParaRPr lang="en-US" dirty="0"/>
          </a:p>
        </p:txBody>
      </p:sp>
      <p:sp>
        <p:nvSpPr>
          <p:cNvPr id="5" name="Rectangle 11">
            <a:extLst>
              <a:ext uri="{FF2B5EF4-FFF2-40B4-BE49-F238E27FC236}">
                <a16:creationId xmlns:a16="http://schemas.microsoft.com/office/drawing/2014/main" id="{DD855BE4-E4F4-65F0-87D3-A1445980735D}"/>
              </a:ext>
            </a:extLst>
          </p:cNvPr>
          <p:cNvSpPr>
            <a:spLocks noGrp="1" noChangeArrowheads="1"/>
          </p:cNvSpPr>
          <p:nvPr>
            <p:ph type="sldNum" sz="quarter" idx="11"/>
          </p:nvPr>
        </p:nvSpPr>
        <p:spPr bwMode="auto">
          <a:xfrm>
            <a:off x="6553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eaLnBrk="0" hangingPunct="0">
              <a:defRPr sz="1200">
                <a:latin typeface="Times New Roman" panose="02020603050405020304" pitchFamily="18" charset="0"/>
              </a:defRPr>
            </a:lvl1pPr>
          </a:lstStyle>
          <a:p>
            <a:fld id="{DA37BA11-5F27-4208-83FC-B7C2FDF453AC}" type="slidenum">
              <a:rPr lang="en-US" altLang="en-US"/>
              <a:pPr/>
              <a:t>‹#›</a:t>
            </a:fld>
            <a:endParaRPr lang="en-US" altLang="en-US"/>
          </a:p>
        </p:txBody>
      </p:sp>
    </p:spTree>
    <p:extLst>
      <p:ext uri="{BB962C8B-B14F-4D97-AF65-F5344CB8AC3E}">
        <p14:creationId xmlns:p14="http://schemas.microsoft.com/office/powerpoint/2010/main" val="2837461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48786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3E7C7F-7CDC-D132-8C47-282A86A2E966}"/>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r>
              <a:rPr lang="en-US"/>
              <a:t>08/07/2011</a:t>
            </a:r>
            <a:endParaRPr lang="en-US" altLang="en-US"/>
          </a:p>
        </p:txBody>
      </p:sp>
      <p:sp>
        <p:nvSpPr>
          <p:cNvPr id="6" name="Footer Placeholder 5">
            <a:extLst>
              <a:ext uri="{FF2B5EF4-FFF2-40B4-BE49-F238E27FC236}">
                <a16:creationId xmlns:a16="http://schemas.microsoft.com/office/drawing/2014/main" id="{F2BC4C4F-CCC1-F5A4-8DA5-DD6EBE17A8BB}"/>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pPr>
              <a:defRPr/>
            </a:pPr>
            <a:endParaRPr lang="en-US" altLang="en-US"/>
          </a:p>
        </p:txBody>
      </p:sp>
      <p:sp>
        <p:nvSpPr>
          <p:cNvPr id="7" name="Slide Number Placeholder 6">
            <a:extLst>
              <a:ext uri="{FF2B5EF4-FFF2-40B4-BE49-F238E27FC236}">
                <a16:creationId xmlns:a16="http://schemas.microsoft.com/office/drawing/2014/main" id="{A5B9508B-8974-A728-C322-DC05CEF6736F}"/>
              </a:ext>
            </a:extLst>
          </p:cNvPr>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E7DB0996-C220-49F1-8190-3B2D2B26DCD9}" type="slidenum">
              <a:rPr lang="en-US" altLang="en-US"/>
              <a:pPr/>
              <a:t>‹#›</a:t>
            </a:fld>
            <a:endParaRPr lang="en-US" altLang="en-US"/>
          </a:p>
        </p:txBody>
      </p:sp>
    </p:spTree>
    <p:extLst>
      <p:ext uri="{BB962C8B-B14F-4D97-AF65-F5344CB8AC3E}">
        <p14:creationId xmlns:p14="http://schemas.microsoft.com/office/powerpoint/2010/main" val="1736782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6949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34829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B940811-9B5F-82F6-0D8E-C2E62E0A46EB}"/>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r>
              <a:rPr lang="en-US"/>
              <a:t>08/07/2011</a:t>
            </a:r>
            <a:endParaRPr lang="en-US" altLang="en-US"/>
          </a:p>
        </p:txBody>
      </p:sp>
      <p:sp>
        <p:nvSpPr>
          <p:cNvPr id="3" name="Rectangle 5">
            <a:extLst>
              <a:ext uri="{FF2B5EF4-FFF2-40B4-BE49-F238E27FC236}">
                <a16:creationId xmlns:a16="http://schemas.microsoft.com/office/drawing/2014/main" id="{C5453A9C-FE3E-47FC-278F-8C6266AB0902}"/>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pPr>
              <a:defRPr/>
            </a:pPr>
            <a:endParaRPr lang="en-US" altLang="en-US"/>
          </a:p>
        </p:txBody>
      </p:sp>
      <p:sp>
        <p:nvSpPr>
          <p:cNvPr id="4" name="Rectangle 6">
            <a:extLst>
              <a:ext uri="{FF2B5EF4-FFF2-40B4-BE49-F238E27FC236}">
                <a16:creationId xmlns:a16="http://schemas.microsoft.com/office/drawing/2014/main" id="{A95DAC66-EECA-E46D-9260-51D50E9A8A64}"/>
              </a:ext>
            </a:extLst>
          </p:cNvPr>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A88B78C2-F6A7-466D-B508-4D4F901594FF}" type="slidenum">
              <a:rPr lang="en-US" altLang="en-US"/>
              <a:pPr/>
              <a:t>‹#›</a:t>
            </a:fld>
            <a:endParaRPr lang="en-US" altLang="en-US"/>
          </a:p>
        </p:txBody>
      </p:sp>
    </p:spTree>
    <p:extLst>
      <p:ext uri="{BB962C8B-B14F-4D97-AF65-F5344CB8AC3E}">
        <p14:creationId xmlns:p14="http://schemas.microsoft.com/office/powerpoint/2010/main" val="745163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C2063604-0CB9-115A-3D5D-4751C6150AEB}"/>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r>
              <a:rPr lang="en-US"/>
              <a:t>08/07/2011</a:t>
            </a:r>
            <a:endParaRPr lang="en-US" altLang="en-US"/>
          </a:p>
        </p:txBody>
      </p:sp>
      <p:sp>
        <p:nvSpPr>
          <p:cNvPr id="6" name="Footer Placeholder 5">
            <a:extLst>
              <a:ext uri="{FF2B5EF4-FFF2-40B4-BE49-F238E27FC236}">
                <a16:creationId xmlns:a16="http://schemas.microsoft.com/office/drawing/2014/main" id="{5DBEB5F7-9C55-DEDF-99CB-44090A57EFF3}"/>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pPr>
              <a:defRPr/>
            </a:pPr>
            <a:endParaRPr lang="en-US" altLang="en-US"/>
          </a:p>
        </p:txBody>
      </p:sp>
      <p:sp>
        <p:nvSpPr>
          <p:cNvPr id="7" name="Slide Number Placeholder 6">
            <a:extLst>
              <a:ext uri="{FF2B5EF4-FFF2-40B4-BE49-F238E27FC236}">
                <a16:creationId xmlns:a16="http://schemas.microsoft.com/office/drawing/2014/main" id="{A0A48616-3C01-E7E1-4434-96C357E22B70}"/>
              </a:ext>
            </a:extLst>
          </p:cNvPr>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C960E09B-B3D3-4372-9F09-5A0490C1BBDB}" type="slidenum">
              <a:rPr lang="en-US" altLang="en-US"/>
              <a:pPr/>
              <a:t>‹#›</a:t>
            </a:fld>
            <a:endParaRPr lang="en-US" altLang="en-US"/>
          </a:p>
        </p:txBody>
      </p:sp>
    </p:spTree>
    <p:extLst>
      <p:ext uri="{BB962C8B-B14F-4D97-AF65-F5344CB8AC3E}">
        <p14:creationId xmlns:p14="http://schemas.microsoft.com/office/powerpoint/2010/main" val="578403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BF78334E-F7D9-2539-289D-E1D9690BF797}"/>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r>
              <a:rPr lang="en-US"/>
              <a:t>08/07/2011</a:t>
            </a:r>
            <a:endParaRPr lang="en-US" altLang="en-US"/>
          </a:p>
        </p:txBody>
      </p:sp>
      <p:sp>
        <p:nvSpPr>
          <p:cNvPr id="6" name="Footer Placeholder 5">
            <a:extLst>
              <a:ext uri="{FF2B5EF4-FFF2-40B4-BE49-F238E27FC236}">
                <a16:creationId xmlns:a16="http://schemas.microsoft.com/office/drawing/2014/main" id="{22233E68-F295-0644-48E6-0422FEBDD87B}"/>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pPr>
              <a:defRPr/>
            </a:pPr>
            <a:endParaRPr lang="en-US" altLang="en-US"/>
          </a:p>
        </p:txBody>
      </p:sp>
      <p:sp>
        <p:nvSpPr>
          <p:cNvPr id="7" name="Slide Number Placeholder 6">
            <a:extLst>
              <a:ext uri="{FF2B5EF4-FFF2-40B4-BE49-F238E27FC236}">
                <a16:creationId xmlns:a16="http://schemas.microsoft.com/office/drawing/2014/main" id="{5AE91E3D-88C4-D573-69DE-0E60052EAABF}"/>
              </a:ext>
            </a:extLst>
          </p:cNvPr>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BE4EADEE-1A93-42EC-AF8A-C1242C4C6C2F}" type="slidenum">
              <a:rPr lang="en-US" altLang="en-US"/>
              <a:pPr/>
              <a:t>‹#›</a:t>
            </a:fld>
            <a:endParaRPr lang="en-US" altLang="en-US"/>
          </a:p>
        </p:txBody>
      </p:sp>
    </p:spTree>
    <p:extLst>
      <p:ext uri="{BB962C8B-B14F-4D97-AF65-F5344CB8AC3E}">
        <p14:creationId xmlns:p14="http://schemas.microsoft.com/office/powerpoint/2010/main" val="9774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D66EAF0-35EC-882E-845B-08872C9157B5}"/>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r>
              <a:rPr lang="en-US"/>
              <a:t>08/07/2011</a:t>
            </a:r>
            <a:endParaRPr lang="en-US" altLang="en-US"/>
          </a:p>
        </p:txBody>
      </p:sp>
      <p:sp>
        <p:nvSpPr>
          <p:cNvPr id="5" name="Rectangle 5">
            <a:extLst>
              <a:ext uri="{FF2B5EF4-FFF2-40B4-BE49-F238E27FC236}">
                <a16:creationId xmlns:a16="http://schemas.microsoft.com/office/drawing/2014/main" id="{D0AEE84C-3B8C-5257-4BF1-FFF8B431E662}"/>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pPr>
              <a:defRPr/>
            </a:pPr>
            <a:endParaRPr lang="en-US" altLang="en-US"/>
          </a:p>
        </p:txBody>
      </p:sp>
      <p:sp>
        <p:nvSpPr>
          <p:cNvPr id="6" name="Rectangle 6">
            <a:extLst>
              <a:ext uri="{FF2B5EF4-FFF2-40B4-BE49-F238E27FC236}">
                <a16:creationId xmlns:a16="http://schemas.microsoft.com/office/drawing/2014/main" id="{87B5FDE1-BB13-DA70-F14E-8034C385AA7D}"/>
              </a:ext>
            </a:extLst>
          </p:cNvPr>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3E26E19F-BBA6-441B-BBA5-27DA5F0F8158}" type="slidenum">
              <a:rPr lang="en-US" altLang="en-US"/>
              <a:pPr/>
              <a:t>‹#›</a:t>
            </a:fld>
            <a:endParaRPr lang="en-US" altLang="en-US"/>
          </a:p>
        </p:txBody>
      </p:sp>
    </p:spTree>
    <p:extLst>
      <p:ext uri="{BB962C8B-B14F-4D97-AF65-F5344CB8AC3E}">
        <p14:creationId xmlns:p14="http://schemas.microsoft.com/office/powerpoint/2010/main" val="3580486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256B2DD-FCAF-C965-2D8B-3870D463396A}"/>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r>
              <a:rPr lang="en-US"/>
              <a:t>08/07/2011</a:t>
            </a:r>
            <a:endParaRPr lang="en-US" altLang="en-US"/>
          </a:p>
        </p:txBody>
      </p:sp>
      <p:sp>
        <p:nvSpPr>
          <p:cNvPr id="5" name="Rectangle 5">
            <a:extLst>
              <a:ext uri="{FF2B5EF4-FFF2-40B4-BE49-F238E27FC236}">
                <a16:creationId xmlns:a16="http://schemas.microsoft.com/office/drawing/2014/main" id="{62715ECF-466F-4141-DB77-001590BA9A92}"/>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pPr>
              <a:defRPr/>
            </a:pPr>
            <a:endParaRPr lang="en-US" altLang="en-US"/>
          </a:p>
        </p:txBody>
      </p:sp>
      <p:sp>
        <p:nvSpPr>
          <p:cNvPr id="6" name="Rectangle 6">
            <a:extLst>
              <a:ext uri="{FF2B5EF4-FFF2-40B4-BE49-F238E27FC236}">
                <a16:creationId xmlns:a16="http://schemas.microsoft.com/office/drawing/2014/main" id="{E29BF40B-65F3-17E6-39CE-C3D401995C3C}"/>
              </a:ext>
            </a:extLst>
          </p:cNvPr>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E5966E9A-2429-4BBB-83E7-97497560F23E}" type="slidenum">
              <a:rPr lang="en-US" altLang="en-US"/>
              <a:pPr/>
              <a:t>‹#›</a:t>
            </a:fld>
            <a:endParaRPr lang="en-US" altLang="en-US"/>
          </a:p>
        </p:txBody>
      </p:sp>
    </p:spTree>
    <p:extLst>
      <p:ext uri="{BB962C8B-B14F-4D97-AF65-F5344CB8AC3E}">
        <p14:creationId xmlns:p14="http://schemas.microsoft.com/office/powerpoint/2010/main" val="26490730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a:lstStyle/>
          <a:p>
            <a:pPr lvl="0"/>
            <a:endParaRPr lang="en-US" noProof="0"/>
          </a:p>
        </p:txBody>
      </p:sp>
      <p:sp>
        <p:nvSpPr>
          <p:cNvPr id="4" name="Rectangle 4">
            <a:extLst>
              <a:ext uri="{FF2B5EF4-FFF2-40B4-BE49-F238E27FC236}">
                <a16:creationId xmlns:a16="http://schemas.microsoft.com/office/drawing/2014/main" id="{DB25FFA6-4E58-3E13-52A2-5483FFEDE20F}"/>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r>
              <a:rPr lang="en-US"/>
              <a:t>08/07/2011</a:t>
            </a:r>
            <a:endParaRPr lang="en-US" altLang="en-US"/>
          </a:p>
        </p:txBody>
      </p:sp>
      <p:sp>
        <p:nvSpPr>
          <p:cNvPr id="5" name="Rectangle 5">
            <a:extLst>
              <a:ext uri="{FF2B5EF4-FFF2-40B4-BE49-F238E27FC236}">
                <a16:creationId xmlns:a16="http://schemas.microsoft.com/office/drawing/2014/main" id="{8B4F85FA-71CE-2044-241F-5F51F9D98726}"/>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pPr>
              <a:defRPr/>
            </a:pPr>
            <a:endParaRPr lang="en-US" altLang="en-US"/>
          </a:p>
        </p:txBody>
      </p:sp>
      <p:sp>
        <p:nvSpPr>
          <p:cNvPr id="6" name="Rectangle 6">
            <a:extLst>
              <a:ext uri="{FF2B5EF4-FFF2-40B4-BE49-F238E27FC236}">
                <a16:creationId xmlns:a16="http://schemas.microsoft.com/office/drawing/2014/main" id="{C374FC92-EB0E-8E08-EDE8-B1D4FBEEEF68}"/>
              </a:ext>
            </a:extLst>
          </p:cNvPr>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23C23491-3B9D-4A37-8842-178E626DD6B8}" type="slidenum">
              <a:rPr lang="en-US" altLang="en-US"/>
              <a:pPr/>
              <a:t>‹#›</a:t>
            </a:fld>
            <a:endParaRPr lang="en-US" altLang="en-US"/>
          </a:p>
        </p:txBody>
      </p:sp>
    </p:spTree>
    <p:extLst>
      <p:ext uri="{BB962C8B-B14F-4D97-AF65-F5344CB8AC3E}">
        <p14:creationId xmlns:p14="http://schemas.microsoft.com/office/powerpoint/2010/main" val="29149879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CD545B-3E75-0683-E970-929F004B3261}"/>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r>
              <a:rPr lang="en-US"/>
              <a:t>08/07/2011</a:t>
            </a:r>
            <a:endParaRPr lang="en-US" altLang="en-US"/>
          </a:p>
        </p:txBody>
      </p:sp>
      <p:sp>
        <p:nvSpPr>
          <p:cNvPr id="6" name="Footer Placeholder 5">
            <a:extLst>
              <a:ext uri="{FF2B5EF4-FFF2-40B4-BE49-F238E27FC236}">
                <a16:creationId xmlns:a16="http://schemas.microsoft.com/office/drawing/2014/main" id="{E76DCAFE-8E6A-EB95-0194-9EE63F5AA315}"/>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200">
                <a:latin typeface="Garamond" pitchFamily="18" charset="0"/>
              </a:defRPr>
            </a:lvl1pPr>
          </a:lstStyle>
          <a:p>
            <a:pPr>
              <a:defRPr/>
            </a:pPr>
            <a:endParaRPr lang="en-US" altLang="en-US"/>
          </a:p>
        </p:txBody>
      </p:sp>
      <p:sp>
        <p:nvSpPr>
          <p:cNvPr id="7" name="Slide Number Placeholder 6">
            <a:extLst>
              <a:ext uri="{FF2B5EF4-FFF2-40B4-BE49-F238E27FC236}">
                <a16:creationId xmlns:a16="http://schemas.microsoft.com/office/drawing/2014/main" id="{2330C46D-EEDC-4BB5-C576-3007D5D44EC9}"/>
              </a:ext>
            </a:extLst>
          </p:cNvPr>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7D6CE873-0B10-43A7-BAC7-FB81CFF0F6FC}" type="slidenum">
              <a:rPr lang="en-US" altLang="en-US"/>
              <a:pPr/>
              <a:t>‹#›</a:t>
            </a:fld>
            <a:endParaRPr lang="en-US" altLang="en-US"/>
          </a:p>
        </p:txBody>
      </p:sp>
    </p:spTree>
    <p:extLst>
      <p:ext uri="{BB962C8B-B14F-4D97-AF65-F5344CB8AC3E}">
        <p14:creationId xmlns:p14="http://schemas.microsoft.com/office/powerpoint/2010/main" val="617395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786672F-B025-9EC2-5AA2-B1FAC0095D2D}"/>
              </a:ext>
            </a:extLst>
          </p:cNvPr>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817FBBDA-4749-D974-FF86-E3335AEA22A0}"/>
              </a:ext>
            </a:extLst>
          </p:cNvPr>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Freeform 7">
            <a:extLst>
              <a:ext uri="{FF2B5EF4-FFF2-40B4-BE49-F238E27FC236}">
                <a16:creationId xmlns:a16="http://schemas.microsoft.com/office/drawing/2014/main" id="{0FA5589D-3FCC-B2B5-FC0F-F8EB65EBE068}"/>
              </a:ext>
            </a:extLst>
          </p:cNvPr>
          <p:cNvSpPr>
            <a:spLocks noChangeArrowheads="1"/>
          </p:cNvSpPr>
          <p:nvPr/>
        </p:nvSpPr>
        <p:spPr bwMode="auto">
          <a:xfrm>
            <a:off x="381000" y="228600"/>
            <a:ext cx="8229600" cy="6096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9" name="Line 8">
            <a:extLst>
              <a:ext uri="{FF2B5EF4-FFF2-40B4-BE49-F238E27FC236}">
                <a16:creationId xmlns:a16="http://schemas.microsoft.com/office/drawing/2014/main" id="{D47B25CB-F52C-8FFE-E28A-761735DBB71C}"/>
              </a:ext>
            </a:extLst>
          </p:cNvPr>
          <p:cNvSpPr>
            <a:spLocks noChangeShapeType="1"/>
          </p:cNvSpPr>
          <p:nvPr/>
        </p:nvSpPr>
        <p:spPr bwMode="auto">
          <a:xfrm>
            <a:off x="457200" y="617220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6349" r:id="rId1"/>
    <p:sldLayoutId id="2147486350" r:id="rId2"/>
    <p:sldLayoutId id="2147486346" r:id="rId3"/>
    <p:sldLayoutId id="2147486351" r:id="rId4"/>
    <p:sldLayoutId id="2147486347" r:id="rId5"/>
    <p:sldLayoutId id="2147486348" r:id="rId6"/>
    <p:sldLayoutId id="2147486352" r:id="rId7"/>
    <p:sldLayoutId id="2147486353" r:id="rId8"/>
    <p:sldLayoutId id="2147486354" r:id="rId9"/>
    <p:sldLayoutId id="2147486355" r:id="rId10"/>
    <p:sldLayoutId id="2147486356" r:id="rId11"/>
    <p:sldLayoutId id="2147486357" r:id="rId12"/>
    <p:sldLayoutId id="2147486358" r:id="rId13"/>
  </p:sldLayoutIdLst>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png" /><Relationship Id="rId1" Type="http://schemas.openxmlformats.org/officeDocument/2006/relationships/slideLayout" Target="../slideLayouts/slideLayout2.xml" /><Relationship Id="rId5" Type="http://schemas.openxmlformats.org/officeDocument/2006/relationships/image" Target="../media/image8.png" /><Relationship Id="rId4" Type="http://schemas.openxmlformats.org/officeDocument/2006/relationships/image" Target="../media/image7.png"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image" Target="../media/image13.png" /><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image" Target="../media/image17.png" /><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image" Target="../media/image19.png" /><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3" Type="http://schemas.openxmlformats.org/officeDocument/2006/relationships/image" Target="../media/image22.png" /><Relationship Id="rId2" Type="http://schemas.openxmlformats.org/officeDocument/2006/relationships/image" Target="../media/image21.png" /><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3" Type="http://schemas.openxmlformats.org/officeDocument/2006/relationships/image" Target="../media/image24.png" /><Relationship Id="rId2" Type="http://schemas.openxmlformats.org/officeDocument/2006/relationships/image" Target="../media/image23.png" /><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3" Type="http://schemas.openxmlformats.org/officeDocument/2006/relationships/image" Target="../media/image25.png" /><Relationship Id="rId2" Type="http://schemas.openxmlformats.org/officeDocument/2006/relationships/image" Target="../media/image17.png" /><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3" Type="http://schemas.openxmlformats.org/officeDocument/2006/relationships/image" Target="../media/image27.png" /><Relationship Id="rId2" Type="http://schemas.openxmlformats.org/officeDocument/2006/relationships/image" Target="../media/image26.png" /><Relationship Id="rId1" Type="http://schemas.openxmlformats.org/officeDocument/2006/relationships/slideLayout" Target="../slideLayouts/slideLayout2.xml" /><Relationship Id="rId4" Type="http://schemas.openxmlformats.org/officeDocument/2006/relationships/image" Target="../media/image28.png" /></Relationships>
</file>

<file path=ppt/slides/_rels/slide64.xml.rels><?xml version="1.0" encoding="UTF-8" standalone="yes"?>
<Relationships xmlns="http://schemas.openxmlformats.org/package/2006/relationships"><Relationship Id="rId3" Type="http://schemas.openxmlformats.org/officeDocument/2006/relationships/image" Target="../media/image29.png" /><Relationship Id="rId2" Type="http://schemas.openxmlformats.org/officeDocument/2006/relationships/image" Target="../media/image21.png" /><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3" Type="http://schemas.openxmlformats.org/officeDocument/2006/relationships/image" Target="../media/image31.png" /><Relationship Id="rId2" Type="http://schemas.openxmlformats.org/officeDocument/2006/relationships/image" Target="../media/image30.png" /><Relationship Id="rId1" Type="http://schemas.openxmlformats.org/officeDocument/2006/relationships/slideLayout" Target="../slideLayouts/slideLayout2.xml" /><Relationship Id="rId4" Type="http://schemas.openxmlformats.org/officeDocument/2006/relationships/image" Target="../media/image32.png" /></Relationships>
</file>

<file path=ppt/slides/_rels/slide66.xml.rels><?xml version="1.0" encoding="UTF-8" standalone="yes"?>
<Relationships xmlns="http://schemas.openxmlformats.org/package/2006/relationships"><Relationship Id="rId3" Type="http://schemas.openxmlformats.org/officeDocument/2006/relationships/image" Target="../media/image34.png" /><Relationship Id="rId2" Type="http://schemas.openxmlformats.org/officeDocument/2006/relationships/image" Target="../media/image33.png" /><Relationship Id="rId1" Type="http://schemas.openxmlformats.org/officeDocument/2006/relationships/slideLayout" Target="../slideLayouts/slideLayout2.xml" /></Relationships>
</file>

<file path=ppt/slides/_rels/slide67.xml.rels><?xml version="1.0" encoding="UTF-8" standalone="yes"?>
<Relationships xmlns="http://schemas.openxmlformats.org/package/2006/relationships"><Relationship Id="rId2" Type="http://schemas.openxmlformats.org/officeDocument/2006/relationships/image" Target="../media/image35.png" /><Relationship Id="rId1" Type="http://schemas.openxmlformats.org/officeDocument/2006/relationships/slideLayout" Target="../slideLayouts/slideLayout2.xml"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 standalone="yes"?>
<Relationships xmlns="http://schemas.openxmlformats.org/package/2006/relationships"><Relationship Id="rId3" Type="http://schemas.openxmlformats.org/officeDocument/2006/relationships/image" Target="../media/image37.png" /><Relationship Id="rId2" Type="http://schemas.openxmlformats.org/officeDocument/2006/relationships/image" Target="../media/image36.png" /><Relationship Id="rId1" Type="http://schemas.openxmlformats.org/officeDocument/2006/relationships/slideLayout" Target="../slideLayouts/slideLayout2.xml"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 standalone="yes"?>
<Relationships xmlns="http://schemas.openxmlformats.org/package/2006/relationships"><Relationship Id="rId3" Type="http://schemas.openxmlformats.org/officeDocument/2006/relationships/image" Target="../media/image39.png" /><Relationship Id="rId2" Type="http://schemas.openxmlformats.org/officeDocument/2006/relationships/image" Target="../media/image38.png" /><Relationship Id="rId1" Type="http://schemas.openxmlformats.org/officeDocument/2006/relationships/slideLayout" Target="../slideLayouts/slideLayout2.xml" /></Relationships>
</file>

<file path=ppt/slides/_rels/slide75.xml.rels><?xml version="1.0" encoding="UTF-8" standalone="yes"?>
<Relationships xmlns="http://schemas.openxmlformats.org/package/2006/relationships"><Relationship Id="rId2" Type="http://schemas.openxmlformats.org/officeDocument/2006/relationships/image" Target="../media/image40.png" /><Relationship Id="rId1" Type="http://schemas.openxmlformats.org/officeDocument/2006/relationships/slideLayout" Target="../slideLayouts/slideLayout2.xml"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 standalone="yes"?>
<Relationships xmlns="http://schemas.openxmlformats.org/package/2006/relationships"><Relationship Id="rId3" Type="http://schemas.openxmlformats.org/officeDocument/2006/relationships/image" Target="../media/image42.png" /><Relationship Id="rId2" Type="http://schemas.openxmlformats.org/officeDocument/2006/relationships/image" Target="../media/image41.png" /><Relationship Id="rId1" Type="http://schemas.openxmlformats.org/officeDocument/2006/relationships/slideLayout" Target="../slideLayouts/slideLayout2.xml" /><Relationship Id="rId4" Type="http://schemas.openxmlformats.org/officeDocument/2006/relationships/image" Target="../media/image43.png" /></Relationships>
</file>

<file path=ppt/slides/_rels/slide78.xml.rels><?xml version="1.0" encoding="UTF-8" standalone="yes"?>
<Relationships xmlns="http://schemas.openxmlformats.org/package/2006/relationships"><Relationship Id="rId2" Type="http://schemas.openxmlformats.org/officeDocument/2006/relationships/image" Target="../media/image44.png" /><Relationship Id="rId1" Type="http://schemas.openxmlformats.org/officeDocument/2006/relationships/slideLayout" Target="../slideLayouts/slideLayout2.xml" /></Relationships>
</file>

<file path=ppt/slides/_rels/slide79.xml.rels><?xml version="1.0" encoding="UTF-8" standalone="yes"?>
<Relationships xmlns="http://schemas.openxmlformats.org/package/2006/relationships"><Relationship Id="rId3" Type="http://schemas.openxmlformats.org/officeDocument/2006/relationships/image" Target="../media/image46.png" /><Relationship Id="rId2" Type="http://schemas.openxmlformats.org/officeDocument/2006/relationships/image" Target="../media/image45.png" /><Relationship Id="rId1" Type="http://schemas.openxmlformats.org/officeDocument/2006/relationships/slideLayout" Target="../slideLayouts/slideLayout2.xml"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4">
            <a:extLst>
              <a:ext uri="{FF2B5EF4-FFF2-40B4-BE49-F238E27FC236}">
                <a16:creationId xmlns:a16="http://schemas.microsoft.com/office/drawing/2014/main" id="{FB0B99B8-5E3D-B1AF-FBA0-26D18D5A1707}"/>
              </a:ext>
            </a:extLst>
          </p:cNvPr>
          <p:cNvSpPr>
            <a:spLocks noGrp="1"/>
          </p:cNvSpPr>
          <p:nvPr>
            <p:ph type="ctrTitle"/>
          </p:nvPr>
        </p:nvSpPr>
        <p:spPr>
          <a:xfrm>
            <a:off x="609600" y="1447800"/>
            <a:ext cx="8001000" cy="3124200"/>
          </a:xfrm>
        </p:spPr>
        <p:txBody>
          <a:bodyPr/>
          <a:lstStyle/>
          <a:p>
            <a:pPr algn="ctr"/>
            <a:r>
              <a:rPr lang="en-US" altLang="en-US" sz="4400" b="1"/>
              <a:t>20XD24 - OBJECT ORIENTED PROGRAMMING</a:t>
            </a:r>
            <a:br>
              <a:rPr lang="en-US" altLang="en-US" sz="4400" b="1"/>
            </a:br>
            <a:br>
              <a:rPr lang="en-US" altLang="en-US" sz="4400" b="1"/>
            </a:br>
            <a:br>
              <a:rPr lang="en-US" altLang="en-US" sz="4400" b="1"/>
            </a:br>
            <a:r>
              <a:rPr lang="en-US" altLang="en-US" sz="4400"/>
              <a:t>Chapter – V </a:t>
            </a:r>
            <a:br>
              <a:rPr lang="en-US" altLang="en-US" sz="4400"/>
            </a:br>
            <a:r>
              <a:rPr lang="en-US" altLang="en-US" sz="4400"/>
              <a:t>Inheritance</a:t>
            </a:r>
            <a:br>
              <a:rPr lang="en-US" altLang="en-US" sz="4400"/>
            </a:br>
            <a:br>
              <a:rPr lang="en-US" altLang="en-US" sz="4400" b="1"/>
            </a:br>
            <a:br>
              <a:rPr lang="en-US" altLang="en-US" sz="4400" b="1"/>
            </a:br>
            <a:br>
              <a:rPr lang="en-US" altLang="en-US" sz="4400" b="1"/>
            </a:br>
            <a:br>
              <a:rPr lang="en-IN" altLang="en-US" sz="4400"/>
            </a:br>
            <a:br>
              <a:rPr lang="en-US" altLang="en-US" sz="4400" b="1"/>
            </a:br>
            <a:br>
              <a:rPr lang="en-US" altLang="en-US" sz="4400" b="1"/>
            </a:br>
            <a:endParaRPr lang="en-US" altLang="en-US" sz="5400"/>
          </a:p>
        </p:txBody>
      </p:sp>
      <p:sp>
        <p:nvSpPr>
          <p:cNvPr id="12291" name="AutoShape 5">
            <a:extLst>
              <a:ext uri="{FF2B5EF4-FFF2-40B4-BE49-F238E27FC236}">
                <a16:creationId xmlns:a16="http://schemas.microsoft.com/office/drawing/2014/main" id="{336A1472-3BF9-6B51-4DEF-B0C20D2475E9}"/>
              </a:ext>
            </a:extLst>
          </p:cNvPr>
          <p:cNvSpPr>
            <a:spLocks noChangeAspect="1" noChangeArrowheads="1"/>
          </p:cNvSpPr>
          <p:nvPr/>
        </p:nvSpPr>
        <p:spPr bwMode="auto">
          <a:xfrm>
            <a:off x="6324600" y="2743200"/>
            <a:ext cx="106680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2292" name="TextBox 5">
            <a:extLst>
              <a:ext uri="{FF2B5EF4-FFF2-40B4-BE49-F238E27FC236}">
                <a16:creationId xmlns:a16="http://schemas.microsoft.com/office/drawing/2014/main" id="{99DA0622-171E-954C-18DE-D4DC78625DE6}"/>
              </a:ext>
            </a:extLst>
          </p:cNvPr>
          <p:cNvSpPr txBox="1">
            <a:spLocks noChangeArrowheads="1"/>
          </p:cNvSpPr>
          <p:nvPr/>
        </p:nvSpPr>
        <p:spPr bwMode="auto">
          <a:xfrm>
            <a:off x="1981200" y="7620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Tree>
  </p:cSld>
  <p:clrMapOvr>
    <a:masterClrMapping/>
  </p:clrMapOvr>
  <p:transition spd="slow"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1753E783-9DDD-EA67-4425-E3975FC030C4}"/>
              </a:ext>
            </a:extLst>
          </p:cNvPr>
          <p:cNvSpPr>
            <a:spLocks noGrp="1"/>
          </p:cNvSpPr>
          <p:nvPr>
            <p:ph type="title"/>
          </p:nvPr>
        </p:nvSpPr>
        <p:spPr/>
        <p:txBody>
          <a:bodyPr/>
          <a:lstStyle/>
          <a:p>
            <a:r>
              <a:rPr lang="en-US" altLang="en-US"/>
              <a:t>Outline</a:t>
            </a:r>
          </a:p>
        </p:txBody>
      </p:sp>
      <p:sp>
        <p:nvSpPr>
          <p:cNvPr id="3" name="Content Placeholder 2">
            <a:extLst>
              <a:ext uri="{FF2B5EF4-FFF2-40B4-BE49-F238E27FC236}">
                <a16:creationId xmlns:a16="http://schemas.microsoft.com/office/drawing/2014/main" id="{4B5D32BD-0556-5EBB-CEDF-E12B86FC55CA}"/>
              </a:ext>
            </a:extLst>
          </p:cNvPr>
          <p:cNvSpPr>
            <a:spLocks noGrp="1"/>
          </p:cNvSpPr>
          <p:nvPr>
            <p:ph idx="1"/>
          </p:nvPr>
        </p:nvSpPr>
        <p:spPr>
          <a:xfrm>
            <a:off x="685800" y="1565275"/>
            <a:ext cx="8229600" cy="4530725"/>
          </a:xfrm>
        </p:spPr>
        <p:txBody>
          <a:bodyPr/>
          <a:lstStyle/>
          <a:p>
            <a:pPr>
              <a:defRPr/>
            </a:pPr>
            <a:r>
              <a:rPr lang="en-US" sz="2000" dirty="0"/>
              <a:t>Defining Derived Classes </a:t>
            </a:r>
          </a:p>
          <a:p>
            <a:pPr>
              <a:defRPr/>
            </a:pPr>
            <a:r>
              <a:rPr lang="en-US" sz="2000" dirty="0"/>
              <a:t>Single Inheritance </a:t>
            </a:r>
          </a:p>
          <a:p>
            <a:pPr>
              <a:defRPr/>
            </a:pPr>
            <a:r>
              <a:rPr lang="en-US" sz="2000" dirty="0"/>
              <a:t>Making a Private Member Inheritable </a:t>
            </a:r>
          </a:p>
          <a:p>
            <a:pPr>
              <a:defRPr/>
            </a:pPr>
            <a:r>
              <a:rPr lang="en-US" sz="2000" dirty="0"/>
              <a:t>Multiple Inheritance </a:t>
            </a:r>
          </a:p>
          <a:p>
            <a:pPr>
              <a:defRPr/>
            </a:pPr>
            <a:r>
              <a:rPr lang="en-US" sz="2000" dirty="0"/>
              <a:t>Hierarchical Inheritance </a:t>
            </a:r>
          </a:p>
          <a:p>
            <a:pPr>
              <a:defRPr/>
            </a:pPr>
            <a:r>
              <a:rPr lang="en-US" sz="2000" dirty="0"/>
              <a:t>Hybrid Inheritance </a:t>
            </a:r>
          </a:p>
          <a:p>
            <a:pPr>
              <a:defRPr/>
            </a:pPr>
            <a:r>
              <a:rPr lang="en-US" sz="2000" dirty="0"/>
              <a:t>Virtual Base Classes</a:t>
            </a:r>
          </a:p>
          <a:p>
            <a:pPr>
              <a:defRPr/>
            </a:pPr>
            <a:r>
              <a:rPr lang="en-US" sz="2000" dirty="0"/>
              <a:t>Function overriding </a:t>
            </a:r>
          </a:p>
          <a:p>
            <a:pPr>
              <a:defRPr/>
            </a:pPr>
            <a:r>
              <a:rPr lang="en-US" sz="2000" dirty="0"/>
              <a:t>Constructors in Derived Classes</a:t>
            </a:r>
          </a:p>
          <a:p>
            <a:pPr>
              <a:defRPr/>
            </a:pPr>
            <a:r>
              <a:rPr lang="en-US" sz="2000" dirty="0"/>
              <a:t>Member Classes - Nesting of Classes </a:t>
            </a:r>
          </a:p>
          <a:p>
            <a:pPr lvl="1">
              <a:defRPr/>
            </a:pPr>
            <a:r>
              <a:rPr lang="en-US" sz="1800" dirty="0"/>
              <a:t>Composition </a:t>
            </a:r>
          </a:p>
          <a:p>
            <a:pPr lvl="1">
              <a:defRPr/>
            </a:pPr>
            <a:r>
              <a:rPr lang="en-US" sz="1800" dirty="0"/>
              <a:t>Aggregation</a:t>
            </a:r>
          </a:p>
        </p:txBody>
      </p:sp>
      <p:sp>
        <p:nvSpPr>
          <p:cNvPr id="13316" name="Slide Number Placeholder 3">
            <a:extLst>
              <a:ext uri="{FF2B5EF4-FFF2-40B4-BE49-F238E27FC236}">
                <a16:creationId xmlns:a16="http://schemas.microsoft.com/office/drawing/2014/main" id="{48EE7125-7555-955C-79A0-246495F3DE0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BD0A3C3-DCE2-421B-BD5D-EB84195CA165}"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88AB160C-6990-F812-FFA8-DE16280B5193}"/>
              </a:ext>
            </a:extLst>
          </p:cNvPr>
          <p:cNvSpPr>
            <a:spLocks noGrp="1"/>
          </p:cNvSpPr>
          <p:nvPr>
            <p:ph type="title"/>
          </p:nvPr>
        </p:nvSpPr>
        <p:spPr/>
        <p:txBody>
          <a:bodyPr/>
          <a:lstStyle/>
          <a:p>
            <a:r>
              <a:rPr lang="en-US" altLang="en-US" sz="4400"/>
              <a:t>Inheritance</a:t>
            </a:r>
          </a:p>
        </p:txBody>
      </p:sp>
      <p:sp>
        <p:nvSpPr>
          <p:cNvPr id="3" name="Content Placeholder 2">
            <a:extLst>
              <a:ext uri="{FF2B5EF4-FFF2-40B4-BE49-F238E27FC236}">
                <a16:creationId xmlns:a16="http://schemas.microsoft.com/office/drawing/2014/main" id="{A5F47B8C-9EC4-53E7-549E-27D8D4155219}"/>
              </a:ext>
            </a:extLst>
          </p:cNvPr>
          <p:cNvSpPr>
            <a:spLocks noGrp="1"/>
          </p:cNvSpPr>
          <p:nvPr>
            <p:ph idx="1"/>
          </p:nvPr>
        </p:nvSpPr>
        <p:spPr/>
        <p:txBody>
          <a:bodyPr/>
          <a:lstStyle/>
          <a:p>
            <a:pPr>
              <a:defRPr/>
            </a:pPr>
            <a:r>
              <a:rPr lang="en-IN" sz="2000" dirty="0"/>
              <a:t>Inheritance allows a new class to be created using an existing class</a:t>
            </a:r>
          </a:p>
          <a:p>
            <a:pPr>
              <a:defRPr/>
            </a:pPr>
            <a:r>
              <a:rPr lang="en-IN" sz="2000" dirty="0"/>
              <a:t>The new class inherits all the member variables and functions (except the constructors and destructor) of the class it is based on</a:t>
            </a:r>
          </a:p>
          <a:p>
            <a:pPr>
              <a:defRPr/>
            </a:pPr>
            <a:r>
              <a:rPr lang="en-IN" sz="2000" dirty="0">
                <a:solidFill>
                  <a:srgbClr val="C00000"/>
                </a:solidFill>
              </a:rPr>
              <a:t>The mechanism by which more-specific elements incorporate the structure and behavior of more-general elements - </a:t>
            </a:r>
            <a:r>
              <a:rPr lang="en-IN" sz="2000" dirty="0" err="1"/>
              <a:t>Booch</a:t>
            </a:r>
            <a:r>
              <a:rPr lang="en-IN" sz="2000" dirty="0"/>
              <a:t>, </a:t>
            </a:r>
            <a:r>
              <a:rPr lang="en-IN" sz="2000" dirty="0" err="1"/>
              <a:t>Rumbaugh</a:t>
            </a:r>
            <a:r>
              <a:rPr lang="en-IN" sz="2000" dirty="0"/>
              <a:t>, &amp; Jacobson, 2005</a:t>
            </a:r>
            <a:endParaRPr lang="en-IN" sz="2000" dirty="0">
              <a:solidFill>
                <a:srgbClr val="C00000"/>
              </a:solidFill>
            </a:endParaRPr>
          </a:p>
          <a:p>
            <a:pPr>
              <a:defRPr/>
            </a:pPr>
            <a:endParaRPr lang="en-IN" sz="2000" dirty="0"/>
          </a:p>
          <a:p>
            <a:pPr>
              <a:defRPr/>
            </a:pPr>
            <a:r>
              <a:rPr lang="en-IN" sz="2000" dirty="0"/>
              <a:t>Inheritance is one of the ways in object-oriented programming that makes reusability possible</a:t>
            </a:r>
          </a:p>
          <a:p>
            <a:pPr>
              <a:defRPr/>
            </a:pPr>
            <a:r>
              <a:rPr lang="en-IN" sz="2000" dirty="0"/>
              <a:t>Reusability means taking an existing class and using it in a new programming situation</a:t>
            </a:r>
          </a:p>
          <a:p>
            <a:pPr>
              <a:defRPr/>
            </a:pPr>
            <a:r>
              <a:rPr lang="en-IN" sz="2000" dirty="0"/>
              <a:t>By reusing classes, we can reduce the time and effort needed to develop a program, and make software more robust and reliable</a:t>
            </a:r>
          </a:p>
        </p:txBody>
      </p:sp>
      <p:sp>
        <p:nvSpPr>
          <p:cNvPr id="14340" name="Slide Number Placeholder 3">
            <a:extLst>
              <a:ext uri="{FF2B5EF4-FFF2-40B4-BE49-F238E27FC236}">
                <a16:creationId xmlns:a16="http://schemas.microsoft.com/office/drawing/2014/main" id="{56DD242A-4BBD-FC98-E36A-990BA20DFFA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C9A5443-7748-409C-B4D2-E53525524BE7}"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FA7B9A0B-60CE-9F71-EF27-278B6A88E4C6}"/>
              </a:ext>
            </a:extLst>
          </p:cNvPr>
          <p:cNvSpPr>
            <a:spLocks noGrp="1"/>
          </p:cNvSpPr>
          <p:nvPr>
            <p:ph type="title"/>
          </p:nvPr>
        </p:nvSpPr>
        <p:spPr/>
        <p:txBody>
          <a:bodyPr/>
          <a:lstStyle/>
          <a:p>
            <a:r>
              <a:rPr lang="en-US" altLang="en-US" sz="4400"/>
              <a:t>Inheritance</a:t>
            </a:r>
            <a:endParaRPr lang="en-IN" altLang="en-US" sz="4400"/>
          </a:p>
        </p:txBody>
      </p:sp>
      <p:sp>
        <p:nvSpPr>
          <p:cNvPr id="3" name="Content Placeholder 2">
            <a:extLst>
              <a:ext uri="{FF2B5EF4-FFF2-40B4-BE49-F238E27FC236}">
                <a16:creationId xmlns:a16="http://schemas.microsoft.com/office/drawing/2014/main" id="{72A36172-126A-DE55-E7B9-C66A0DAC96AC}"/>
              </a:ext>
            </a:extLst>
          </p:cNvPr>
          <p:cNvSpPr>
            <a:spLocks noGrp="1"/>
          </p:cNvSpPr>
          <p:nvPr>
            <p:ph idx="1"/>
          </p:nvPr>
        </p:nvSpPr>
        <p:spPr>
          <a:xfrm>
            <a:off x="457200" y="1066800"/>
            <a:ext cx="8229600" cy="4530725"/>
          </a:xfrm>
        </p:spPr>
        <p:txBody>
          <a:bodyPr/>
          <a:lstStyle/>
          <a:p>
            <a:pPr algn="just">
              <a:lnSpc>
                <a:spcPct val="112000"/>
              </a:lnSpc>
              <a:buClr>
                <a:schemeClr val="tx1"/>
              </a:buClr>
              <a:defRPr/>
            </a:pPr>
            <a:r>
              <a:rPr lang="en-US" sz="2000" dirty="0"/>
              <a:t>Inheritance is a process of one class acquiring the features of another class</a:t>
            </a:r>
          </a:p>
          <a:p>
            <a:pPr algn="just">
              <a:lnSpc>
                <a:spcPct val="112000"/>
              </a:lnSpc>
              <a:buClr>
                <a:schemeClr val="tx1"/>
              </a:buClr>
              <a:defRPr/>
            </a:pPr>
            <a:r>
              <a:rPr lang="en-US" sz="2000" dirty="0"/>
              <a:t>It is a way of creating new class(derived class) from the existing class(base class) providing the concept of  </a:t>
            </a:r>
            <a:r>
              <a:rPr lang="en-US" sz="2000" dirty="0">
                <a:solidFill>
                  <a:srgbClr val="C00000"/>
                </a:solidFill>
              </a:rPr>
              <a:t>reusability</a:t>
            </a:r>
          </a:p>
          <a:p>
            <a:pPr>
              <a:defRPr/>
            </a:pPr>
            <a:endParaRPr lang="en-IN" sz="2000" dirty="0"/>
          </a:p>
        </p:txBody>
      </p:sp>
      <p:sp>
        <p:nvSpPr>
          <p:cNvPr id="15364" name="Slide Number Placeholder 3">
            <a:extLst>
              <a:ext uri="{FF2B5EF4-FFF2-40B4-BE49-F238E27FC236}">
                <a16:creationId xmlns:a16="http://schemas.microsoft.com/office/drawing/2014/main" id="{C6391C17-2793-46A6-1946-A5F89354B2C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D5B8A26-200C-4CC3-8FDA-17BF13D061FE}"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15365" name="Rectangle 13">
            <a:extLst>
              <a:ext uri="{FF2B5EF4-FFF2-40B4-BE49-F238E27FC236}">
                <a16:creationId xmlns:a16="http://schemas.microsoft.com/office/drawing/2014/main" id="{EE47C216-752E-9AB3-D2BC-E1BC39C4A238}"/>
              </a:ext>
            </a:extLst>
          </p:cNvPr>
          <p:cNvSpPr>
            <a:spLocks noChangeArrowheads="1"/>
          </p:cNvSpPr>
          <p:nvPr/>
        </p:nvSpPr>
        <p:spPr bwMode="auto">
          <a:xfrm>
            <a:off x="4038600" y="2667000"/>
            <a:ext cx="1400175" cy="1447800"/>
          </a:xfrm>
          <a:prstGeom prst="rect">
            <a:avLst/>
          </a:prstGeom>
          <a:solidFill>
            <a:srgbClr val="FFFFFF"/>
          </a:solidFill>
          <a:ln w="9525">
            <a:solidFill>
              <a:srgbClr val="000000"/>
            </a:solidFill>
            <a:miter lim="800000"/>
            <a:headEnd/>
            <a:tailEnd/>
          </a:ln>
          <a:effectLst>
            <a:outerShdw dist="107763" dir="2700000" algn="ctr" rotWithShape="0">
              <a:srgbClr val="808080">
                <a:alpha val="50000"/>
              </a:srgbClr>
            </a:outerShdw>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b="1">
                <a:latin typeface="Times New Roman" panose="02020603050405020304" pitchFamily="18" charset="0"/>
              </a:rPr>
              <a:t>     Doctor</a:t>
            </a:r>
          </a:p>
          <a:p>
            <a:r>
              <a:rPr lang="en-US" altLang="en-US" sz="1400" b="1">
                <a:latin typeface="Times New Roman" panose="02020603050405020304" pitchFamily="18" charset="0"/>
              </a:rPr>
              <a:t>Name</a:t>
            </a:r>
          </a:p>
          <a:p>
            <a:r>
              <a:rPr lang="en-US" altLang="en-US" sz="1400" b="1">
                <a:latin typeface="Times New Roman" panose="02020603050405020304" pitchFamily="18" charset="0"/>
              </a:rPr>
              <a:t>Qualification</a:t>
            </a:r>
          </a:p>
          <a:p>
            <a:r>
              <a:rPr lang="en-US" altLang="en-US" sz="1400" b="1">
                <a:latin typeface="Times New Roman" panose="02020603050405020304" pitchFamily="18" charset="0"/>
              </a:rPr>
              <a:t>Operate</a:t>
            </a:r>
          </a:p>
          <a:p>
            <a:endParaRPr lang="en-US" altLang="en-US" sz="1400" b="1">
              <a:latin typeface="Times New Roman" panose="02020603050405020304" pitchFamily="18" charset="0"/>
            </a:endParaRPr>
          </a:p>
          <a:p>
            <a:endParaRPr lang="en-US" altLang="en-US" sz="1400" b="1">
              <a:latin typeface="Times New Roman" panose="02020603050405020304" pitchFamily="18" charset="0"/>
            </a:endParaRPr>
          </a:p>
        </p:txBody>
      </p:sp>
      <p:sp>
        <p:nvSpPr>
          <p:cNvPr id="15366" name="Rectangle 14">
            <a:extLst>
              <a:ext uri="{FF2B5EF4-FFF2-40B4-BE49-F238E27FC236}">
                <a16:creationId xmlns:a16="http://schemas.microsoft.com/office/drawing/2014/main" id="{515F476E-078A-7E9F-4011-E4B9FB78BD08}"/>
              </a:ext>
            </a:extLst>
          </p:cNvPr>
          <p:cNvSpPr>
            <a:spLocks noChangeArrowheads="1"/>
          </p:cNvSpPr>
          <p:nvPr/>
        </p:nvSpPr>
        <p:spPr bwMode="auto">
          <a:xfrm>
            <a:off x="5105400" y="4419600"/>
            <a:ext cx="1571625" cy="728663"/>
          </a:xfrm>
          <a:prstGeom prst="rect">
            <a:avLst/>
          </a:prstGeom>
          <a:solidFill>
            <a:srgbClr val="FFFFFF"/>
          </a:solidFill>
          <a:ln w="9525">
            <a:solidFill>
              <a:srgbClr val="000000"/>
            </a:solidFill>
            <a:miter lim="800000"/>
            <a:headEnd/>
            <a:tailEnd/>
          </a:ln>
          <a:effectLst>
            <a:outerShdw dist="107763" dir="2700000" algn="ctr" rotWithShape="0">
              <a:srgbClr val="808080">
                <a:alpha val="50000"/>
              </a:srgbClr>
            </a:outerShdw>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b="1">
                <a:latin typeface="Times New Roman" panose="02020603050405020304" pitchFamily="18" charset="0"/>
              </a:rPr>
              <a:t>Cardiologist</a:t>
            </a:r>
          </a:p>
          <a:p>
            <a:endParaRPr lang="en-US" altLang="en-US" sz="1400">
              <a:latin typeface="Times New Roman" panose="02020603050405020304" pitchFamily="18" charset="0"/>
            </a:endParaRPr>
          </a:p>
          <a:p>
            <a:r>
              <a:rPr lang="en-US" altLang="en-US" sz="1400" b="1">
                <a:latin typeface="Times New Roman" panose="02020603050405020304" pitchFamily="18" charset="0"/>
              </a:rPr>
              <a:t>  Heart Specialist</a:t>
            </a:r>
          </a:p>
        </p:txBody>
      </p:sp>
      <p:sp>
        <p:nvSpPr>
          <p:cNvPr id="15367" name="Rectangle 15">
            <a:extLst>
              <a:ext uri="{FF2B5EF4-FFF2-40B4-BE49-F238E27FC236}">
                <a16:creationId xmlns:a16="http://schemas.microsoft.com/office/drawing/2014/main" id="{F167F349-A136-E85C-778F-C7D7FFBFF173}"/>
              </a:ext>
            </a:extLst>
          </p:cNvPr>
          <p:cNvSpPr>
            <a:spLocks noChangeArrowheads="1"/>
          </p:cNvSpPr>
          <p:nvPr/>
        </p:nvSpPr>
        <p:spPr bwMode="auto">
          <a:xfrm>
            <a:off x="2667000" y="4419600"/>
            <a:ext cx="1433513" cy="712788"/>
          </a:xfrm>
          <a:prstGeom prst="rect">
            <a:avLst/>
          </a:prstGeom>
          <a:solidFill>
            <a:srgbClr val="FFFFFF"/>
          </a:solidFill>
          <a:ln w="9525">
            <a:solidFill>
              <a:srgbClr val="000000"/>
            </a:solidFill>
            <a:miter lim="800000"/>
            <a:headEnd/>
            <a:tailEnd/>
          </a:ln>
          <a:effectLst>
            <a:outerShdw dist="107763" dir="2700000" algn="ctr" rotWithShape="0">
              <a:srgbClr val="808080">
                <a:alpha val="50000"/>
              </a:srgbClr>
            </a:outerShdw>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400" b="1">
                <a:latin typeface="Times New Roman" panose="02020603050405020304" pitchFamily="18" charset="0"/>
              </a:rPr>
              <a:t>Dentist</a:t>
            </a:r>
          </a:p>
          <a:p>
            <a:endParaRPr lang="en-US" altLang="en-US" sz="1400">
              <a:latin typeface="Times New Roman" panose="02020603050405020304" pitchFamily="18" charset="0"/>
            </a:endParaRPr>
          </a:p>
          <a:p>
            <a:r>
              <a:rPr lang="en-US" altLang="en-US" sz="1400" b="1">
                <a:latin typeface="Times New Roman" panose="02020603050405020304" pitchFamily="18" charset="0"/>
              </a:rPr>
              <a:t>Tooth Specialist</a:t>
            </a:r>
          </a:p>
        </p:txBody>
      </p:sp>
      <p:sp>
        <p:nvSpPr>
          <p:cNvPr id="15368" name="Line 16">
            <a:extLst>
              <a:ext uri="{FF2B5EF4-FFF2-40B4-BE49-F238E27FC236}">
                <a16:creationId xmlns:a16="http://schemas.microsoft.com/office/drawing/2014/main" id="{7A24D238-5745-F557-24B2-E47C9B9FB8AF}"/>
              </a:ext>
            </a:extLst>
          </p:cNvPr>
          <p:cNvSpPr>
            <a:spLocks noChangeShapeType="1"/>
          </p:cNvSpPr>
          <p:nvPr/>
        </p:nvSpPr>
        <p:spPr bwMode="auto">
          <a:xfrm flipV="1">
            <a:off x="3581400" y="4114800"/>
            <a:ext cx="828675" cy="3063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69" name="Line 17">
            <a:extLst>
              <a:ext uri="{FF2B5EF4-FFF2-40B4-BE49-F238E27FC236}">
                <a16:creationId xmlns:a16="http://schemas.microsoft.com/office/drawing/2014/main" id="{D400ECCE-6E1F-35D8-CDB9-D03B256BDA75}"/>
              </a:ext>
            </a:extLst>
          </p:cNvPr>
          <p:cNvSpPr>
            <a:spLocks noChangeShapeType="1"/>
          </p:cNvSpPr>
          <p:nvPr/>
        </p:nvSpPr>
        <p:spPr bwMode="auto">
          <a:xfrm flipH="1" flipV="1">
            <a:off x="5029200" y="4114800"/>
            <a:ext cx="828675" cy="3063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70" name="AutoShape 18">
            <a:extLst>
              <a:ext uri="{FF2B5EF4-FFF2-40B4-BE49-F238E27FC236}">
                <a16:creationId xmlns:a16="http://schemas.microsoft.com/office/drawing/2014/main" id="{F4E395AE-A99C-EFEF-5B1B-76F3BCE31C85}"/>
              </a:ext>
            </a:extLst>
          </p:cNvPr>
          <p:cNvSpPr>
            <a:spLocks/>
          </p:cNvSpPr>
          <p:nvPr/>
        </p:nvSpPr>
        <p:spPr bwMode="auto">
          <a:xfrm rot="-5400000">
            <a:off x="4507706" y="4407694"/>
            <a:ext cx="509588" cy="2209800"/>
          </a:xfrm>
          <a:prstGeom prst="leftBrace">
            <a:avLst>
              <a:gd name="adj1" fmla="val 36137"/>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371" name="AutoShape 20">
            <a:extLst>
              <a:ext uri="{FF2B5EF4-FFF2-40B4-BE49-F238E27FC236}">
                <a16:creationId xmlns:a16="http://schemas.microsoft.com/office/drawing/2014/main" id="{DAA477CE-6BC0-95E0-A3DD-9CC5ED82C371}"/>
              </a:ext>
            </a:extLst>
          </p:cNvPr>
          <p:cNvSpPr>
            <a:spLocks noChangeArrowheads="1"/>
          </p:cNvSpPr>
          <p:nvPr/>
        </p:nvSpPr>
        <p:spPr bwMode="auto">
          <a:xfrm rot="10800000">
            <a:off x="3352800" y="3200400"/>
            <a:ext cx="552450" cy="203200"/>
          </a:xfrm>
          <a:prstGeom prst="rightArrow">
            <a:avLst>
              <a:gd name="adj1" fmla="val 50000"/>
              <a:gd name="adj2" fmla="val 67969"/>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372" name="Text Box 21">
            <a:extLst>
              <a:ext uri="{FF2B5EF4-FFF2-40B4-BE49-F238E27FC236}">
                <a16:creationId xmlns:a16="http://schemas.microsoft.com/office/drawing/2014/main" id="{52527961-7BA8-DCC0-C790-8EA6B3A689C6}"/>
              </a:ext>
            </a:extLst>
          </p:cNvPr>
          <p:cNvSpPr txBox="1">
            <a:spLocks noChangeArrowheads="1"/>
          </p:cNvSpPr>
          <p:nvPr/>
        </p:nvSpPr>
        <p:spPr bwMode="auto">
          <a:xfrm>
            <a:off x="758825" y="6330950"/>
            <a:ext cx="7772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en-US" sz="2000" b="1">
                <a:solidFill>
                  <a:srgbClr val="C00000"/>
                </a:solidFill>
              </a:rPr>
              <a:t>A Surgeon “is a” Doctor. A Doctor need not be a surgeon</a:t>
            </a:r>
          </a:p>
        </p:txBody>
      </p:sp>
      <p:sp>
        <p:nvSpPr>
          <p:cNvPr id="15373" name="TextBox 22">
            <a:extLst>
              <a:ext uri="{FF2B5EF4-FFF2-40B4-BE49-F238E27FC236}">
                <a16:creationId xmlns:a16="http://schemas.microsoft.com/office/drawing/2014/main" id="{FCB79446-0967-ADC3-ABAB-93C1D1BCBEAB}"/>
              </a:ext>
            </a:extLst>
          </p:cNvPr>
          <p:cNvSpPr txBox="1">
            <a:spLocks noChangeArrowheads="1"/>
          </p:cNvSpPr>
          <p:nvPr/>
        </p:nvSpPr>
        <p:spPr bwMode="auto">
          <a:xfrm>
            <a:off x="1981200" y="3124200"/>
            <a:ext cx="1524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solidFill>
                  <a:srgbClr val="C00000"/>
                </a:solidFill>
              </a:rPr>
              <a:t>Base Class</a:t>
            </a:r>
          </a:p>
        </p:txBody>
      </p:sp>
      <p:sp>
        <p:nvSpPr>
          <p:cNvPr id="15374" name="TextBox 23">
            <a:extLst>
              <a:ext uri="{FF2B5EF4-FFF2-40B4-BE49-F238E27FC236}">
                <a16:creationId xmlns:a16="http://schemas.microsoft.com/office/drawing/2014/main" id="{C8459E40-C21F-F8FF-0891-B4B40FA2C16E}"/>
              </a:ext>
            </a:extLst>
          </p:cNvPr>
          <p:cNvSpPr txBox="1">
            <a:spLocks noChangeArrowheads="1"/>
          </p:cNvSpPr>
          <p:nvPr/>
        </p:nvSpPr>
        <p:spPr bwMode="auto">
          <a:xfrm>
            <a:off x="3962400" y="5781675"/>
            <a:ext cx="17795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solidFill>
                  <a:srgbClr val="C00000"/>
                </a:solidFill>
              </a:rPr>
              <a:t>Derived Class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E12EF480-4E6D-40AB-F2FA-C33DCF62B982}"/>
              </a:ext>
            </a:extLst>
          </p:cNvPr>
          <p:cNvSpPr>
            <a:spLocks noGrp="1"/>
          </p:cNvSpPr>
          <p:nvPr>
            <p:ph type="title"/>
          </p:nvPr>
        </p:nvSpPr>
        <p:spPr/>
        <p:txBody>
          <a:bodyPr/>
          <a:lstStyle/>
          <a:p>
            <a:r>
              <a:rPr lang="en-US" altLang="en-US" sz="4400"/>
              <a:t>Inheritance</a:t>
            </a:r>
            <a:endParaRPr lang="en-IN" altLang="en-US" sz="4400"/>
          </a:p>
        </p:txBody>
      </p:sp>
      <p:sp>
        <p:nvSpPr>
          <p:cNvPr id="3" name="Content Placeholder 2">
            <a:extLst>
              <a:ext uri="{FF2B5EF4-FFF2-40B4-BE49-F238E27FC236}">
                <a16:creationId xmlns:a16="http://schemas.microsoft.com/office/drawing/2014/main" id="{4828E68E-7330-2D5D-26C7-7489C0383332}"/>
              </a:ext>
            </a:extLst>
          </p:cNvPr>
          <p:cNvSpPr>
            <a:spLocks noGrp="1"/>
          </p:cNvSpPr>
          <p:nvPr>
            <p:ph idx="1"/>
          </p:nvPr>
        </p:nvSpPr>
        <p:spPr/>
        <p:txBody>
          <a:bodyPr/>
          <a:lstStyle/>
          <a:p>
            <a:pPr eaLnBrk="1" hangingPunct="1">
              <a:lnSpc>
                <a:spcPct val="112000"/>
              </a:lnSpc>
              <a:defRPr/>
            </a:pPr>
            <a:r>
              <a:rPr lang="en-US" sz="2000" dirty="0"/>
              <a:t>By using the concepts of inheritance, it is possible to create a new class from an existing one and add new features to it </a:t>
            </a:r>
          </a:p>
          <a:p>
            <a:pPr eaLnBrk="1" hangingPunct="1">
              <a:lnSpc>
                <a:spcPct val="112000"/>
              </a:lnSpc>
              <a:defRPr/>
            </a:pPr>
            <a:r>
              <a:rPr lang="en-US" sz="2000" dirty="0"/>
              <a:t>The class being refined is called the </a:t>
            </a:r>
            <a:r>
              <a:rPr lang="en-US" sz="2000" dirty="0">
                <a:solidFill>
                  <a:srgbClr val="C00000"/>
                </a:solidFill>
              </a:rPr>
              <a:t>superclass</a:t>
            </a:r>
            <a:r>
              <a:rPr lang="en-US" sz="2000" dirty="0"/>
              <a:t> or </a:t>
            </a:r>
            <a:r>
              <a:rPr lang="en-US" sz="2000" dirty="0">
                <a:solidFill>
                  <a:srgbClr val="C00000"/>
                </a:solidFill>
              </a:rPr>
              <a:t>base class </a:t>
            </a:r>
            <a:r>
              <a:rPr lang="en-US" sz="2000" dirty="0"/>
              <a:t>and each refined version is called a </a:t>
            </a:r>
            <a:r>
              <a:rPr lang="en-US" sz="2000" dirty="0">
                <a:solidFill>
                  <a:srgbClr val="C00000"/>
                </a:solidFill>
              </a:rPr>
              <a:t>subclass</a:t>
            </a:r>
            <a:r>
              <a:rPr lang="en-US" sz="2000" dirty="0"/>
              <a:t> or </a:t>
            </a:r>
            <a:r>
              <a:rPr lang="en-US" sz="2000" dirty="0">
                <a:solidFill>
                  <a:srgbClr val="C00000"/>
                </a:solidFill>
              </a:rPr>
              <a:t>derived class</a:t>
            </a:r>
            <a:r>
              <a:rPr lang="en-US" sz="2000" dirty="0">
                <a:solidFill>
                  <a:srgbClr val="9933FF"/>
                </a:solidFill>
              </a:rPr>
              <a:t>.</a:t>
            </a:r>
            <a:r>
              <a:rPr lang="en-US" sz="2000" dirty="0"/>
              <a:t> </a:t>
            </a:r>
          </a:p>
          <a:p>
            <a:pPr eaLnBrk="1" hangingPunct="1">
              <a:lnSpc>
                <a:spcPct val="112000"/>
              </a:lnSpc>
              <a:defRPr/>
            </a:pPr>
            <a:r>
              <a:rPr lang="en-US" sz="2000" dirty="0"/>
              <a:t>Semantically, inheritance denotes an </a:t>
            </a:r>
            <a:r>
              <a:rPr lang="en-US" sz="2000" dirty="0">
                <a:solidFill>
                  <a:srgbClr val="C00000"/>
                </a:solidFill>
              </a:rPr>
              <a:t>“</a:t>
            </a:r>
            <a:r>
              <a:rPr lang="en-US" sz="2000" i="1" dirty="0">
                <a:solidFill>
                  <a:srgbClr val="C00000"/>
                </a:solidFill>
              </a:rPr>
              <a:t>is-a</a:t>
            </a:r>
            <a:r>
              <a:rPr lang="en-US" sz="2000" dirty="0">
                <a:solidFill>
                  <a:srgbClr val="C00000"/>
                </a:solidFill>
              </a:rPr>
              <a:t>” </a:t>
            </a:r>
            <a:r>
              <a:rPr lang="en-US" sz="2000" dirty="0"/>
              <a:t>relationship between a class and one or more refined version of it</a:t>
            </a:r>
          </a:p>
          <a:p>
            <a:pPr eaLnBrk="1" hangingPunct="1">
              <a:lnSpc>
                <a:spcPct val="112000"/>
              </a:lnSpc>
              <a:defRPr/>
            </a:pPr>
            <a:endParaRPr lang="en-US" sz="2000" dirty="0"/>
          </a:p>
          <a:p>
            <a:pPr eaLnBrk="1" hangingPunct="1">
              <a:lnSpc>
                <a:spcPct val="112000"/>
              </a:lnSpc>
              <a:defRPr/>
            </a:pPr>
            <a:r>
              <a:rPr lang="en-US" sz="2000" dirty="0"/>
              <a:t>Attributes and operations common to a group of subclasses are attached to the superclass and shared by each subclass providing the mechanism for class level </a:t>
            </a:r>
            <a:r>
              <a:rPr lang="en-US" sz="2000" dirty="0">
                <a:solidFill>
                  <a:srgbClr val="C00000"/>
                </a:solidFill>
              </a:rPr>
              <a:t>Reusability</a:t>
            </a:r>
            <a:endParaRPr lang="en-IN" sz="2000" dirty="0">
              <a:solidFill>
                <a:srgbClr val="C00000"/>
              </a:solidFill>
            </a:endParaRPr>
          </a:p>
        </p:txBody>
      </p:sp>
      <p:sp>
        <p:nvSpPr>
          <p:cNvPr id="16388" name="Slide Number Placeholder 3">
            <a:extLst>
              <a:ext uri="{FF2B5EF4-FFF2-40B4-BE49-F238E27FC236}">
                <a16:creationId xmlns:a16="http://schemas.microsoft.com/office/drawing/2014/main" id="{2B2CC142-6B16-AF21-6414-D30DBED145D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12F222A-6167-4A89-A585-3B0857384833}"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BEB3FAFD-A3C9-6B84-B43C-BD5EFE0A50CF}"/>
              </a:ext>
            </a:extLst>
          </p:cNvPr>
          <p:cNvSpPr>
            <a:spLocks noGrp="1"/>
          </p:cNvSpPr>
          <p:nvPr>
            <p:ph type="title"/>
          </p:nvPr>
        </p:nvSpPr>
        <p:spPr/>
        <p:txBody>
          <a:bodyPr/>
          <a:lstStyle/>
          <a:p>
            <a:r>
              <a:rPr lang="en-US" altLang="en-US" sz="4400"/>
              <a:t>Inheritance</a:t>
            </a:r>
            <a:endParaRPr lang="en-IN" altLang="en-US" sz="4400"/>
          </a:p>
        </p:txBody>
      </p:sp>
      <p:sp>
        <p:nvSpPr>
          <p:cNvPr id="17411" name="Slide Number Placeholder 3">
            <a:extLst>
              <a:ext uri="{FF2B5EF4-FFF2-40B4-BE49-F238E27FC236}">
                <a16:creationId xmlns:a16="http://schemas.microsoft.com/office/drawing/2014/main" id="{9A5E628F-0312-DFE6-8452-BE0B44AF303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771F30B-2DC4-40AC-9E80-E8D9129DB15E}"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5" name="Rectangle 3">
            <a:extLst>
              <a:ext uri="{FF2B5EF4-FFF2-40B4-BE49-F238E27FC236}">
                <a16:creationId xmlns:a16="http://schemas.microsoft.com/office/drawing/2014/main" id="{56E91DD2-D5E5-AB04-E614-F0B73ACC6967}"/>
              </a:ext>
            </a:extLst>
          </p:cNvPr>
          <p:cNvSpPr>
            <a:spLocks noChangeArrowheads="1"/>
          </p:cNvSpPr>
          <p:nvPr/>
        </p:nvSpPr>
        <p:spPr bwMode="auto">
          <a:xfrm>
            <a:off x="228600" y="3657600"/>
            <a:ext cx="2362200" cy="1600200"/>
          </a:xfrm>
          <a:prstGeom prst="rect">
            <a:avLst/>
          </a:prstGeom>
          <a:noFill/>
          <a:ln w="9525">
            <a:solidFill>
              <a:schemeClr val="tx1"/>
            </a:solidFill>
            <a:miter lim="800000"/>
            <a:headEnd/>
            <a:tailEnd/>
          </a:ln>
          <a:effectLst>
            <a:prstShdw prst="shdw18" dist="17961" dir="13500000">
              <a:schemeClr val="tx1">
                <a:gamma/>
                <a:shade val="60000"/>
                <a:invGamma/>
              </a:schemeClr>
            </a:prstShdw>
          </a:effectLst>
        </p:spPr>
        <p:txBody>
          <a:bodyPr wrap="none" anchor="ctr"/>
          <a:lstStyle/>
          <a:p>
            <a:pPr algn="ctr" eaLnBrk="0" hangingPunct="0">
              <a:defRPr/>
            </a:pPr>
            <a:r>
              <a:rPr lang="en-US">
                <a:latin typeface="Times New Roman" pitchFamily="18" charset="0"/>
              </a:rPr>
              <a:t> </a:t>
            </a:r>
            <a:r>
              <a:rPr lang="en-US" sz="2000">
                <a:latin typeface="Arial" charset="0"/>
              </a:rPr>
              <a:t>Student</a:t>
            </a:r>
          </a:p>
          <a:p>
            <a:pPr algn="ctr" eaLnBrk="0" hangingPunct="0">
              <a:defRPr/>
            </a:pPr>
            <a:endParaRPr lang="en-US" sz="2000">
              <a:latin typeface="Arial" charset="0"/>
            </a:endParaRPr>
          </a:p>
          <a:p>
            <a:pPr algn="ctr" eaLnBrk="0" hangingPunct="0">
              <a:defRPr/>
            </a:pPr>
            <a:r>
              <a:rPr lang="en-US" sz="2000">
                <a:latin typeface="Arial" charset="0"/>
              </a:rPr>
              <a:t>Reg.No.</a:t>
            </a:r>
          </a:p>
          <a:p>
            <a:pPr algn="ctr" eaLnBrk="0" hangingPunct="0">
              <a:defRPr/>
            </a:pPr>
            <a:r>
              <a:rPr lang="en-US" sz="2000">
                <a:latin typeface="Arial" charset="0"/>
              </a:rPr>
              <a:t> Course</a:t>
            </a:r>
          </a:p>
          <a:p>
            <a:pPr algn="ctr" eaLnBrk="0" hangingPunct="0">
              <a:defRPr/>
            </a:pPr>
            <a:r>
              <a:rPr lang="en-US" sz="2000">
                <a:latin typeface="Arial" charset="0"/>
              </a:rPr>
              <a:t>Marks</a:t>
            </a:r>
          </a:p>
        </p:txBody>
      </p:sp>
      <p:sp>
        <p:nvSpPr>
          <p:cNvPr id="6" name="Rectangle 4">
            <a:extLst>
              <a:ext uri="{FF2B5EF4-FFF2-40B4-BE49-F238E27FC236}">
                <a16:creationId xmlns:a16="http://schemas.microsoft.com/office/drawing/2014/main" id="{0CA5C52B-A893-B55B-ED88-97465E1D0F4A}"/>
              </a:ext>
            </a:extLst>
          </p:cNvPr>
          <p:cNvSpPr>
            <a:spLocks noChangeArrowheads="1"/>
          </p:cNvSpPr>
          <p:nvPr/>
        </p:nvSpPr>
        <p:spPr bwMode="auto">
          <a:xfrm>
            <a:off x="3886200" y="3657600"/>
            <a:ext cx="2362200" cy="1600200"/>
          </a:xfrm>
          <a:prstGeom prst="rect">
            <a:avLst/>
          </a:prstGeom>
          <a:noFill/>
          <a:ln w="9525">
            <a:solidFill>
              <a:schemeClr val="tx1"/>
            </a:solidFill>
            <a:miter lim="800000"/>
            <a:headEnd/>
            <a:tailEnd/>
          </a:ln>
          <a:effectLst>
            <a:prstShdw prst="shdw18" dist="17961" dir="13500000">
              <a:schemeClr val="tx1">
                <a:gamma/>
                <a:shade val="60000"/>
                <a:invGamma/>
              </a:schemeClr>
            </a:prstShdw>
          </a:effectLst>
        </p:spPr>
        <p:txBody>
          <a:bodyPr wrap="none" anchor="ctr"/>
          <a:lstStyle/>
          <a:p>
            <a:pPr algn="ctr" eaLnBrk="0" hangingPunct="0">
              <a:defRPr/>
            </a:pPr>
            <a:r>
              <a:rPr lang="en-US">
                <a:latin typeface="Times New Roman" pitchFamily="18" charset="0"/>
              </a:rPr>
              <a:t> </a:t>
            </a:r>
            <a:r>
              <a:rPr lang="en-US" sz="2000">
                <a:latin typeface="Arial" charset="0"/>
              </a:rPr>
              <a:t>Teaching Staff</a:t>
            </a:r>
          </a:p>
          <a:p>
            <a:pPr algn="ctr" eaLnBrk="0" hangingPunct="0">
              <a:defRPr/>
            </a:pPr>
            <a:endParaRPr lang="en-US" sz="2000">
              <a:latin typeface="Arial" charset="0"/>
            </a:endParaRPr>
          </a:p>
          <a:p>
            <a:pPr algn="ctr" eaLnBrk="0" hangingPunct="0">
              <a:defRPr/>
            </a:pPr>
            <a:r>
              <a:rPr lang="en-US" sz="2000">
                <a:latin typeface="Arial" charset="0"/>
              </a:rPr>
              <a:t>Edn.Qual.</a:t>
            </a:r>
          </a:p>
          <a:p>
            <a:pPr algn="ctr" eaLnBrk="0" hangingPunct="0">
              <a:defRPr/>
            </a:pPr>
            <a:r>
              <a:rPr lang="en-US" sz="2000">
                <a:latin typeface="Arial" charset="0"/>
              </a:rPr>
              <a:t>Designation</a:t>
            </a:r>
          </a:p>
          <a:p>
            <a:pPr algn="ctr" eaLnBrk="0" hangingPunct="0">
              <a:defRPr/>
            </a:pPr>
            <a:r>
              <a:rPr lang="en-US" sz="2000">
                <a:latin typeface="Arial" charset="0"/>
              </a:rPr>
              <a:t>Specialization</a:t>
            </a:r>
          </a:p>
        </p:txBody>
      </p:sp>
      <p:grpSp>
        <p:nvGrpSpPr>
          <p:cNvPr id="17414" name="Group 5">
            <a:extLst>
              <a:ext uri="{FF2B5EF4-FFF2-40B4-BE49-F238E27FC236}">
                <a16:creationId xmlns:a16="http://schemas.microsoft.com/office/drawing/2014/main" id="{17704350-B9A0-09EC-796D-1F678CDAA827}"/>
              </a:ext>
            </a:extLst>
          </p:cNvPr>
          <p:cNvGrpSpPr>
            <a:grpSpLocks/>
          </p:cNvGrpSpPr>
          <p:nvPr/>
        </p:nvGrpSpPr>
        <p:grpSpPr bwMode="auto">
          <a:xfrm>
            <a:off x="2057400" y="1295400"/>
            <a:ext cx="2362200" cy="1600200"/>
            <a:chOff x="1296" y="1152"/>
            <a:chExt cx="1488" cy="1008"/>
          </a:xfrm>
        </p:grpSpPr>
        <p:sp>
          <p:nvSpPr>
            <p:cNvPr id="8" name="Rectangle 6">
              <a:extLst>
                <a:ext uri="{FF2B5EF4-FFF2-40B4-BE49-F238E27FC236}">
                  <a16:creationId xmlns:a16="http://schemas.microsoft.com/office/drawing/2014/main" id="{5CF5D885-2300-0B68-7CF4-7D156ABC4F0C}"/>
                </a:ext>
              </a:extLst>
            </p:cNvPr>
            <p:cNvSpPr>
              <a:spLocks noChangeArrowheads="1"/>
            </p:cNvSpPr>
            <p:nvPr/>
          </p:nvSpPr>
          <p:spPr bwMode="auto">
            <a:xfrm>
              <a:off x="1296" y="1152"/>
              <a:ext cx="1488" cy="1008"/>
            </a:xfrm>
            <a:prstGeom prst="rect">
              <a:avLst/>
            </a:prstGeom>
            <a:noFill/>
            <a:ln w="9525">
              <a:solidFill>
                <a:schemeClr val="tx1"/>
              </a:solidFill>
              <a:miter lim="800000"/>
              <a:headEnd/>
              <a:tailEnd/>
            </a:ln>
            <a:effectLst>
              <a:prstShdw prst="shdw18" dist="17961" dir="13500000">
                <a:schemeClr val="tx1">
                  <a:gamma/>
                  <a:shade val="60000"/>
                  <a:invGamma/>
                </a:schemeClr>
              </a:prstShdw>
            </a:effectLst>
          </p:spPr>
          <p:txBody>
            <a:bodyPr wrap="none" anchor="ctr"/>
            <a:lstStyle/>
            <a:p>
              <a:pPr algn="ctr" eaLnBrk="0" hangingPunct="0">
                <a:defRPr/>
              </a:pPr>
              <a:r>
                <a:rPr lang="en-US" dirty="0">
                  <a:latin typeface="Times New Roman" pitchFamily="18" charset="0"/>
                </a:rPr>
                <a:t> </a:t>
              </a:r>
              <a:r>
                <a:rPr lang="en-US" sz="2000" dirty="0">
                  <a:latin typeface="Arial" charset="0"/>
                </a:rPr>
                <a:t>Person</a:t>
              </a:r>
            </a:p>
            <a:p>
              <a:pPr algn="ctr" eaLnBrk="0" hangingPunct="0">
                <a:defRPr/>
              </a:pPr>
              <a:endParaRPr lang="en-US" sz="2000" dirty="0">
                <a:latin typeface="Arial" charset="0"/>
              </a:endParaRPr>
            </a:p>
            <a:p>
              <a:pPr algn="ctr" eaLnBrk="0" hangingPunct="0">
                <a:defRPr/>
              </a:pPr>
              <a:r>
                <a:rPr lang="en-US" sz="2000" dirty="0">
                  <a:latin typeface="Arial" charset="0"/>
                </a:rPr>
                <a:t>Name</a:t>
              </a:r>
            </a:p>
            <a:p>
              <a:pPr algn="ctr" eaLnBrk="0" hangingPunct="0">
                <a:defRPr/>
              </a:pPr>
              <a:r>
                <a:rPr lang="en-US" sz="2000" dirty="0">
                  <a:latin typeface="Arial" charset="0"/>
                </a:rPr>
                <a:t>Sex</a:t>
              </a:r>
            </a:p>
            <a:p>
              <a:pPr algn="ctr" eaLnBrk="0" hangingPunct="0">
                <a:defRPr/>
              </a:pPr>
              <a:r>
                <a:rPr lang="en-US" sz="2000" dirty="0">
                  <a:latin typeface="Arial" charset="0"/>
                </a:rPr>
                <a:t>Age </a:t>
              </a:r>
            </a:p>
          </p:txBody>
        </p:sp>
        <p:sp>
          <p:nvSpPr>
            <p:cNvPr id="17422" name="Line 7">
              <a:extLst>
                <a:ext uri="{FF2B5EF4-FFF2-40B4-BE49-F238E27FC236}">
                  <a16:creationId xmlns:a16="http://schemas.microsoft.com/office/drawing/2014/main" id="{F3233661-EAF3-4064-E4A7-115B88D92336}"/>
                </a:ext>
              </a:extLst>
            </p:cNvPr>
            <p:cNvSpPr>
              <a:spLocks noChangeShapeType="1"/>
            </p:cNvSpPr>
            <p:nvPr/>
          </p:nvSpPr>
          <p:spPr bwMode="auto">
            <a:xfrm>
              <a:off x="1296" y="1488"/>
              <a:ext cx="14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grpSp>
      <p:sp>
        <p:nvSpPr>
          <p:cNvPr id="17415" name="Line 8">
            <a:extLst>
              <a:ext uri="{FF2B5EF4-FFF2-40B4-BE49-F238E27FC236}">
                <a16:creationId xmlns:a16="http://schemas.microsoft.com/office/drawing/2014/main" id="{3EDEAB77-563C-1E0D-359E-C7F920D46E7F}"/>
              </a:ext>
            </a:extLst>
          </p:cNvPr>
          <p:cNvSpPr>
            <a:spLocks noChangeShapeType="1"/>
          </p:cNvSpPr>
          <p:nvPr/>
        </p:nvSpPr>
        <p:spPr bwMode="auto">
          <a:xfrm>
            <a:off x="228600" y="4191000"/>
            <a:ext cx="2362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17416" name="Line 9">
            <a:extLst>
              <a:ext uri="{FF2B5EF4-FFF2-40B4-BE49-F238E27FC236}">
                <a16:creationId xmlns:a16="http://schemas.microsoft.com/office/drawing/2014/main" id="{9E36F8E2-5E15-9911-DA44-ECA3C831726C}"/>
              </a:ext>
            </a:extLst>
          </p:cNvPr>
          <p:cNvSpPr>
            <a:spLocks noChangeShapeType="1"/>
          </p:cNvSpPr>
          <p:nvPr/>
        </p:nvSpPr>
        <p:spPr bwMode="auto">
          <a:xfrm>
            <a:off x="3886200" y="4191000"/>
            <a:ext cx="2362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17417" name="Rectangle 15">
            <a:extLst>
              <a:ext uri="{FF2B5EF4-FFF2-40B4-BE49-F238E27FC236}">
                <a16:creationId xmlns:a16="http://schemas.microsoft.com/office/drawing/2014/main" id="{75DDFA9C-8E86-71D0-2176-75B3EA8951FD}"/>
              </a:ext>
            </a:extLst>
          </p:cNvPr>
          <p:cNvSpPr>
            <a:spLocks noChangeArrowheads="1"/>
          </p:cNvSpPr>
          <p:nvPr/>
        </p:nvSpPr>
        <p:spPr bwMode="auto">
          <a:xfrm>
            <a:off x="-685800" y="5391150"/>
            <a:ext cx="8534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a:t>“Person” is a </a:t>
            </a:r>
            <a:r>
              <a:rPr lang="en-US" altLang="en-US" sz="2000">
                <a:solidFill>
                  <a:srgbClr val="990000"/>
                </a:solidFill>
              </a:rPr>
              <a:t>generalization</a:t>
            </a:r>
            <a:r>
              <a:rPr lang="en-US" altLang="en-US" sz="2000"/>
              <a:t> of  “Student” </a:t>
            </a:r>
          </a:p>
          <a:p>
            <a:pPr algn="ctr" eaLnBrk="1" hangingPunct="1"/>
            <a:r>
              <a:rPr lang="en-US" altLang="en-US" sz="2000"/>
              <a:t> “Student” is a </a:t>
            </a:r>
            <a:r>
              <a:rPr lang="en-US" altLang="en-US" sz="2000">
                <a:solidFill>
                  <a:srgbClr val="990000"/>
                </a:solidFill>
              </a:rPr>
              <a:t>specialization</a:t>
            </a:r>
            <a:r>
              <a:rPr lang="en-US" altLang="en-US" sz="2000"/>
              <a:t> of “Person”</a:t>
            </a:r>
          </a:p>
        </p:txBody>
      </p:sp>
      <p:cxnSp>
        <p:nvCxnSpPr>
          <p:cNvPr id="14" name="Straight Arrow Connector 13">
            <a:extLst>
              <a:ext uri="{FF2B5EF4-FFF2-40B4-BE49-F238E27FC236}">
                <a16:creationId xmlns:a16="http://schemas.microsoft.com/office/drawing/2014/main" id="{0203E7B9-54B2-7702-AE09-EA34F64EEDC2}"/>
              </a:ext>
            </a:extLst>
          </p:cNvPr>
          <p:cNvCxnSpPr>
            <a:stCxn id="5" idx="0"/>
            <a:endCxn id="8" idx="2"/>
          </p:cNvCxnSpPr>
          <p:nvPr/>
        </p:nvCxnSpPr>
        <p:spPr>
          <a:xfrm flipV="1">
            <a:off x="1409700" y="2895600"/>
            <a:ext cx="1828800" cy="7620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372F0D9-41C3-51D0-3ECF-ACCF9988FBF4}"/>
              </a:ext>
            </a:extLst>
          </p:cNvPr>
          <p:cNvCxnSpPr>
            <a:stCxn id="6" idx="0"/>
          </p:cNvCxnSpPr>
          <p:nvPr/>
        </p:nvCxnSpPr>
        <p:spPr>
          <a:xfrm flipH="1" flipV="1">
            <a:off x="3352800" y="2895600"/>
            <a:ext cx="1714500" cy="76200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pic>
        <p:nvPicPr>
          <p:cNvPr id="17420" name="Picture 2">
            <a:extLst>
              <a:ext uri="{FF2B5EF4-FFF2-40B4-BE49-F238E27FC236}">
                <a16:creationId xmlns:a16="http://schemas.microsoft.com/office/drawing/2014/main" id="{B2EB9ED3-3731-7530-32CB-4283CD4AAC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5900" y="1000125"/>
            <a:ext cx="3800475" cy="227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a:extLst>
              <a:ext uri="{FF2B5EF4-FFF2-40B4-BE49-F238E27FC236}">
                <a16:creationId xmlns:a16="http://schemas.microsoft.com/office/drawing/2014/main" id="{85A6A4BE-353D-E4CE-CAA0-774E33677E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4188" y="2216150"/>
            <a:ext cx="3543300" cy="212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35" name="Title 1">
            <a:extLst>
              <a:ext uri="{FF2B5EF4-FFF2-40B4-BE49-F238E27FC236}">
                <a16:creationId xmlns:a16="http://schemas.microsoft.com/office/drawing/2014/main" id="{D496E1A8-F22E-21A0-33D1-7F72DADF827D}"/>
              </a:ext>
            </a:extLst>
          </p:cNvPr>
          <p:cNvSpPr>
            <a:spLocks noGrp="1"/>
          </p:cNvSpPr>
          <p:nvPr>
            <p:ph type="title"/>
          </p:nvPr>
        </p:nvSpPr>
        <p:spPr/>
        <p:txBody>
          <a:bodyPr/>
          <a:lstStyle/>
          <a:p>
            <a:r>
              <a:rPr lang="en-IN" altLang="en-US"/>
              <a:t>Inheritance and the “is a” Relationship</a:t>
            </a:r>
          </a:p>
        </p:txBody>
      </p:sp>
      <p:sp>
        <p:nvSpPr>
          <p:cNvPr id="3" name="Content Placeholder 2">
            <a:extLst>
              <a:ext uri="{FF2B5EF4-FFF2-40B4-BE49-F238E27FC236}">
                <a16:creationId xmlns:a16="http://schemas.microsoft.com/office/drawing/2014/main" id="{658834E4-6CD3-74A4-CB90-5A7ED0B85247}"/>
              </a:ext>
            </a:extLst>
          </p:cNvPr>
          <p:cNvSpPr>
            <a:spLocks noGrp="1"/>
          </p:cNvSpPr>
          <p:nvPr>
            <p:ph idx="1"/>
          </p:nvPr>
        </p:nvSpPr>
        <p:spPr>
          <a:xfrm>
            <a:off x="457200" y="1524000"/>
            <a:ext cx="8229600" cy="4530725"/>
          </a:xfrm>
        </p:spPr>
        <p:txBody>
          <a:bodyPr/>
          <a:lstStyle/>
          <a:p>
            <a:pPr>
              <a:defRPr/>
            </a:pPr>
            <a:r>
              <a:rPr lang="en-IN" sz="2000" dirty="0"/>
              <a:t>When one object is a specialized version of another object, there is an “is a” relationship between them</a:t>
            </a:r>
          </a:p>
          <a:p>
            <a:pPr>
              <a:defRPr/>
            </a:pPr>
            <a:r>
              <a:rPr lang="en-IN" sz="2000" dirty="0"/>
              <a:t>For example, a grasshopper is an insect</a:t>
            </a:r>
          </a:p>
          <a:p>
            <a:pPr>
              <a:defRPr/>
            </a:pPr>
            <a:r>
              <a:rPr lang="en-IN" sz="2000" dirty="0"/>
              <a:t>A few other examples of the “is a” relationship</a:t>
            </a:r>
          </a:p>
          <a:p>
            <a:pPr lvl="1">
              <a:defRPr/>
            </a:pPr>
            <a:r>
              <a:rPr lang="en-IN" sz="1800" dirty="0"/>
              <a:t>A poodle is a dog</a:t>
            </a:r>
          </a:p>
          <a:p>
            <a:pPr lvl="1">
              <a:defRPr/>
            </a:pPr>
            <a:r>
              <a:rPr lang="en-IN" sz="1800" dirty="0"/>
              <a:t>A car is a vehicle</a:t>
            </a:r>
          </a:p>
          <a:p>
            <a:pPr lvl="1">
              <a:defRPr/>
            </a:pPr>
            <a:r>
              <a:rPr lang="en-IN" sz="1800" dirty="0"/>
              <a:t>A tree is a plant</a:t>
            </a:r>
          </a:p>
          <a:p>
            <a:pPr lvl="1">
              <a:defRPr/>
            </a:pPr>
            <a:r>
              <a:rPr lang="en-IN" sz="1800" dirty="0"/>
              <a:t>A rectangle is a shape</a:t>
            </a:r>
          </a:p>
          <a:p>
            <a:pPr lvl="1">
              <a:defRPr/>
            </a:pPr>
            <a:r>
              <a:rPr lang="en-IN" sz="1800" dirty="0"/>
              <a:t>A football player is an athlete</a:t>
            </a:r>
          </a:p>
          <a:p>
            <a:pPr>
              <a:defRPr/>
            </a:pPr>
            <a:r>
              <a:rPr lang="en-IN" sz="2000" dirty="0"/>
              <a:t>When an “is a” relationship exists between classes, it means that the specialized class has all of the characteristics of the general class, plus additional characteristics that make it special</a:t>
            </a:r>
          </a:p>
          <a:p>
            <a:pPr>
              <a:defRPr/>
            </a:pPr>
            <a:r>
              <a:rPr lang="en-IN" sz="2000" dirty="0"/>
              <a:t>In object-oriented programming, inheritance is used to create an “is a” relationship between classes</a:t>
            </a:r>
          </a:p>
        </p:txBody>
      </p:sp>
      <p:sp>
        <p:nvSpPr>
          <p:cNvPr id="18437" name="Slide Number Placeholder 3">
            <a:extLst>
              <a:ext uri="{FF2B5EF4-FFF2-40B4-BE49-F238E27FC236}">
                <a16:creationId xmlns:a16="http://schemas.microsoft.com/office/drawing/2014/main" id="{F3FCC51A-24A0-33C6-4A82-0EBC297CFF0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A6196F3-F211-4772-9F7A-EE8D16EF060C}"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D639E278-F5FC-0B22-AB54-532BD2826546}"/>
              </a:ext>
            </a:extLst>
          </p:cNvPr>
          <p:cNvSpPr>
            <a:spLocks noGrp="1"/>
          </p:cNvSpPr>
          <p:nvPr>
            <p:ph type="title"/>
          </p:nvPr>
        </p:nvSpPr>
        <p:spPr>
          <a:xfrm>
            <a:off x="457200" y="76200"/>
            <a:ext cx="8229600" cy="1139825"/>
          </a:xfrm>
        </p:spPr>
        <p:txBody>
          <a:bodyPr/>
          <a:lstStyle/>
          <a:p>
            <a:r>
              <a:rPr lang="en-IN" altLang="en-US"/>
              <a:t>Inheritance Characteristics</a:t>
            </a:r>
            <a:br>
              <a:rPr lang="en-IN" altLang="en-US"/>
            </a:br>
            <a:endParaRPr lang="en-IN" altLang="en-US"/>
          </a:p>
        </p:txBody>
      </p:sp>
      <p:sp>
        <p:nvSpPr>
          <p:cNvPr id="3" name="Content Placeholder 2">
            <a:extLst>
              <a:ext uri="{FF2B5EF4-FFF2-40B4-BE49-F238E27FC236}">
                <a16:creationId xmlns:a16="http://schemas.microsoft.com/office/drawing/2014/main" id="{5B3ED0BB-35AF-E3E5-7233-D20D97B0BCD8}"/>
              </a:ext>
            </a:extLst>
          </p:cNvPr>
          <p:cNvSpPr>
            <a:spLocks noGrp="1"/>
          </p:cNvSpPr>
          <p:nvPr>
            <p:ph idx="1"/>
          </p:nvPr>
        </p:nvSpPr>
        <p:spPr>
          <a:xfrm>
            <a:off x="457200" y="685800"/>
            <a:ext cx="8229600" cy="4530725"/>
          </a:xfrm>
        </p:spPr>
        <p:txBody>
          <a:bodyPr/>
          <a:lstStyle/>
          <a:p>
            <a:pPr>
              <a:defRPr/>
            </a:pPr>
            <a:r>
              <a:rPr lang="en-IN" sz="1800" b="1" dirty="0"/>
              <a:t>Semantics</a:t>
            </a:r>
            <a:r>
              <a:rPr lang="en-IN" sz="1800" dirty="0"/>
              <a:t>. Inheritance is the only </a:t>
            </a:r>
            <a:r>
              <a:rPr lang="en-IN" sz="1800" i="1" dirty="0">
                <a:solidFill>
                  <a:srgbClr val="C00000"/>
                </a:solidFill>
              </a:rPr>
              <a:t>is a</a:t>
            </a:r>
            <a:r>
              <a:rPr lang="en-IN" sz="1800" dirty="0"/>
              <a:t> relationship, so its semantics or meaning is the fundamental difference between inheritance and the other relationships</a:t>
            </a:r>
          </a:p>
          <a:p>
            <a:pPr>
              <a:defRPr/>
            </a:pPr>
            <a:r>
              <a:rPr lang="en-IN" sz="1800" b="1" dirty="0"/>
              <a:t>Directionality</a:t>
            </a:r>
            <a:r>
              <a:rPr lang="en-IN" sz="1800" dirty="0"/>
              <a:t>. Inheritance is a </a:t>
            </a:r>
            <a:r>
              <a:rPr lang="en-IN" sz="1800" i="1" dirty="0">
                <a:solidFill>
                  <a:srgbClr val="C00000"/>
                </a:solidFill>
              </a:rPr>
              <a:t>unidirectional</a:t>
            </a:r>
            <a:r>
              <a:rPr lang="en-IN" sz="1800" dirty="0"/>
              <a:t> or a one-way relationship</a:t>
            </a:r>
          </a:p>
          <a:p>
            <a:pPr>
              <a:defRPr/>
            </a:pPr>
            <a:endParaRPr lang="en-IN" sz="2000" dirty="0"/>
          </a:p>
          <a:p>
            <a:pPr>
              <a:defRPr/>
            </a:pPr>
            <a:endParaRPr lang="en-IN" sz="2000" dirty="0"/>
          </a:p>
          <a:p>
            <a:pPr>
              <a:defRPr/>
            </a:pPr>
            <a:endParaRPr lang="en-IN" sz="2000" dirty="0"/>
          </a:p>
          <a:p>
            <a:pPr>
              <a:defRPr/>
            </a:pPr>
            <a:endParaRPr lang="en-IN" sz="2000" dirty="0"/>
          </a:p>
          <a:p>
            <a:pPr>
              <a:defRPr/>
            </a:pPr>
            <a:endParaRPr lang="en-IN" sz="2000" dirty="0"/>
          </a:p>
          <a:p>
            <a:pPr>
              <a:defRPr/>
            </a:pPr>
            <a:endParaRPr lang="en-IN" sz="2000" dirty="0"/>
          </a:p>
          <a:p>
            <a:pPr>
              <a:defRPr/>
            </a:pPr>
            <a:r>
              <a:rPr lang="en-IN" sz="2000" dirty="0" err="1"/>
              <a:t>Unidirectionality</a:t>
            </a:r>
            <a:r>
              <a:rPr lang="en-IN" sz="2000" dirty="0"/>
              <a:t> means</a:t>
            </a:r>
          </a:p>
          <a:p>
            <a:pPr lvl="1">
              <a:defRPr/>
            </a:pPr>
            <a:r>
              <a:rPr lang="en-IN" sz="1600" dirty="0"/>
              <a:t>the operations may only take place in one direction: from the child to the parent</a:t>
            </a:r>
          </a:p>
          <a:p>
            <a:pPr lvl="1">
              <a:defRPr/>
            </a:pPr>
            <a:r>
              <a:rPr lang="en-IN" sz="1800" dirty="0"/>
              <a:t>the subclass or child object can send a message to the superclass or parent object, which can respond to a child's messages but cannot initiate message sending</a:t>
            </a:r>
          </a:p>
          <a:p>
            <a:pPr lvl="1">
              <a:defRPr/>
            </a:pPr>
            <a:r>
              <a:rPr lang="en-IN" sz="1800" dirty="0"/>
              <a:t>the child "knows" about the parent but the parent doesn't "know" about the child</a:t>
            </a:r>
          </a:p>
          <a:p>
            <a:pPr lvl="1">
              <a:defRPr/>
            </a:pPr>
            <a:r>
              <a:rPr lang="en-IN" sz="1800" dirty="0"/>
              <a:t>it is possible to navigate from the child to the parent object but not from the parent to the child</a:t>
            </a:r>
          </a:p>
          <a:p>
            <a:pPr lvl="1">
              <a:defRPr/>
            </a:pPr>
            <a:endParaRPr lang="en-IN" sz="1600" dirty="0"/>
          </a:p>
          <a:p>
            <a:pPr>
              <a:defRPr/>
            </a:pPr>
            <a:endParaRPr lang="en-IN" sz="2000" dirty="0"/>
          </a:p>
          <a:p>
            <a:pPr>
              <a:defRPr/>
            </a:pPr>
            <a:endParaRPr lang="en-IN" sz="2000" dirty="0"/>
          </a:p>
        </p:txBody>
      </p:sp>
      <p:sp>
        <p:nvSpPr>
          <p:cNvPr id="19460" name="Slide Number Placeholder 3">
            <a:extLst>
              <a:ext uri="{FF2B5EF4-FFF2-40B4-BE49-F238E27FC236}">
                <a16:creationId xmlns:a16="http://schemas.microsoft.com/office/drawing/2014/main" id="{55370271-E226-9F75-E319-5CF7E7EA6A8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E8D9354-01D2-4A21-AB9A-8668A07F0932}"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pic>
        <p:nvPicPr>
          <p:cNvPr id="48130" name="Picture 2">
            <a:extLst>
              <a:ext uri="{FF2B5EF4-FFF2-40B4-BE49-F238E27FC236}">
                <a16:creationId xmlns:a16="http://schemas.microsoft.com/office/drawing/2014/main" id="{597A07A9-2D7A-EFF1-960D-6A46F0DECDF0}"/>
              </a:ext>
            </a:extLst>
          </p:cNvPr>
          <p:cNvPicPr>
            <a:picLocks noChangeAspect="1" noChangeArrowheads="1"/>
          </p:cNvPicPr>
          <p:nvPr/>
        </p:nvPicPr>
        <p:blipFill>
          <a:blip r:embed="rId2"/>
          <a:srcRect/>
          <a:stretch>
            <a:fillRect/>
          </a:stretch>
        </p:blipFill>
        <p:spPr bwMode="auto">
          <a:xfrm>
            <a:off x="914400" y="2078038"/>
            <a:ext cx="7794625" cy="208280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DB50FC74-96AF-068C-549E-A6875D20C2F9}"/>
              </a:ext>
            </a:extLst>
          </p:cNvPr>
          <p:cNvSpPr>
            <a:spLocks noGrp="1"/>
          </p:cNvSpPr>
          <p:nvPr>
            <p:ph type="title"/>
          </p:nvPr>
        </p:nvSpPr>
        <p:spPr/>
        <p:txBody>
          <a:bodyPr/>
          <a:lstStyle/>
          <a:p>
            <a:r>
              <a:rPr lang="en-IN" altLang="en-US"/>
              <a:t>Inheritance Characteristics</a:t>
            </a:r>
          </a:p>
        </p:txBody>
      </p:sp>
      <p:sp>
        <p:nvSpPr>
          <p:cNvPr id="3" name="Content Placeholder 2">
            <a:extLst>
              <a:ext uri="{FF2B5EF4-FFF2-40B4-BE49-F238E27FC236}">
                <a16:creationId xmlns:a16="http://schemas.microsoft.com/office/drawing/2014/main" id="{A4C4A179-3464-827B-69D3-A1CBBABE0478}"/>
              </a:ext>
            </a:extLst>
          </p:cNvPr>
          <p:cNvSpPr>
            <a:spLocks noGrp="1"/>
          </p:cNvSpPr>
          <p:nvPr>
            <p:ph idx="1"/>
          </p:nvPr>
        </p:nvSpPr>
        <p:spPr/>
        <p:txBody>
          <a:bodyPr/>
          <a:lstStyle/>
          <a:p>
            <a:pPr>
              <a:defRPr/>
            </a:pPr>
            <a:r>
              <a:rPr lang="en-IN" sz="2000" b="1" dirty="0"/>
              <a:t>Binding Strength</a:t>
            </a:r>
            <a:r>
              <a:rPr lang="en-IN" sz="2000" dirty="0"/>
              <a:t>. The binding between the two objects is very strong or tight because the superclass or parent object is literally embedded inside the subclass or child object </a:t>
            </a:r>
          </a:p>
          <a:p>
            <a:pPr>
              <a:defRPr/>
            </a:pPr>
            <a:r>
              <a:rPr lang="en-IN" sz="2000" dirty="0"/>
              <a:t>The strength of the bond implies the final two characteristics</a:t>
            </a:r>
          </a:p>
          <a:p>
            <a:pPr lvl="1">
              <a:defRPr/>
            </a:pPr>
            <a:r>
              <a:rPr lang="en-IN" sz="2000" b="1" dirty="0"/>
              <a:t>Lifetime</a:t>
            </a:r>
            <a:r>
              <a:rPr lang="en-IN" sz="2000" dirty="0"/>
              <a:t> : The two objects have a coincident lifetime, which means that the two objects are created and destroyed at the same time. It also means that the relationship between the two objects is permanent - the relationship cannot be altered or broken.</a:t>
            </a:r>
          </a:p>
          <a:p>
            <a:pPr lvl="1">
              <a:defRPr/>
            </a:pPr>
            <a:r>
              <a:rPr lang="en-IN" sz="2000" b="1" dirty="0"/>
              <a:t>Sharing</a:t>
            </a:r>
            <a:r>
              <a:rPr lang="en-IN" sz="2000" dirty="0"/>
              <a:t> : The binding between the two objects is so tight or strong that it forms an exclusive relationship - the subclass or child object does not share its superclass or parent object with any other object in the program</a:t>
            </a:r>
          </a:p>
          <a:p>
            <a:pPr>
              <a:defRPr/>
            </a:pPr>
            <a:endParaRPr lang="en-IN" sz="2000" dirty="0"/>
          </a:p>
        </p:txBody>
      </p:sp>
      <p:sp>
        <p:nvSpPr>
          <p:cNvPr id="20484" name="Slide Number Placeholder 3">
            <a:extLst>
              <a:ext uri="{FF2B5EF4-FFF2-40B4-BE49-F238E27FC236}">
                <a16:creationId xmlns:a16="http://schemas.microsoft.com/office/drawing/2014/main" id="{DEAF6E58-B4AB-2D0E-32BE-D21BB73191A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7D431DF-51C8-4E4F-A10E-66A3C904449E}"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BE92A4E9-005B-56A5-A8AA-2CCF6E95E23A}"/>
              </a:ext>
            </a:extLst>
          </p:cNvPr>
          <p:cNvSpPr>
            <a:spLocks noGrp="1"/>
          </p:cNvSpPr>
          <p:nvPr>
            <p:ph type="title"/>
          </p:nvPr>
        </p:nvSpPr>
        <p:spPr/>
        <p:txBody>
          <a:bodyPr/>
          <a:lstStyle/>
          <a:p>
            <a:r>
              <a:rPr lang="en-IN" altLang="en-US"/>
              <a:t>Inheritance</a:t>
            </a:r>
          </a:p>
        </p:txBody>
      </p:sp>
      <p:sp>
        <p:nvSpPr>
          <p:cNvPr id="3" name="Content Placeholder 2">
            <a:extLst>
              <a:ext uri="{FF2B5EF4-FFF2-40B4-BE49-F238E27FC236}">
                <a16:creationId xmlns:a16="http://schemas.microsoft.com/office/drawing/2014/main" id="{757E2AB7-5663-D0DE-EE95-DB932804E91E}"/>
              </a:ext>
            </a:extLst>
          </p:cNvPr>
          <p:cNvSpPr>
            <a:spLocks noGrp="1"/>
          </p:cNvSpPr>
          <p:nvPr>
            <p:ph idx="1"/>
          </p:nvPr>
        </p:nvSpPr>
        <p:spPr/>
        <p:txBody>
          <a:bodyPr/>
          <a:lstStyle/>
          <a:p>
            <a:pPr>
              <a:defRPr/>
            </a:pPr>
            <a:r>
              <a:rPr lang="en-IN" sz="2000" dirty="0"/>
              <a:t>The simplest example of inheritance requires two classes:</a:t>
            </a:r>
          </a:p>
          <a:p>
            <a:pPr marL="0" indent="0">
              <a:buFont typeface="Wingdings" pitchFamily="2" charset="2"/>
              <a:buNone/>
              <a:defRPr/>
            </a:pPr>
            <a:r>
              <a:rPr lang="en-IN" sz="2000" dirty="0"/>
              <a:t>      </a:t>
            </a:r>
            <a:r>
              <a:rPr lang="en-IN" sz="2000" dirty="0">
                <a:solidFill>
                  <a:srgbClr val="C00000"/>
                </a:solidFill>
              </a:rPr>
              <a:t>a base class and a derived class</a:t>
            </a:r>
            <a:endParaRPr lang="en-IN" sz="2000" dirty="0"/>
          </a:p>
          <a:p>
            <a:pPr>
              <a:defRPr/>
            </a:pPr>
            <a:r>
              <a:rPr lang="en-IN" sz="2000" dirty="0"/>
              <a:t>The base class does not need any special syntax</a:t>
            </a:r>
          </a:p>
          <a:p>
            <a:pPr>
              <a:defRPr/>
            </a:pPr>
            <a:endParaRPr lang="en-IN" sz="2000" dirty="0"/>
          </a:p>
          <a:p>
            <a:pPr>
              <a:defRPr/>
            </a:pPr>
            <a:r>
              <a:rPr lang="en-IN" sz="2000" dirty="0"/>
              <a:t>The derived class, on the other hand, must indicate that it’s derived from the base class</a:t>
            </a:r>
          </a:p>
          <a:p>
            <a:pPr>
              <a:defRPr/>
            </a:pPr>
            <a:r>
              <a:rPr lang="en-IN" sz="2000" dirty="0"/>
              <a:t>This is done by </a:t>
            </a:r>
            <a:r>
              <a:rPr lang="en-IN" sz="2000" dirty="0">
                <a:solidFill>
                  <a:srgbClr val="C00000"/>
                </a:solidFill>
              </a:rPr>
              <a:t>placing a colon after the name of the derived class</a:t>
            </a:r>
            <a:r>
              <a:rPr lang="en-IN" sz="2000" dirty="0"/>
              <a:t>, followed by a keyword such as public and then the base class name</a:t>
            </a:r>
          </a:p>
        </p:txBody>
      </p:sp>
      <p:sp>
        <p:nvSpPr>
          <p:cNvPr id="21508" name="Slide Number Placeholder 3">
            <a:extLst>
              <a:ext uri="{FF2B5EF4-FFF2-40B4-BE49-F238E27FC236}">
                <a16:creationId xmlns:a16="http://schemas.microsoft.com/office/drawing/2014/main" id="{C721F38D-5A39-B969-BA97-FA86830F37B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C120595-7C71-42A7-A778-5680AACAE6A7}"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EC083DFE-AF64-84C4-8698-F99D4D6DCF4B}"/>
              </a:ext>
            </a:extLst>
          </p:cNvPr>
          <p:cNvSpPr>
            <a:spLocks noGrp="1"/>
          </p:cNvSpPr>
          <p:nvPr>
            <p:ph type="title"/>
          </p:nvPr>
        </p:nvSpPr>
        <p:spPr/>
        <p:txBody>
          <a:bodyPr/>
          <a:lstStyle/>
          <a:p>
            <a:r>
              <a:rPr lang="en-US" altLang="en-US" sz="4400"/>
              <a:t>Defining Derived Class</a:t>
            </a:r>
          </a:p>
        </p:txBody>
      </p:sp>
      <p:sp>
        <p:nvSpPr>
          <p:cNvPr id="3" name="Content Placeholder 2">
            <a:extLst>
              <a:ext uri="{FF2B5EF4-FFF2-40B4-BE49-F238E27FC236}">
                <a16:creationId xmlns:a16="http://schemas.microsoft.com/office/drawing/2014/main" id="{E41CEFBC-0A10-774F-1F0E-70C317F441E5}"/>
              </a:ext>
            </a:extLst>
          </p:cNvPr>
          <p:cNvSpPr>
            <a:spLocks noGrp="1"/>
          </p:cNvSpPr>
          <p:nvPr>
            <p:ph idx="1"/>
          </p:nvPr>
        </p:nvSpPr>
        <p:spPr/>
        <p:txBody>
          <a:bodyPr/>
          <a:lstStyle/>
          <a:p>
            <a:pPr>
              <a:defRPr/>
            </a:pPr>
            <a:r>
              <a:rPr lang="en-US" sz="2000" dirty="0"/>
              <a:t>The general form of deriving a subclass from a base class </a:t>
            </a:r>
          </a:p>
          <a:p>
            <a:pPr marL="327025" lvl="1" indent="0">
              <a:spcBef>
                <a:spcPts val="0"/>
              </a:spcBef>
              <a:buFont typeface="Wingdings" panose="05000000000000000000" pitchFamily="2" charset="2"/>
              <a:buNone/>
              <a:defRPr/>
            </a:pPr>
            <a:endParaRPr lang="en-US" sz="2000" dirty="0">
              <a:solidFill>
                <a:srgbClr val="C00000"/>
              </a:solidFill>
            </a:endParaRPr>
          </a:p>
          <a:p>
            <a:pPr marL="327025" lvl="1" indent="0">
              <a:spcBef>
                <a:spcPts val="0"/>
              </a:spcBef>
              <a:buFont typeface="Wingdings" panose="05000000000000000000" pitchFamily="2" charset="2"/>
              <a:buNone/>
              <a:defRPr/>
            </a:pPr>
            <a:r>
              <a:rPr lang="en-US" sz="2000" dirty="0">
                <a:solidFill>
                  <a:srgbClr val="C00000"/>
                </a:solidFill>
              </a:rPr>
              <a:t> class derived-class-name : visibility-mode base-class-name</a:t>
            </a:r>
          </a:p>
          <a:p>
            <a:pPr marL="327025" lvl="1" indent="0">
              <a:spcBef>
                <a:spcPts val="0"/>
              </a:spcBef>
              <a:buFont typeface="Wingdings" panose="05000000000000000000" pitchFamily="2" charset="2"/>
              <a:buNone/>
              <a:defRPr/>
            </a:pPr>
            <a:r>
              <a:rPr lang="en-US" sz="2000" dirty="0">
                <a:solidFill>
                  <a:srgbClr val="C00000"/>
                </a:solidFill>
              </a:rPr>
              <a:t> {</a:t>
            </a:r>
          </a:p>
          <a:p>
            <a:pPr marL="327025" lvl="1" indent="0">
              <a:spcBef>
                <a:spcPts val="0"/>
              </a:spcBef>
              <a:buFont typeface="Wingdings" panose="05000000000000000000" pitchFamily="2" charset="2"/>
              <a:buNone/>
              <a:defRPr/>
            </a:pPr>
            <a:r>
              <a:rPr lang="en-US" sz="2000" dirty="0">
                <a:solidFill>
                  <a:srgbClr val="C00000"/>
                </a:solidFill>
              </a:rPr>
              <a:t>        ………………  //</a:t>
            </a:r>
          </a:p>
          <a:p>
            <a:pPr marL="327025" lvl="1" indent="0">
              <a:spcBef>
                <a:spcPts val="0"/>
              </a:spcBef>
              <a:buFont typeface="Wingdings" panose="05000000000000000000" pitchFamily="2" charset="2"/>
              <a:buNone/>
              <a:defRPr/>
            </a:pPr>
            <a:r>
              <a:rPr lang="en-US" sz="2000" dirty="0">
                <a:solidFill>
                  <a:srgbClr val="C00000"/>
                </a:solidFill>
              </a:rPr>
              <a:t>	……………….// members of the derived class</a:t>
            </a:r>
          </a:p>
          <a:p>
            <a:pPr marL="327025" lvl="1" indent="0">
              <a:spcBef>
                <a:spcPts val="0"/>
              </a:spcBef>
              <a:buFont typeface="Wingdings" panose="05000000000000000000" pitchFamily="2" charset="2"/>
              <a:buNone/>
              <a:defRPr/>
            </a:pPr>
            <a:r>
              <a:rPr lang="en-US" sz="2000" dirty="0">
                <a:solidFill>
                  <a:srgbClr val="C00000"/>
                </a:solidFill>
              </a:rPr>
              <a:t> };</a:t>
            </a:r>
          </a:p>
          <a:p>
            <a:pPr marL="327025" lvl="1" indent="0">
              <a:spcBef>
                <a:spcPts val="0"/>
              </a:spcBef>
              <a:buFont typeface="Wingdings" panose="05000000000000000000" pitchFamily="2" charset="2"/>
              <a:buNone/>
              <a:defRPr/>
            </a:pPr>
            <a:endParaRPr lang="en-US" sz="2000" dirty="0">
              <a:solidFill>
                <a:srgbClr val="C00000"/>
              </a:solidFill>
            </a:endParaRPr>
          </a:p>
          <a:p>
            <a:pPr eaLnBrk="1" hangingPunct="1">
              <a:lnSpc>
                <a:spcPct val="90000"/>
              </a:lnSpc>
              <a:defRPr/>
            </a:pPr>
            <a:r>
              <a:rPr lang="en-US" sz="2000" dirty="0"/>
              <a:t>The visibility-mode (private or public or protected) is optional</a:t>
            </a:r>
          </a:p>
          <a:p>
            <a:pPr eaLnBrk="1" hangingPunct="1">
              <a:lnSpc>
                <a:spcPct val="90000"/>
              </a:lnSpc>
              <a:defRPr/>
            </a:pPr>
            <a:r>
              <a:rPr lang="en-US" sz="2000" dirty="0"/>
              <a:t>It may be either private or public or protected, </a:t>
            </a:r>
            <a:r>
              <a:rPr lang="en-US" sz="2000" dirty="0">
                <a:solidFill>
                  <a:srgbClr val="C00000"/>
                </a:solidFill>
              </a:rPr>
              <a:t>by default it is private</a:t>
            </a:r>
            <a:endParaRPr lang="en-US" sz="2000" dirty="0"/>
          </a:p>
          <a:p>
            <a:pPr eaLnBrk="1" hangingPunct="1">
              <a:lnSpc>
                <a:spcPct val="90000"/>
              </a:lnSpc>
              <a:defRPr/>
            </a:pPr>
            <a:r>
              <a:rPr lang="en-US" sz="2000" dirty="0"/>
              <a:t>This visibility mode specifies how the features of base class are visible to the derived class</a:t>
            </a:r>
            <a:endParaRPr lang="en-US" sz="2000" dirty="0">
              <a:solidFill>
                <a:srgbClr val="C00000"/>
              </a:solidFill>
            </a:endParaRPr>
          </a:p>
          <a:p>
            <a:pPr>
              <a:defRPr/>
            </a:pPr>
            <a:endParaRPr lang="en-IN" sz="2000" dirty="0"/>
          </a:p>
        </p:txBody>
      </p:sp>
      <p:sp>
        <p:nvSpPr>
          <p:cNvPr id="22532" name="Slide Number Placeholder 3">
            <a:extLst>
              <a:ext uri="{FF2B5EF4-FFF2-40B4-BE49-F238E27FC236}">
                <a16:creationId xmlns:a16="http://schemas.microsoft.com/office/drawing/2014/main" id="{7A58CB64-83FD-6FB1-DDAF-1C4B1311DF2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A975210-744C-4BE5-A08D-FC94A67B1572}"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54B2D00D-B61F-B4CB-85DD-9DBB127EE7A5}"/>
              </a:ext>
            </a:extLst>
          </p:cNvPr>
          <p:cNvSpPr>
            <a:spLocks noGrp="1"/>
          </p:cNvSpPr>
          <p:nvPr>
            <p:ph type="title"/>
          </p:nvPr>
        </p:nvSpPr>
        <p:spPr/>
        <p:txBody>
          <a:bodyPr/>
          <a:lstStyle/>
          <a:p>
            <a:r>
              <a:rPr lang="en-IN" altLang="en-US"/>
              <a:t>Protected Visibility Mode</a:t>
            </a:r>
          </a:p>
        </p:txBody>
      </p:sp>
      <p:sp>
        <p:nvSpPr>
          <p:cNvPr id="3" name="Content Placeholder 2">
            <a:extLst>
              <a:ext uri="{FF2B5EF4-FFF2-40B4-BE49-F238E27FC236}">
                <a16:creationId xmlns:a16="http://schemas.microsoft.com/office/drawing/2014/main" id="{31085E4A-4CCC-15B0-DBBD-3179694F2F02}"/>
              </a:ext>
            </a:extLst>
          </p:cNvPr>
          <p:cNvSpPr>
            <a:spLocks noGrp="1"/>
          </p:cNvSpPr>
          <p:nvPr>
            <p:ph idx="1"/>
          </p:nvPr>
        </p:nvSpPr>
        <p:spPr>
          <a:xfrm>
            <a:off x="457200" y="1262063"/>
            <a:ext cx="8229600" cy="4530725"/>
          </a:xfrm>
        </p:spPr>
        <p:txBody>
          <a:bodyPr/>
          <a:lstStyle/>
          <a:p>
            <a:pPr>
              <a:defRPr/>
            </a:pPr>
            <a:r>
              <a:rPr lang="en-IN" sz="2000" dirty="0"/>
              <a:t>C++ controls the visibility or accessibility to the parts of a class with three keywords</a:t>
            </a:r>
          </a:p>
          <a:p>
            <a:pPr lvl="1">
              <a:defRPr/>
            </a:pPr>
            <a:r>
              <a:rPr lang="en-IN" sz="2000" dirty="0">
                <a:solidFill>
                  <a:srgbClr val="C00000"/>
                </a:solidFill>
              </a:rPr>
              <a:t>Private</a:t>
            </a:r>
          </a:p>
          <a:p>
            <a:pPr lvl="2">
              <a:defRPr/>
            </a:pPr>
            <a:r>
              <a:rPr lang="en-IN" sz="1600" dirty="0"/>
              <a:t>The feature is visible and accessible only from within an instance of the defining class (i.e., it is only accessible in one of the class's member functions)</a:t>
            </a:r>
          </a:p>
          <a:p>
            <a:pPr lvl="2">
              <a:defRPr/>
            </a:pPr>
            <a:r>
              <a:rPr lang="en-IN" sz="1600" dirty="0"/>
              <a:t>Although a subclass inherits all its </a:t>
            </a:r>
            <a:r>
              <a:rPr lang="en-IN" sz="1600" dirty="0" err="1"/>
              <a:t>superclasses'</a:t>
            </a:r>
            <a:r>
              <a:rPr lang="en-IN" sz="1600" dirty="0"/>
              <a:t> private members, it cannot "see" or access them directly. Instead, the subclass must use the public interface inherited from the superclass</a:t>
            </a:r>
          </a:p>
          <a:p>
            <a:pPr lvl="1">
              <a:defRPr/>
            </a:pPr>
            <a:r>
              <a:rPr lang="en-IN" sz="2000" dirty="0">
                <a:solidFill>
                  <a:srgbClr val="C00000"/>
                </a:solidFill>
              </a:rPr>
              <a:t>Public </a:t>
            </a:r>
          </a:p>
          <a:p>
            <a:pPr lvl="2">
              <a:defRPr/>
            </a:pPr>
            <a:r>
              <a:rPr lang="en-IN" sz="1600" dirty="0"/>
              <a:t>The feature (member data or member function) is visible and accessible throughout a program</a:t>
            </a:r>
            <a:endParaRPr lang="en-IN" sz="1600" dirty="0">
              <a:solidFill>
                <a:srgbClr val="C00000"/>
              </a:solidFill>
            </a:endParaRPr>
          </a:p>
          <a:p>
            <a:pPr lvl="1">
              <a:defRPr/>
            </a:pPr>
            <a:r>
              <a:rPr lang="en-IN" sz="2000" dirty="0">
                <a:solidFill>
                  <a:srgbClr val="C00000"/>
                </a:solidFill>
              </a:rPr>
              <a:t>Protected</a:t>
            </a:r>
          </a:p>
          <a:p>
            <a:pPr lvl="2">
              <a:defRPr/>
            </a:pPr>
            <a:r>
              <a:rPr lang="en-IN" sz="1600" dirty="0"/>
              <a:t>Protected features are visible and accessible by the </a:t>
            </a:r>
            <a:r>
              <a:rPr lang="en-IN" sz="1600" b="1" dirty="0"/>
              <a:t>defining class </a:t>
            </a:r>
            <a:r>
              <a:rPr lang="en-IN" sz="1600" dirty="0"/>
              <a:t>and by </a:t>
            </a:r>
            <a:r>
              <a:rPr lang="en-IN" sz="1600" b="1" dirty="0"/>
              <a:t>all its subclasses </a:t>
            </a:r>
            <a:r>
              <a:rPr lang="en-IN" sz="1600" dirty="0"/>
              <a:t>(as if the features were public). But protected features are completely invisible and inaccessible to classes that are not subclasses of the defining class (as if the features were private)</a:t>
            </a:r>
            <a:endParaRPr lang="en-IN" sz="1600" dirty="0">
              <a:solidFill>
                <a:srgbClr val="C00000"/>
              </a:solidFill>
            </a:endParaRPr>
          </a:p>
        </p:txBody>
      </p:sp>
      <p:sp>
        <p:nvSpPr>
          <p:cNvPr id="23556" name="Slide Number Placeholder 3">
            <a:extLst>
              <a:ext uri="{FF2B5EF4-FFF2-40B4-BE49-F238E27FC236}">
                <a16:creationId xmlns:a16="http://schemas.microsoft.com/office/drawing/2014/main" id="{5731C35B-6BCD-F20A-EB0C-5F655B96C77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1095DB3-64FA-4906-A253-086BA7CBCCEB}"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D6C00DDF-7976-282A-A5D6-3B02CFDAEBCE}"/>
              </a:ext>
            </a:extLst>
          </p:cNvPr>
          <p:cNvSpPr>
            <a:spLocks noGrp="1"/>
          </p:cNvSpPr>
          <p:nvPr>
            <p:ph type="title"/>
          </p:nvPr>
        </p:nvSpPr>
        <p:spPr/>
        <p:txBody>
          <a:bodyPr/>
          <a:lstStyle/>
          <a:p>
            <a:r>
              <a:rPr lang="en-US" altLang="en-US" sz="4400"/>
              <a:t>Defining Derived Class</a:t>
            </a:r>
            <a:br>
              <a:rPr lang="en-US" altLang="en-US" sz="3600" b="1">
                <a:solidFill>
                  <a:srgbClr val="D60093"/>
                </a:solidFill>
              </a:rPr>
            </a:br>
            <a:endParaRPr lang="en-IN" altLang="en-US" sz="4400"/>
          </a:p>
        </p:txBody>
      </p:sp>
      <p:sp>
        <p:nvSpPr>
          <p:cNvPr id="24579" name="Slide Number Placeholder 3">
            <a:extLst>
              <a:ext uri="{FF2B5EF4-FFF2-40B4-BE49-F238E27FC236}">
                <a16:creationId xmlns:a16="http://schemas.microsoft.com/office/drawing/2014/main" id="{6BDA336A-A35F-F13C-D8A7-B9668A19498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5A76EA1-96BD-4362-B833-C5A424C26240}"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24580" name="Rectangle 4">
            <a:extLst>
              <a:ext uri="{FF2B5EF4-FFF2-40B4-BE49-F238E27FC236}">
                <a16:creationId xmlns:a16="http://schemas.microsoft.com/office/drawing/2014/main" id="{1E8E7A17-8B0B-EB2C-81E9-05C8C04C2253}"/>
              </a:ext>
            </a:extLst>
          </p:cNvPr>
          <p:cNvSpPr>
            <a:spLocks noChangeArrowheads="1"/>
          </p:cNvSpPr>
          <p:nvPr/>
        </p:nvSpPr>
        <p:spPr bwMode="auto">
          <a:xfrm>
            <a:off x="457200" y="1487488"/>
            <a:ext cx="9067800"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class </a:t>
            </a:r>
            <a:r>
              <a:rPr lang="en-IN" altLang="en-US" b="1"/>
              <a:t>Teacher </a:t>
            </a:r>
            <a:r>
              <a:rPr lang="en-IN" altLang="en-US"/>
              <a:t>{   // </a:t>
            </a:r>
            <a:r>
              <a:rPr lang="en-IN" altLang="en-US" b="1"/>
              <a:t>Base class</a:t>
            </a:r>
          </a:p>
          <a:p>
            <a:pPr eaLnBrk="1" hangingPunct="1"/>
            <a:r>
              <a:rPr lang="en-IN" altLang="en-US"/>
              <a:t>         private: // means public for derived class members</a:t>
            </a:r>
          </a:p>
          <a:p>
            <a:pPr eaLnBrk="1" hangingPunct="1"/>
            <a:r>
              <a:rPr lang="en-IN" altLang="en-US"/>
              <a:t>                     string name;</a:t>
            </a:r>
          </a:p>
          <a:p>
            <a:pPr eaLnBrk="1" hangingPunct="1"/>
            <a:r>
              <a:rPr lang="en-IN" altLang="en-US"/>
              <a:t>                     int age, numberOfStudents;</a:t>
            </a:r>
          </a:p>
          <a:p>
            <a:pPr eaLnBrk="1" hangingPunct="1"/>
            <a:r>
              <a:rPr lang="en-IN" altLang="en-US"/>
              <a:t>        public:</a:t>
            </a:r>
          </a:p>
          <a:p>
            <a:pPr eaLnBrk="1" hangingPunct="1"/>
            <a:r>
              <a:rPr lang="en-IN" altLang="en-US"/>
              <a:t>                   void setName (const string &amp; new_name) { name = new_name; }</a:t>
            </a:r>
          </a:p>
          <a:p>
            <a:pPr eaLnBrk="1" hangingPunct="1"/>
            <a:r>
              <a:rPr lang="en-IN" altLang="en-US"/>
              <a:t>};</a:t>
            </a:r>
          </a:p>
          <a:p>
            <a:pPr eaLnBrk="1" hangingPunct="1"/>
            <a:endParaRPr lang="en-IN" altLang="en-US"/>
          </a:p>
          <a:p>
            <a:pPr eaLnBrk="1" hangingPunct="1"/>
            <a:r>
              <a:rPr lang="en-IN" altLang="en-US"/>
              <a:t>class </a:t>
            </a:r>
            <a:r>
              <a:rPr lang="en-IN" altLang="en-US" b="1"/>
              <a:t>Principal : </a:t>
            </a:r>
            <a:r>
              <a:rPr lang="en-IN" altLang="en-US"/>
              <a:t>public </a:t>
            </a:r>
            <a:r>
              <a:rPr lang="en-IN" altLang="en-US" b="1"/>
              <a:t>Teacher </a:t>
            </a:r>
            <a:r>
              <a:rPr lang="en-IN" altLang="en-US"/>
              <a:t>{   // </a:t>
            </a:r>
            <a:r>
              <a:rPr lang="en-IN" altLang="en-US" b="1"/>
              <a:t>Derived class</a:t>
            </a:r>
          </a:p>
          <a:p>
            <a:pPr eaLnBrk="1" hangingPunct="1"/>
            <a:r>
              <a:rPr lang="en-IN" altLang="en-US"/>
              <a:t>                        string schoolName; // Additional members</a:t>
            </a:r>
          </a:p>
          <a:p>
            <a:pPr eaLnBrk="1" hangingPunct="1"/>
            <a:r>
              <a:rPr lang="en-IN" altLang="en-US"/>
              <a:t>                        int numberOfTeachers;</a:t>
            </a:r>
          </a:p>
          <a:p>
            <a:pPr eaLnBrk="1" hangingPunct="1"/>
            <a:r>
              <a:rPr lang="en-IN" altLang="en-US"/>
              <a:t>         public:</a:t>
            </a:r>
          </a:p>
          <a:p>
            <a:pPr eaLnBrk="1" hangingPunct="1"/>
            <a:r>
              <a:rPr lang="en-IN" altLang="en-US"/>
              <a:t>                   void setSchool(const string &amp; s_name) { schoolName = s_name; }</a:t>
            </a:r>
          </a:p>
          <a:p>
            <a:pPr eaLnBrk="1" hangingPunct="1"/>
            <a:r>
              <a:rPr lang="en-IN" altLang="en-US"/>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9E4BDE14-7D43-3912-F455-7F4C93624AF5}"/>
              </a:ext>
            </a:extLst>
          </p:cNvPr>
          <p:cNvSpPr>
            <a:spLocks noGrp="1"/>
          </p:cNvSpPr>
          <p:nvPr>
            <p:ph type="title"/>
          </p:nvPr>
        </p:nvSpPr>
        <p:spPr/>
        <p:txBody>
          <a:bodyPr/>
          <a:lstStyle/>
          <a:p>
            <a:r>
              <a:rPr lang="en-IN" altLang="en-US"/>
              <a:t>Inheritance And Objects</a:t>
            </a:r>
            <a:br>
              <a:rPr lang="en-IN" altLang="en-US"/>
            </a:br>
            <a:endParaRPr lang="en-IN" altLang="en-US"/>
          </a:p>
        </p:txBody>
      </p:sp>
      <p:sp>
        <p:nvSpPr>
          <p:cNvPr id="3" name="Content Placeholder 2">
            <a:extLst>
              <a:ext uri="{FF2B5EF4-FFF2-40B4-BE49-F238E27FC236}">
                <a16:creationId xmlns:a16="http://schemas.microsoft.com/office/drawing/2014/main" id="{1B46C2B5-8746-8FFF-0449-048031EB2D8A}"/>
              </a:ext>
            </a:extLst>
          </p:cNvPr>
          <p:cNvSpPr>
            <a:spLocks noGrp="1"/>
          </p:cNvSpPr>
          <p:nvPr>
            <p:ph idx="1"/>
          </p:nvPr>
        </p:nvSpPr>
        <p:spPr/>
        <p:txBody>
          <a:bodyPr/>
          <a:lstStyle/>
          <a:p>
            <a:pPr>
              <a:defRPr/>
            </a:pPr>
            <a:r>
              <a:rPr lang="en-IN" sz="2000" b="1" dirty="0"/>
              <a:t>Instantiating a subclass</a:t>
            </a:r>
            <a:endParaRPr lang="en-IN" sz="2000" dirty="0"/>
          </a:p>
          <a:p>
            <a:pPr>
              <a:defRPr/>
            </a:pPr>
            <a:r>
              <a:rPr lang="en-IN" sz="2000" dirty="0"/>
              <a:t>Whenever a program instantiates a subclass, it </a:t>
            </a:r>
            <a:r>
              <a:rPr lang="en-IN" sz="2000" i="1" dirty="0"/>
              <a:t>simultaneously</a:t>
            </a:r>
            <a:r>
              <a:rPr lang="en-IN" sz="2000" dirty="0"/>
              <a:t> instantiates the superclass (all the superclass's )</a:t>
            </a:r>
          </a:p>
          <a:p>
            <a:pPr>
              <a:defRPr/>
            </a:pPr>
            <a:r>
              <a:rPr lang="en-IN" sz="2000" dirty="0"/>
              <a:t>When the compiler organizes the objects in memory, the superclass object is nested or embedded inside the subclass object. Furthermore, it places the superclass object at the top of or at the subclass object's beginning</a:t>
            </a:r>
          </a:p>
          <a:p>
            <a:pPr>
              <a:defRPr/>
            </a:pPr>
            <a:endParaRPr lang="en-IN" sz="2000" dirty="0"/>
          </a:p>
        </p:txBody>
      </p:sp>
      <p:sp>
        <p:nvSpPr>
          <p:cNvPr id="25604" name="Slide Number Placeholder 3">
            <a:extLst>
              <a:ext uri="{FF2B5EF4-FFF2-40B4-BE49-F238E27FC236}">
                <a16:creationId xmlns:a16="http://schemas.microsoft.com/office/drawing/2014/main" id="{4E1FD697-A8E1-E082-5882-6243ACF117A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4217B58-EBF0-456B-88C4-2CEF050FDFF7}"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pic>
        <p:nvPicPr>
          <p:cNvPr id="47106" name="Picture 2">
            <a:extLst>
              <a:ext uri="{FF2B5EF4-FFF2-40B4-BE49-F238E27FC236}">
                <a16:creationId xmlns:a16="http://schemas.microsoft.com/office/drawing/2014/main" id="{9BD161F7-98D7-FAE2-882D-252DDD8CBF94}"/>
              </a:ext>
            </a:extLst>
          </p:cNvPr>
          <p:cNvPicPr>
            <a:picLocks noChangeAspect="1" noChangeArrowheads="1"/>
          </p:cNvPicPr>
          <p:nvPr/>
        </p:nvPicPr>
        <p:blipFill>
          <a:blip r:embed="rId2"/>
          <a:srcRect/>
          <a:stretch>
            <a:fillRect/>
          </a:stretch>
        </p:blipFill>
        <p:spPr bwMode="auto">
          <a:xfrm>
            <a:off x="1066800" y="4343400"/>
            <a:ext cx="5162550" cy="134302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1701BCB5-B976-C171-B9F5-39E48A151F7C}"/>
              </a:ext>
            </a:extLst>
          </p:cNvPr>
          <p:cNvSpPr>
            <a:spLocks noGrp="1"/>
          </p:cNvSpPr>
          <p:nvPr>
            <p:ph type="title"/>
          </p:nvPr>
        </p:nvSpPr>
        <p:spPr/>
        <p:txBody>
          <a:bodyPr/>
          <a:lstStyle/>
          <a:p>
            <a:r>
              <a:rPr lang="en-IN" altLang="en-US"/>
              <a:t>Access Control</a:t>
            </a:r>
          </a:p>
        </p:txBody>
      </p:sp>
      <p:sp>
        <p:nvSpPr>
          <p:cNvPr id="3" name="Content Placeholder 2">
            <a:extLst>
              <a:ext uri="{FF2B5EF4-FFF2-40B4-BE49-F238E27FC236}">
                <a16:creationId xmlns:a16="http://schemas.microsoft.com/office/drawing/2014/main" id="{8EA545CA-C4BC-AD94-03EB-9D5B4A69214F}"/>
              </a:ext>
            </a:extLst>
          </p:cNvPr>
          <p:cNvSpPr>
            <a:spLocks noGrp="1"/>
          </p:cNvSpPr>
          <p:nvPr>
            <p:ph idx="1"/>
          </p:nvPr>
        </p:nvSpPr>
        <p:spPr/>
        <p:txBody>
          <a:bodyPr/>
          <a:lstStyle/>
          <a:p>
            <a:pPr algn="just">
              <a:defRPr/>
            </a:pPr>
            <a:r>
              <a:rPr lang="en-IN" sz="2000" dirty="0"/>
              <a:t>Remember, when inheritance is not involved, class member functions have access to anything in the class, whether public or private, but objects of that class have access only to public members</a:t>
            </a:r>
          </a:p>
          <a:p>
            <a:pPr algn="just">
              <a:defRPr/>
            </a:pPr>
            <a:r>
              <a:rPr lang="en-IN" sz="2000" dirty="0"/>
              <a:t>Once inheritance enters the picture, other access possibilities arise for derived classes. </a:t>
            </a:r>
            <a:r>
              <a:rPr lang="en-IN" sz="2000" dirty="0">
                <a:solidFill>
                  <a:srgbClr val="C00000"/>
                </a:solidFill>
              </a:rPr>
              <a:t>Member functions of a derived class can access public and protected members of the base class, but not private members</a:t>
            </a:r>
            <a:endParaRPr lang="en-IN" sz="2000" dirty="0"/>
          </a:p>
          <a:p>
            <a:pPr algn="just">
              <a:defRPr/>
            </a:pPr>
            <a:endParaRPr lang="en-IN" sz="2000" b="1" dirty="0"/>
          </a:p>
          <a:p>
            <a:pPr algn="just">
              <a:defRPr/>
            </a:pPr>
            <a:r>
              <a:rPr lang="en-IN" sz="2000" b="1" dirty="0"/>
              <a:t>Objects of a derived class can access only public members of the base class</a:t>
            </a:r>
          </a:p>
        </p:txBody>
      </p:sp>
      <p:sp>
        <p:nvSpPr>
          <p:cNvPr id="26628" name="Slide Number Placeholder 3">
            <a:extLst>
              <a:ext uri="{FF2B5EF4-FFF2-40B4-BE49-F238E27FC236}">
                <a16:creationId xmlns:a16="http://schemas.microsoft.com/office/drawing/2014/main" id="{0CFA9277-1B15-E46E-BCD3-621F16DD4A4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A926F25-56F8-4DFB-BE53-7424515BCF52}"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9B5B6894-408E-2A1B-F283-3FD6A39E19B3}"/>
              </a:ext>
            </a:extLst>
          </p:cNvPr>
          <p:cNvSpPr>
            <a:spLocks noGrp="1"/>
          </p:cNvSpPr>
          <p:nvPr>
            <p:ph type="title"/>
          </p:nvPr>
        </p:nvSpPr>
        <p:spPr/>
        <p:txBody>
          <a:bodyPr/>
          <a:lstStyle/>
          <a:p>
            <a:r>
              <a:rPr lang="en-IN" altLang="en-US"/>
              <a:t>Access Control</a:t>
            </a:r>
          </a:p>
        </p:txBody>
      </p:sp>
      <p:sp>
        <p:nvSpPr>
          <p:cNvPr id="3" name="Content Placeholder 2">
            <a:extLst>
              <a:ext uri="{FF2B5EF4-FFF2-40B4-BE49-F238E27FC236}">
                <a16:creationId xmlns:a16="http://schemas.microsoft.com/office/drawing/2014/main" id="{978F7D48-9D87-D3C8-899C-D10D9BED70A5}"/>
              </a:ext>
            </a:extLst>
          </p:cNvPr>
          <p:cNvSpPr>
            <a:spLocks noGrp="1"/>
          </p:cNvSpPr>
          <p:nvPr>
            <p:ph idx="1"/>
          </p:nvPr>
        </p:nvSpPr>
        <p:spPr>
          <a:xfrm>
            <a:off x="457200" y="1295400"/>
            <a:ext cx="8229600" cy="4530725"/>
          </a:xfrm>
        </p:spPr>
        <p:txBody>
          <a:bodyPr/>
          <a:lstStyle/>
          <a:p>
            <a:pPr>
              <a:defRPr/>
            </a:pPr>
            <a:r>
              <a:rPr lang="en-US" sz="2000" b="1" dirty="0"/>
              <a:t>Access Specifiers and their scope</a:t>
            </a:r>
          </a:p>
          <a:p>
            <a:pPr>
              <a:defRPr/>
            </a:pPr>
            <a:endParaRPr lang="en-US" sz="2000" b="1" dirty="0"/>
          </a:p>
          <a:p>
            <a:pPr>
              <a:defRPr/>
            </a:pPr>
            <a:endParaRPr lang="en-US" sz="2000" b="1" dirty="0"/>
          </a:p>
          <a:p>
            <a:pPr>
              <a:defRPr/>
            </a:pPr>
            <a:endParaRPr lang="en-US" sz="2000" b="1" dirty="0"/>
          </a:p>
          <a:p>
            <a:pPr>
              <a:defRPr/>
            </a:pPr>
            <a:endParaRPr lang="en-US" sz="2000" b="1" dirty="0"/>
          </a:p>
          <a:p>
            <a:pPr>
              <a:defRPr/>
            </a:pPr>
            <a:endParaRPr lang="en-US" sz="2000" b="1" dirty="0"/>
          </a:p>
          <a:p>
            <a:pPr>
              <a:defRPr/>
            </a:pPr>
            <a:endParaRPr lang="en-US" sz="2000" b="1" dirty="0"/>
          </a:p>
          <a:p>
            <a:pPr>
              <a:defRPr/>
            </a:pPr>
            <a:r>
              <a:rPr lang="en-US" sz="2000" b="1" dirty="0"/>
              <a:t>Access control to class members</a:t>
            </a:r>
          </a:p>
          <a:p>
            <a:pPr>
              <a:defRPr/>
            </a:pPr>
            <a:endParaRPr lang="en-US" sz="2000" b="1" dirty="0"/>
          </a:p>
          <a:p>
            <a:pPr>
              <a:defRPr/>
            </a:pPr>
            <a:endParaRPr lang="en-US" sz="2000" b="1" dirty="0"/>
          </a:p>
          <a:p>
            <a:pPr>
              <a:defRPr/>
            </a:pPr>
            <a:endParaRPr lang="en-IN" sz="2000" dirty="0"/>
          </a:p>
        </p:txBody>
      </p:sp>
      <p:sp>
        <p:nvSpPr>
          <p:cNvPr id="27652" name="Slide Number Placeholder 3">
            <a:extLst>
              <a:ext uri="{FF2B5EF4-FFF2-40B4-BE49-F238E27FC236}">
                <a16:creationId xmlns:a16="http://schemas.microsoft.com/office/drawing/2014/main" id="{99EBD02F-EDBD-1193-70A9-4B2DBBF5903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B65CCFC-F3DE-4FF8-A214-1E08C04B8C44}"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graphicFrame>
        <p:nvGraphicFramePr>
          <p:cNvPr id="5" name="Group 3">
            <a:extLst>
              <a:ext uri="{FF2B5EF4-FFF2-40B4-BE49-F238E27FC236}">
                <a16:creationId xmlns:a16="http://schemas.microsoft.com/office/drawing/2014/main" id="{F4DFC0C9-2DB2-3ED5-E1B5-ECAAD80B9296}"/>
              </a:ext>
            </a:extLst>
          </p:cNvPr>
          <p:cNvGraphicFramePr>
            <a:graphicFrameLocks noGrp="1"/>
          </p:cNvGraphicFramePr>
          <p:nvPr/>
        </p:nvGraphicFramePr>
        <p:xfrm>
          <a:off x="609600" y="1752600"/>
          <a:ext cx="8229600" cy="2011363"/>
        </p:xfrm>
        <a:graphic>
          <a:graphicData uri="http://schemas.openxmlformats.org/drawingml/2006/table">
            <a:tbl>
              <a:tblPr/>
              <a:tblGrid>
                <a:gridCol w="1779373">
                  <a:extLst>
                    <a:ext uri="{9D8B030D-6E8A-4147-A177-3AD203B41FA5}">
                      <a16:colId xmlns:a16="http://schemas.microsoft.com/office/drawing/2014/main" val="20000"/>
                    </a:ext>
                  </a:extLst>
                </a:gridCol>
                <a:gridCol w="2189771">
                  <a:extLst>
                    <a:ext uri="{9D8B030D-6E8A-4147-A177-3AD203B41FA5}">
                      <a16:colId xmlns:a16="http://schemas.microsoft.com/office/drawing/2014/main" val="20001"/>
                    </a:ext>
                  </a:extLst>
                </a:gridCol>
                <a:gridCol w="1951192">
                  <a:extLst>
                    <a:ext uri="{9D8B030D-6E8A-4147-A177-3AD203B41FA5}">
                      <a16:colId xmlns:a16="http://schemas.microsoft.com/office/drawing/2014/main" val="20002"/>
                    </a:ext>
                  </a:extLst>
                </a:gridCol>
                <a:gridCol w="2309265">
                  <a:extLst>
                    <a:ext uri="{9D8B030D-6E8A-4147-A177-3AD203B41FA5}">
                      <a16:colId xmlns:a16="http://schemas.microsoft.com/office/drawing/2014/main" val="20003"/>
                    </a:ext>
                  </a:extLst>
                </a:gridCol>
              </a:tblGrid>
              <a:tr h="350483">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chemeClr val="tx1"/>
                          </a:solidFill>
                          <a:effectLst/>
                          <a:latin typeface="Arial" pitchFamily="34" charset="0"/>
                        </a:rPr>
                        <a:t>Base Class Access Mode</a:t>
                      </a: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chemeClr val="tx1"/>
                          </a:solidFill>
                          <a:effectLst/>
                          <a:latin typeface="Arial" pitchFamily="34" charset="0"/>
                        </a:rPr>
                        <a:t>Derived Class Access Modes</a:t>
                      </a: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09431">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rgbClr val="C00000"/>
                          </a:solidFill>
                          <a:effectLst/>
                          <a:latin typeface="Arial" pitchFamily="34" charset="0"/>
                        </a:rPr>
                        <a:t>Private derivation</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rgbClr val="C00000"/>
                          </a:solidFill>
                          <a:effectLst/>
                          <a:latin typeface="Arial" pitchFamily="34" charset="0"/>
                        </a:rPr>
                        <a:t>Public derivation</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rgbClr val="C00000"/>
                          </a:solidFill>
                          <a:effectLst/>
                          <a:latin typeface="Arial" pitchFamily="34" charset="0"/>
                        </a:rPr>
                        <a:t>Protected derivation</a:t>
                      </a: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483">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rgbClr val="C00000"/>
                          </a:solidFill>
                          <a:effectLst/>
                          <a:latin typeface="Arial" pitchFamily="34" charset="0"/>
                        </a:rPr>
                        <a:t>Public</a:t>
                      </a: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Private </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Public</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Protected </a:t>
                      </a: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0483">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rgbClr val="C00000"/>
                          </a:solidFill>
                          <a:effectLst/>
                          <a:latin typeface="Arial" pitchFamily="34" charset="0"/>
                        </a:rPr>
                        <a:t>Private</a:t>
                      </a: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Not inherited</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Not inherited</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Not inherited</a:t>
                      </a: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0483">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rgbClr val="C00000"/>
                          </a:solidFill>
                          <a:effectLst/>
                          <a:latin typeface="Arial" pitchFamily="34" charset="0"/>
                        </a:rPr>
                        <a:t>Protected</a:t>
                      </a:r>
                    </a:p>
                  </a:txBody>
                  <a:tcPr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chemeClr val="tx1"/>
                          </a:solidFill>
                          <a:effectLst/>
                          <a:latin typeface="Arial" pitchFamily="34" charset="0"/>
                        </a:rPr>
                        <a:t>private</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chemeClr val="tx1"/>
                          </a:solidFill>
                          <a:effectLst/>
                          <a:latin typeface="Arial" pitchFamily="34" charset="0"/>
                        </a:rPr>
                        <a:t>Protected</a:t>
                      </a:r>
                    </a:p>
                  </a:txBody>
                  <a:tcPr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chemeClr val="tx1"/>
                          </a:solidFill>
                          <a:effectLst/>
                          <a:latin typeface="Arial" pitchFamily="34" charset="0"/>
                        </a:rPr>
                        <a:t>Protected</a:t>
                      </a:r>
                    </a:p>
                  </a:txBody>
                  <a:tcPr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 name="Group 32">
            <a:extLst>
              <a:ext uri="{FF2B5EF4-FFF2-40B4-BE49-F238E27FC236}">
                <a16:creationId xmlns:a16="http://schemas.microsoft.com/office/drawing/2014/main" id="{3CD9D10D-3F94-A18E-57C9-EF3C0A58FC8F}"/>
              </a:ext>
            </a:extLst>
          </p:cNvPr>
          <p:cNvGraphicFramePr>
            <a:graphicFrameLocks noGrp="1"/>
          </p:cNvGraphicFramePr>
          <p:nvPr/>
        </p:nvGraphicFramePr>
        <p:xfrm>
          <a:off x="609600" y="4267200"/>
          <a:ext cx="6324600" cy="2374900"/>
        </p:xfrm>
        <a:graphic>
          <a:graphicData uri="http://schemas.openxmlformats.org/drawingml/2006/table">
            <a:tbl>
              <a:tblPr/>
              <a:tblGrid>
                <a:gridCol w="2686050">
                  <a:extLst>
                    <a:ext uri="{9D8B030D-6E8A-4147-A177-3AD203B41FA5}">
                      <a16:colId xmlns:a16="http://schemas.microsoft.com/office/drawing/2014/main" val="20000"/>
                    </a:ext>
                  </a:extLst>
                </a:gridCol>
                <a:gridCol w="1125538">
                  <a:extLst>
                    <a:ext uri="{9D8B030D-6E8A-4147-A177-3AD203B41FA5}">
                      <a16:colId xmlns:a16="http://schemas.microsoft.com/office/drawing/2014/main" val="20001"/>
                    </a:ext>
                  </a:extLst>
                </a:gridCol>
                <a:gridCol w="1039812">
                  <a:extLst>
                    <a:ext uri="{9D8B030D-6E8A-4147-A177-3AD203B41FA5}">
                      <a16:colId xmlns:a16="http://schemas.microsoft.com/office/drawing/2014/main" val="20002"/>
                    </a:ext>
                  </a:extLst>
                </a:gridCol>
                <a:gridCol w="1473200">
                  <a:extLst>
                    <a:ext uri="{9D8B030D-6E8A-4147-A177-3AD203B41FA5}">
                      <a16:colId xmlns:a16="http://schemas.microsoft.com/office/drawing/2014/main" val="20003"/>
                    </a:ext>
                  </a:extLst>
                </a:gridCol>
              </a:tblGrid>
              <a:tr h="350614">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1700" b="1" i="0" u="none" strike="noStrike" cap="none" normalizeH="0" baseline="0" dirty="0">
                        <a:ln>
                          <a:noFill/>
                        </a:ln>
                        <a:solidFill>
                          <a:schemeClr val="tx1"/>
                        </a:solidFill>
                        <a:effectLst/>
                        <a:latin typeface="Arial" pitchFamily="34" charset="0"/>
                      </a:endParaRP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chemeClr val="tx1"/>
                          </a:solidFill>
                          <a:effectLst/>
                          <a:latin typeface="Arial" pitchFamily="34" charset="0"/>
                        </a:rPr>
                        <a:t>Function Type</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Access Directly to</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62047">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rgbClr val="C00000"/>
                          </a:solidFill>
                          <a:effectLst/>
                          <a:latin typeface="Arial" pitchFamily="34" charset="0"/>
                        </a:rPr>
                        <a:t>Private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rgbClr val="C00000"/>
                          </a:solidFill>
                          <a:effectLst/>
                          <a:latin typeface="Arial" pitchFamily="34" charset="0"/>
                        </a:rPr>
                        <a:t>Public</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rgbClr val="C00000"/>
                          </a:solidFill>
                          <a:effectLst/>
                          <a:latin typeface="Arial" pitchFamily="34" charset="0"/>
                        </a:rPr>
                        <a:t>Protected</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985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rgbClr val="C00000"/>
                          </a:solidFill>
                          <a:effectLst/>
                          <a:latin typeface="Arial" pitchFamily="34" charset="0"/>
                        </a:rPr>
                        <a:t>Class Member</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Yes</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Yes</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Yes</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91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rgbClr val="C00000"/>
                          </a:solidFill>
                          <a:effectLst/>
                          <a:latin typeface="Arial" pitchFamily="34" charset="0"/>
                        </a:rPr>
                        <a:t>Derived Class Member</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No</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Yes</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Yes</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985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rgbClr val="C00000"/>
                          </a:solidFill>
                          <a:effectLst/>
                          <a:latin typeface="Arial" pitchFamily="34" charset="0"/>
                        </a:rPr>
                        <a:t>Friend</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Yes</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Yes</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Yes</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0614">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rgbClr val="C00000"/>
                          </a:solidFill>
                          <a:effectLst/>
                          <a:latin typeface="Arial" pitchFamily="34" charset="0"/>
                        </a:rPr>
                        <a:t>Friend Class Member</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Yes</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a:ln>
                            <a:noFill/>
                          </a:ln>
                          <a:solidFill>
                            <a:schemeClr val="tx1"/>
                          </a:solidFill>
                          <a:effectLst/>
                          <a:latin typeface="Arial" pitchFamily="34" charset="0"/>
                        </a:rPr>
                        <a:t>Yes</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1" i="0" u="none" strike="noStrike" cap="none" normalizeH="0" baseline="0" dirty="0">
                          <a:ln>
                            <a:noFill/>
                          </a:ln>
                          <a:solidFill>
                            <a:schemeClr val="tx1"/>
                          </a:solidFill>
                          <a:effectLst/>
                          <a:latin typeface="Arial" pitchFamily="34" charset="0"/>
                        </a:rPr>
                        <a:t>Yes</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EDC71C43-1921-91C7-F747-399AD2F08EC7}"/>
              </a:ext>
            </a:extLst>
          </p:cNvPr>
          <p:cNvSpPr>
            <a:spLocks noGrp="1"/>
          </p:cNvSpPr>
          <p:nvPr>
            <p:ph type="title"/>
          </p:nvPr>
        </p:nvSpPr>
        <p:spPr/>
        <p:txBody>
          <a:bodyPr/>
          <a:lstStyle/>
          <a:p>
            <a:r>
              <a:rPr lang="en-US" altLang="en-US"/>
              <a:t>Public, Protected and Private derivation</a:t>
            </a:r>
          </a:p>
        </p:txBody>
      </p:sp>
      <p:sp>
        <p:nvSpPr>
          <p:cNvPr id="28675" name="Slide Number Placeholder 3">
            <a:extLst>
              <a:ext uri="{FF2B5EF4-FFF2-40B4-BE49-F238E27FC236}">
                <a16:creationId xmlns:a16="http://schemas.microsoft.com/office/drawing/2014/main" id="{15C31389-6AA1-A4C7-81D7-36B59AB6A7D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7BB4D9C-D336-442F-8E38-96BC768A3C9C}"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28676" name="Rectangle 4">
            <a:extLst>
              <a:ext uri="{FF2B5EF4-FFF2-40B4-BE49-F238E27FC236}">
                <a16:creationId xmlns:a16="http://schemas.microsoft.com/office/drawing/2014/main" id="{DC906547-68F7-6136-6269-4C444CF3D8D3}"/>
              </a:ext>
            </a:extLst>
          </p:cNvPr>
          <p:cNvSpPr>
            <a:spLocks noChangeArrowheads="1"/>
          </p:cNvSpPr>
          <p:nvPr/>
        </p:nvSpPr>
        <p:spPr bwMode="auto">
          <a:xfrm>
            <a:off x="1106488" y="3208338"/>
            <a:ext cx="1920875" cy="2752725"/>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8677" name="Rectangle 5">
            <a:extLst>
              <a:ext uri="{FF2B5EF4-FFF2-40B4-BE49-F238E27FC236}">
                <a16:creationId xmlns:a16="http://schemas.microsoft.com/office/drawing/2014/main" id="{CEF29720-7FA3-789C-8844-F87D32980C3A}"/>
              </a:ext>
            </a:extLst>
          </p:cNvPr>
          <p:cNvSpPr>
            <a:spLocks noChangeArrowheads="1"/>
          </p:cNvSpPr>
          <p:nvPr/>
        </p:nvSpPr>
        <p:spPr bwMode="auto">
          <a:xfrm>
            <a:off x="1320800" y="3352800"/>
            <a:ext cx="1492250" cy="579438"/>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b="1"/>
              <a:t>private :     </a:t>
            </a:r>
          </a:p>
          <a:p>
            <a:r>
              <a:rPr lang="en-US" altLang="en-US" sz="1400" b="1"/>
              <a:t>           int a1;</a:t>
            </a:r>
          </a:p>
        </p:txBody>
      </p:sp>
      <p:sp>
        <p:nvSpPr>
          <p:cNvPr id="28678" name="Rectangle 6">
            <a:extLst>
              <a:ext uri="{FF2B5EF4-FFF2-40B4-BE49-F238E27FC236}">
                <a16:creationId xmlns:a16="http://schemas.microsoft.com/office/drawing/2014/main" id="{089D8C74-204B-4D86-C53A-98D60E75A57D}"/>
              </a:ext>
            </a:extLst>
          </p:cNvPr>
          <p:cNvSpPr>
            <a:spLocks noChangeArrowheads="1"/>
          </p:cNvSpPr>
          <p:nvPr/>
        </p:nvSpPr>
        <p:spPr bwMode="auto">
          <a:xfrm>
            <a:off x="1320800" y="4222750"/>
            <a:ext cx="1492250" cy="72390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b="1"/>
              <a:t>protected :</a:t>
            </a:r>
          </a:p>
          <a:p>
            <a:r>
              <a:rPr lang="en-US" altLang="en-US" sz="1400" b="1"/>
              <a:t>      int a2; </a:t>
            </a:r>
          </a:p>
        </p:txBody>
      </p:sp>
      <p:sp>
        <p:nvSpPr>
          <p:cNvPr id="28679" name="Rectangle 7">
            <a:extLst>
              <a:ext uri="{FF2B5EF4-FFF2-40B4-BE49-F238E27FC236}">
                <a16:creationId xmlns:a16="http://schemas.microsoft.com/office/drawing/2014/main" id="{9E11DBCE-7116-34EC-5003-9D60F5C8006F}"/>
              </a:ext>
            </a:extLst>
          </p:cNvPr>
          <p:cNvSpPr>
            <a:spLocks noChangeArrowheads="1"/>
          </p:cNvSpPr>
          <p:nvPr/>
        </p:nvSpPr>
        <p:spPr bwMode="auto">
          <a:xfrm>
            <a:off x="1320800" y="5092700"/>
            <a:ext cx="1492250" cy="72390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b="1"/>
              <a:t>public :</a:t>
            </a:r>
          </a:p>
          <a:p>
            <a:r>
              <a:rPr lang="en-US" altLang="en-US" sz="1400" b="1"/>
              <a:t>       int a3;</a:t>
            </a:r>
          </a:p>
        </p:txBody>
      </p:sp>
      <p:sp>
        <p:nvSpPr>
          <p:cNvPr id="28680" name="Rectangle 8">
            <a:extLst>
              <a:ext uri="{FF2B5EF4-FFF2-40B4-BE49-F238E27FC236}">
                <a16:creationId xmlns:a16="http://schemas.microsoft.com/office/drawing/2014/main" id="{87B7B708-57C5-57C6-D8E2-789ECA2AAEB5}"/>
              </a:ext>
            </a:extLst>
          </p:cNvPr>
          <p:cNvSpPr>
            <a:spLocks noChangeArrowheads="1"/>
          </p:cNvSpPr>
          <p:nvPr/>
        </p:nvSpPr>
        <p:spPr bwMode="auto">
          <a:xfrm>
            <a:off x="3240088" y="3208338"/>
            <a:ext cx="1814512" cy="2752725"/>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8681" name="Rectangle 9">
            <a:extLst>
              <a:ext uri="{FF2B5EF4-FFF2-40B4-BE49-F238E27FC236}">
                <a16:creationId xmlns:a16="http://schemas.microsoft.com/office/drawing/2014/main" id="{ECF5CA1F-E16D-FDD7-524C-6B78FB1975FD}"/>
              </a:ext>
            </a:extLst>
          </p:cNvPr>
          <p:cNvSpPr>
            <a:spLocks noChangeArrowheads="1"/>
          </p:cNvSpPr>
          <p:nvPr/>
        </p:nvSpPr>
        <p:spPr bwMode="auto">
          <a:xfrm>
            <a:off x="3454400" y="3352800"/>
            <a:ext cx="1385888" cy="579438"/>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b="1"/>
              <a:t>private :</a:t>
            </a:r>
          </a:p>
          <a:p>
            <a:r>
              <a:rPr lang="en-US" altLang="en-US" sz="1400" b="1"/>
              <a:t>      int b1;</a:t>
            </a:r>
          </a:p>
          <a:p>
            <a:endParaRPr lang="en-US" altLang="en-US" sz="1400" b="1"/>
          </a:p>
        </p:txBody>
      </p:sp>
      <p:sp>
        <p:nvSpPr>
          <p:cNvPr id="28682" name="Rectangle 10">
            <a:extLst>
              <a:ext uri="{FF2B5EF4-FFF2-40B4-BE49-F238E27FC236}">
                <a16:creationId xmlns:a16="http://schemas.microsoft.com/office/drawing/2014/main" id="{FBD82A3C-57DE-2B40-3FF6-83A5D753058D}"/>
              </a:ext>
            </a:extLst>
          </p:cNvPr>
          <p:cNvSpPr>
            <a:spLocks noChangeArrowheads="1"/>
          </p:cNvSpPr>
          <p:nvPr/>
        </p:nvSpPr>
        <p:spPr bwMode="auto">
          <a:xfrm>
            <a:off x="3454400" y="4222750"/>
            <a:ext cx="1385888" cy="579438"/>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b="1"/>
              <a:t>protected :</a:t>
            </a:r>
          </a:p>
          <a:p>
            <a:r>
              <a:rPr lang="en-US" altLang="en-US" sz="1400" b="1"/>
              <a:t>      int b2; </a:t>
            </a:r>
          </a:p>
          <a:p>
            <a:endParaRPr lang="en-US" altLang="en-US" sz="1400" b="1"/>
          </a:p>
        </p:txBody>
      </p:sp>
      <p:sp>
        <p:nvSpPr>
          <p:cNvPr id="28683" name="Rectangle 11">
            <a:extLst>
              <a:ext uri="{FF2B5EF4-FFF2-40B4-BE49-F238E27FC236}">
                <a16:creationId xmlns:a16="http://schemas.microsoft.com/office/drawing/2014/main" id="{50043B3C-73F1-D3CF-ADC5-6C22F9D3BBA3}"/>
              </a:ext>
            </a:extLst>
          </p:cNvPr>
          <p:cNvSpPr>
            <a:spLocks noChangeArrowheads="1"/>
          </p:cNvSpPr>
          <p:nvPr/>
        </p:nvSpPr>
        <p:spPr bwMode="auto">
          <a:xfrm>
            <a:off x="3454400" y="5092700"/>
            <a:ext cx="1385888" cy="700088"/>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b="1"/>
              <a:t>public :</a:t>
            </a:r>
          </a:p>
          <a:p>
            <a:r>
              <a:rPr lang="en-US" altLang="en-US" sz="1400" b="1"/>
              <a:t>       int  b3;</a:t>
            </a:r>
          </a:p>
          <a:p>
            <a:endParaRPr lang="en-US" altLang="en-US" sz="1400" b="1"/>
          </a:p>
        </p:txBody>
      </p:sp>
      <p:sp>
        <p:nvSpPr>
          <p:cNvPr id="28684" name="Rectangle 12">
            <a:extLst>
              <a:ext uri="{FF2B5EF4-FFF2-40B4-BE49-F238E27FC236}">
                <a16:creationId xmlns:a16="http://schemas.microsoft.com/office/drawing/2014/main" id="{D25D52C5-63C8-6E7A-A358-5D55AC77A70E}"/>
              </a:ext>
            </a:extLst>
          </p:cNvPr>
          <p:cNvSpPr>
            <a:spLocks noChangeArrowheads="1"/>
          </p:cNvSpPr>
          <p:nvPr/>
        </p:nvSpPr>
        <p:spPr bwMode="auto">
          <a:xfrm>
            <a:off x="6440488" y="3208338"/>
            <a:ext cx="1493837" cy="2752725"/>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8685" name="Rectangle 13">
            <a:extLst>
              <a:ext uri="{FF2B5EF4-FFF2-40B4-BE49-F238E27FC236}">
                <a16:creationId xmlns:a16="http://schemas.microsoft.com/office/drawing/2014/main" id="{4C062902-AD6F-4028-A76E-CB69009EFF54}"/>
              </a:ext>
            </a:extLst>
          </p:cNvPr>
          <p:cNvSpPr>
            <a:spLocks noChangeArrowheads="1"/>
          </p:cNvSpPr>
          <p:nvPr/>
        </p:nvSpPr>
        <p:spPr bwMode="auto">
          <a:xfrm>
            <a:off x="6546850" y="3352800"/>
            <a:ext cx="1281113" cy="579438"/>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b="1"/>
              <a:t>private :</a:t>
            </a:r>
          </a:p>
          <a:p>
            <a:r>
              <a:rPr lang="en-US" altLang="en-US" sz="1400" b="1"/>
              <a:t>   int b1;	</a:t>
            </a:r>
          </a:p>
        </p:txBody>
      </p:sp>
      <p:sp>
        <p:nvSpPr>
          <p:cNvPr id="28686" name="Rectangle 14">
            <a:extLst>
              <a:ext uri="{FF2B5EF4-FFF2-40B4-BE49-F238E27FC236}">
                <a16:creationId xmlns:a16="http://schemas.microsoft.com/office/drawing/2014/main" id="{9481A663-EB0C-CA58-C9E7-F6381D1A77CC}"/>
              </a:ext>
            </a:extLst>
          </p:cNvPr>
          <p:cNvSpPr>
            <a:spLocks noChangeArrowheads="1"/>
          </p:cNvSpPr>
          <p:nvPr/>
        </p:nvSpPr>
        <p:spPr bwMode="auto">
          <a:xfrm>
            <a:off x="6546850" y="4222750"/>
            <a:ext cx="1281113" cy="72390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b="1"/>
              <a:t>protected:</a:t>
            </a:r>
          </a:p>
          <a:p>
            <a:r>
              <a:rPr lang="en-US" altLang="en-US" sz="1400" b="1"/>
              <a:t> int a2; </a:t>
            </a:r>
          </a:p>
          <a:p>
            <a:r>
              <a:rPr lang="en-US" altLang="en-US" sz="1400" b="1"/>
              <a:t> int b2</a:t>
            </a:r>
          </a:p>
        </p:txBody>
      </p:sp>
      <p:sp>
        <p:nvSpPr>
          <p:cNvPr id="28687" name="Rectangle 15">
            <a:extLst>
              <a:ext uri="{FF2B5EF4-FFF2-40B4-BE49-F238E27FC236}">
                <a16:creationId xmlns:a16="http://schemas.microsoft.com/office/drawing/2014/main" id="{DAB6B1C4-D637-127B-9B7F-C459B4A22BBA}"/>
              </a:ext>
            </a:extLst>
          </p:cNvPr>
          <p:cNvSpPr>
            <a:spLocks noChangeArrowheads="1"/>
          </p:cNvSpPr>
          <p:nvPr/>
        </p:nvSpPr>
        <p:spPr bwMode="auto">
          <a:xfrm>
            <a:off x="6546850" y="5092700"/>
            <a:ext cx="1281113" cy="72390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b="1"/>
              <a:t>public:</a:t>
            </a:r>
          </a:p>
          <a:p>
            <a:r>
              <a:rPr lang="en-US" altLang="en-US" sz="1400" b="1"/>
              <a:t>int b3;int a3;</a:t>
            </a:r>
          </a:p>
        </p:txBody>
      </p:sp>
      <p:sp>
        <p:nvSpPr>
          <p:cNvPr id="28688" name="Text Box 16">
            <a:extLst>
              <a:ext uri="{FF2B5EF4-FFF2-40B4-BE49-F238E27FC236}">
                <a16:creationId xmlns:a16="http://schemas.microsoft.com/office/drawing/2014/main" id="{9AD91FD7-C837-FAFA-9767-BF2B903319B4}"/>
              </a:ext>
            </a:extLst>
          </p:cNvPr>
          <p:cNvSpPr txBox="1">
            <a:spLocks noChangeArrowheads="1"/>
          </p:cNvSpPr>
          <p:nvPr/>
        </p:nvSpPr>
        <p:spPr bwMode="auto">
          <a:xfrm>
            <a:off x="1676400" y="6202363"/>
            <a:ext cx="4800600" cy="5794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b="1"/>
              <a:t> </a:t>
            </a:r>
            <a:r>
              <a:rPr lang="en-US" altLang="en-US" b="1"/>
              <a:t>Public Derivation</a:t>
            </a:r>
          </a:p>
        </p:txBody>
      </p:sp>
      <p:sp>
        <p:nvSpPr>
          <p:cNvPr id="28689" name="Rectangle 17">
            <a:extLst>
              <a:ext uri="{FF2B5EF4-FFF2-40B4-BE49-F238E27FC236}">
                <a16:creationId xmlns:a16="http://schemas.microsoft.com/office/drawing/2014/main" id="{7E783843-4C91-B16A-760A-2006D2587211}"/>
              </a:ext>
            </a:extLst>
          </p:cNvPr>
          <p:cNvSpPr>
            <a:spLocks noChangeArrowheads="1"/>
          </p:cNvSpPr>
          <p:nvPr/>
        </p:nvSpPr>
        <p:spPr bwMode="auto">
          <a:xfrm>
            <a:off x="619125" y="2697163"/>
            <a:ext cx="7588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t>           Class A		  Class B	              Class B: public A   </a:t>
            </a:r>
          </a:p>
        </p:txBody>
      </p:sp>
      <p:sp>
        <p:nvSpPr>
          <p:cNvPr id="28690" name="Rectangle 20">
            <a:extLst>
              <a:ext uri="{FF2B5EF4-FFF2-40B4-BE49-F238E27FC236}">
                <a16:creationId xmlns:a16="http://schemas.microsoft.com/office/drawing/2014/main" id="{A409227F-2A73-3E30-3704-15B465715B0F}"/>
              </a:ext>
            </a:extLst>
          </p:cNvPr>
          <p:cNvSpPr>
            <a:spLocks noChangeArrowheads="1"/>
          </p:cNvSpPr>
          <p:nvPr/>
        </p:nvSpPr>
        <p:spPr bwMode="auto">
          <a:xfrm>
            <a:off x="685800" y="1868488"/>
            <a:ext cx="78486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 typeface="Wingdings" panose="05000000000000000000" pitchFamily="2" charset="2"/>
              <a:buChar char="q"/>
            </a:pPr>
            <a:r>
              <a:rPr lang="en-US" altLang="en-US"/>
              <a:t>The inherited public and protected members of a base class become public and protected members of the derived class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9DE7254A-9E09-0AAF-5DAE-C72060F9878E}"/>
              </a:ext>
            </a:extLst>
          </p:cNvPr>
          <p:cNvSpPr>
            <a:spLocks noGrp="1"/>
          </p:cNvSpPr>
          <p:nvPr>
            <p:ph type="title"/>
          </p:nvPr>
        </p:nvSpPr>
        <p:spPr/>
        <p:txBody>
          <a:bodyPr/>
          <a:lstStyle/>
          <a:p>
            <a:r>
              <a:rPr lang="en-US" altLang="en-US"/>
              <a:t>Public Derivation - Example</a:t>
            </a:r>
            <a:endParaRPr lang="en-IN" altLang="en-US"/>
          </a:p>
        </p:txBody>
      </p:sp>
      <p:sp>
        <p:nvSpPr>
          <p:cNvPr id="29699" name="Slide Number Placeholder 3">
            <a:extLst>
              <a:ext uri="{FF2B5EF4-FFF2-40B4-BE49-F238E27FC236}">
                <a16:creationId xmlns:a16="http://schemas.microsoft.com/office/drawing/2014/main" id="{DCF1CEAB-B76D-327F-659C-77DCCEE5968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E7A8ABB-6A14-464E-BAA4-81E2AF9960F5}"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29700" name="Rectangle 3">
            <a:extLst>
              <a:ext uri="{FF2B5EF4-FFF2-40B4-BE49-F238E27FC236}">
                <a16:creationId xmlns:a16="http://schemas.microsoft.com/office/drawing/2014/main" id="{3D53A854-10F8-E7D6-F564-3FD8720FBDEC}"/>
              </a:ext>
            </a:extLst>
          </p:cNvPr>
          <p:cNvSpPr txBox="1">
            <a:spLocks noChangeArrowheads="1"/>
          </p:cNvSpPr>
          <p:nvPr/>
        </p:nvSpPr>
        <p:spPr bwMode="auto">
          <a:xfrm>
            <a:off x="304800" y="914400"/>
            <a:ext cx="81534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669925" indent="-325438"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eaLnBrk="1" hangingPunct="1">
              <a:spcBef>
                <a:spcPct val="20000"/>
              </a:spcBef>
              <a:buClr>
                <a:schemeClr val="accent2"/>
              </a:buClr>
              <a:buSzPct val="60000"/>
              <a:buFont typeface="Wingdings" panose="05000000000000000000" pitchFamily="2" charset="2"/>
              <a:buNone/>
            </a:pPr>
            <a:r>
              <a:rPr lang="en-US" altLang="en-US" sz="1600"/>
              <a:t> </a:t>
            </a:r>
            <a:r>
              <a:rPr lang="en-US" altLang="en-US" sz="1600" b="1"/>
              <a:t>class A</a:t>
            </a:r>
          </a:p>
          <a:p>
            <a:pPr lvl="1" eaLnBrk="1" hangingPunct="1">
              <a:spcBef>
                <a:spcPct val="20000"/>
              </a:spcBef>
              <a:buClr>
                <a:schemeClr val="accent2"/>
              </a:buClr>
              <a:buSzPct val="60000"/>
              <a:buFont typeface="Wingdings" panose="05000000000000000000" pitchFamily="2" charset="2"/>
              <a:buNone/>
            </a:pPr>
            <a:r>
              <a:rPr lang="en-US" altLang="en-US" sz="1600" b="1"/>
              <a:t> {</a:t>
            </a:r>
          </a:p>
          <a:p>
            <a:pPr lvl="1" eaLnBrk="1" hangingPunct="1">
              <a:spcBef>
                <a:spcPct val="20000"/>
              </a:spcBef>
              <a:buClr>
                <a:schemeClr val="accent2"/>
              </a:buClr>
              <a:buSzPct val="60000"/>
              <a:buFont typeface="Wingdings" panose="05000000000000000000" pitchFamily="2" charset="2"/>
              <a:buNone/>
            </a:pPr>
            <a:r>
              <a:rPr lang="en-US" altLang="en-US" sz="1600" b="1"/>
              <a:t>	   private    :  int a;</a:t>
            </a:r>
          </a:p>
          <a:p>
            <a:pPr lvl="1" eaLnBrk="1" hangingPunct="1">
              <a:spcBef>
                <a:spcPct val="20000"/>
              </a:spcBef>
              <a:buClr>
                <a:schemeClr val="accent2"/>
              </a:buClr>
              <a:buSzPct val="60000"/>
              <a:buFont typeface="Wingdings" panose="05000000000000000000" pitchFamily="2" charset="2"/>
              <a:buNone/>
            </a:pPr>
            <a:r>
              <a:rPr lang="en-US" altLang="en-US" sz="1600" b="1"/>
              <a:t>        protected: int b;</a:t>
            </a:r>
          </a:p>
          <a:p>
            <a:pPr lvl="1" eaLnBrk="1" hangingPunct="1">
              <a:spcBef>
                <a:spcPct val="20000"/>
              </a:spcBef>
              <a:buClr>
                <a:schemeClr val="accent2"/>
              </a:buClr>
              <a:buSzPct val="60000"/>
              <a:buFont typeface="Wingdings" panose="05000000000000000000" pitchFamily="2" charset="2"/>
              <a:buNone/>
            </a:pPr>
            <a:r>
              <a:rPr lang="en-US" altLang="en-US" sz="1600" b="1"/>
              <a:t>        public     : void get_a( )  {  cin&gt;&gt;a;}</a:t>
            </a:r>
          </a:p>
          <a:p>
            <a:pPr lvl="1" eaLnBrk="1" hangingPunct="1">
              <a:spcBef>
                <a:spcPct val="20000"/>
              </a:spcBef>
              <a:buClr>
                <a:schemeClr val="accent2"/>
              </a:buClr>
              <a:buSzPct val="60000"/>
              <a:buFont typeface="Wingdings" panose="05000000000000000000" pitchFamily="2" charset="2"/>
              <a:buNone/>
            </a:pPr>
            <a:r>
              <a:rPr lang="en-US" altLang="en-US" sz="1600" b="1"/>
              <a:t>          void get_b( )  { cin&gt;&gt;b;}	</a:t>
            </a:r>
          </a:p>
          <a:p>
            <a:pPr lvl="1" eaLnBrk="1" hangingPunct="1">
              <a:spcBef>
                <a:spcPct val="20000"/>
              </a:spcBef>
              <a:buClr>
                <a:schemeClr val="accent2"/>
              </a:buClr>
              <a:buSzPct val="60000"/>
              <a:buFont typeface="Wingdings" panose="05000000000000000000" pitchFamily="2" charset="2"/>
              <a:buNone/>
            </a:pPr>
            <a:r>
              <a:rPr lang="en-US" altLang="en-US" sz="1600" b="1"/>
              <a:t>		void print_a( ) { cout&lt;&lt;a;}	</a:t>
            </a:r>
          </a:p>
          <a:p>
            <a:pPr lvl="1" eaLnBrk="1" hangingPunct="1">
              <a:spcBef>
                <a:spcPct val="20000"/>
              </a:spcBef>
              <a:buClr>
                <a:schemeClr val="accent2"/>
              </a:buClr>
              <a:buSzPct val="60000"/>
              <a:buFont typeface="Wingdings" panose="05000000000000000000" pitchFamily="2" charset="2"/>
              <a:buNone/>
            </a:pPr>
            <a:r>
              <a:rPr lang="en-US" altLang="en-US" sz="1600" b="1"/>
              <a:t>          void print_b( ) {cout&lt;&lt;b;}	</a:t>
            </a:r>
          </a:p>
          <a:p>
            <a:pPr lvl="1" eaLnBrk="1" hangingPunct="1">
              <a:spcBef>
                <a:spcPct val="20000"/>
              </a:spcBef>
              <a:buClr>
                <a:schemeClr val="accent2"/>
              </a:buClr>
              <a:buSzPct val="60000"/>
              <a:buFont typeface="Wingdings" panose="05000000000000000000" pitchFamily="2" charset="2"/>
              <a:buNone/>
            </a:pPr>
            <a:r>
              <a:rPr lang="en-US" altLang="en-US" sz="1600" b="1"/>
              <a:t> };</a:t>
            </a:r>
          </a:p>
          <a:p>
            <a:pPr lvl="1" eaLnBrk="1" hangingPunct="1">
              <a:spcBef>
                <a:spcPct val="20000"/>
              </a:spcBef>
              <a:buClr>
                <a:schemeClr val="accent2"/>
              </a:buClr>
              <a:buSzPct val="60000"/>
              <a:buFont typeface="Wingdings" panose="05000000000000000000" pitchFamily="2" charset="2"/>
              <a:buNone/>
            </a:pPr>
            <a:r>
              <a:rPr lang="en-US" altLang="en-US" sz="1600" b="1"/>
              <a:t> </a:t>
            </a:r>
            <a:r>
              <a:rPr lang="en-US" altLang="en-US" sz="1600" b="1">
                <a:solidFill>
                  <a:srgbClr val="C00000"/>
                </a:solidFill>
              </a:rPr>
              <a:t>class B : public A</a:t>
            </a:r>
          </a:p>
          <a:p>
            <a:pPr lvl="1" eaLnBrk="1" hangingPunct="1">
              <a:spcBef>
                <a:spcPct val="20000"/>
              </a:spcBef>
              <a:buClr>
                <a:schemeClr val="accent2"/>
              </a:buClr>
              <a:buSzPct val="60000"/>
              <a:buFont typeface="Wingdings" panose="05000000000000000000" pitchFamily="2" charset="2"/>
              <a:buNone/>
            </a:pPr>
            <a:r>
              <a:rPr lang="en-US" altLang="en-US" sz="1600" b="1"/>
              <a:t>{</a:t>
            </a:r>
          </a:p>
          <a:p>
            <a:pPr lvl="1" eaLnBrk="1" hangingPunct="1">
              <a:spcBef>
                <a:spcPct val="20000"/>
              </a:spcBef>
              <a:buClr>
                <a:schemeClr val="accent2"/>
              </a:buClr>
              <a:buSzPct val="60000"/>
              <a:buFont typeface="Wingdings" panose="05000000000000000000" pitchFamily="2" charset="2"/>
              <a:buNone/>
            </a:pPr>
            <a:r>
              <a:rPr lang="en-US" altLang="en-US" sz="1600" b="1"/>
              <a:t>	private    :  int c;</a:t>
            </a:r>
          </a:p>
          <a:p>
            <a:pPr lvl="1" eaLnBrk="1" hangingPunct="1">
              <a:spcBef>
                <a:spcPct val="20000"/>
              </a:spcBef>
              <a:buClr>
                <a:schemeClr val="accent2"/>
              </a:buClr>
              <a:buSzPct val="60000"/>
              <a:buFont typeface="Wingdings" panose="05000000000000000000" pitchFamily="2" charset="2"/>
              <a:buNone/>
            </a:pPr>
            <a:r>
              <a:rPr lang="en-US" altLang="en-US" sz="1600" b="1"/>
              <a:t>     protected:  int d;</a:t>
            </a:r>
          </a:p>
          <a:p>
            <a:pPr lvl="1" eaLnBrk="1" hangingPunct="1">
              <a:spcBef>
                <a:spcPct val="20000"/>
              </a:spcBef>
              <a:buClr>
                <a:schemeClr val="accent2"/>
              </a:buClr>
              <a:buSzPct val="60000"/>
              <a:buFont typeface="Wingdings" panose="05000000000000000000" pitchFamily="2" charset="2"/>
              <a:buNone/>
            </a:pPr>
            <a:r>
              <a:rPr lang="en-US" altLang="en-US" sz="1600" b="1"/>
              <a:t>     public     :  </a:t>
            </a:r>
          </a:p>
          <a:p>
            <a:pPr lvl="1" eaLnBrk="1" hangingPunct="1">
              <a:spcBef>
                <a:spcPct val="20000"/>
              </a:spcBef>
              <a:buClr>
                <a:schemeClr val="accent2"/>
              </a:buClr>
              <a:buSzPct val="60000"/>
              <a:buFont typeface="Wingdings" panose="05000000000000000000" pitchFamily="2" charset="2"/>
              <a:buNone/>
            </a:pPr>
            <a:r>
              <a:rPr lang="en-US" altLang="en-US" sz="1600" b="1"/>
              <a:t>     void get_c( ) { cin&gt;&gt;c;}</a:t>
            </a:r>
          </a:p>
          <a:p>
            <a:pPr lvl="1" eaLnBrk="1" hangingPunct="1">
              <a:spcBef>
                <a:spcPct val="20000"/>
              </a:spcBef>
              <a:buClr>
                <a:schemeClr val="accent2"/>
              </a:buClr>
              <a:buSzPct val="60000"/>
              <a:buFont typeface="Wingdings" panose="05000000000000000000" pitchFamily="2" charset="2"/>
              <a:buNone/>
            </a:pPr>
            <a:r>
              <a:rPr lang="en-US" altLang="en-US" sz="1600" b="1"/>
              <a:t>     void get_d( ) {cin &gt;&gt;d;}   	</a:t>
            </a:r>
          </a:p>
          <a:p>
            <a:pPr lvl="1" eaLnBrk="1" hangingPunct="1">
              <a:spcBef>
                <a:spcPct val="20000"/>
              </a:spcBef>
              <a:buClr>
                <a:schemeClr val="accent2"/>
              </a:buClr>
              <a:buSzPct val="60000"/>
              <a:buFont typeface="Wingdings" panose="05000000000000000000" pitchFamily="2" charset="2"/>
              <a:buNone/>
            </a:pPr>
            <a:r>
              <a:rPr lang="en-US" altLang="en-US" sz="1600" b="1"/>
              <a:t>     void get_all( ) { get_a( );   cin&gt;&gt;b&gt;&gt;c&gt;&gt;d;}</a:t>
            </a:r>
          </a:p>
          <a:p>
            <a:pPr lvl="1" eaLnBrk="1" hangingPunct="1">
              <a:spcBef>
                <a:spcPct val="20000"/>
              </a:spcBef>
              <a:buClr>
                <a:schemeClr val="accent2"/>
              </a:buClr>
              <a:buSzPct val="60000"/>
              <a:buFont typeface="Wingdings" panose="05000000000000000000" pitchFamily="2" charset="2"/>
              <a:buNone/>
            </a:pPr>
            <a:r>
              <a:rPr lang="en-US" altLang="en-US" sz="1600" b="1"/>
              <a:t>     void print_cd( ){ cout&lt;&lt;c&lt;&lt;d;}</a:t>
            </a:r>
          </a:p>
          <a:p>
            <a:pPr lvl="1" eaLnBrk="1" hangingPunct="1">
              <a:spcBef>
                <a:spcPct val="20000"/>
              </a:spcBef>
              <a:buClr>
                <a:schemeClr val="accent2"/>
              </a:buClr>
              <a:buSzPct val="60000"/>
              <a:buFont typeface="Wingdings" panose="05000000000000000000" pitchFamily="2" charset="2"/>
              <a:buNone/>
            </a:pPr>
            <a:r>
              <a:rPr lang="en-US" altLang="en-US" sz="1600" b="1"/>
              <a:t>     void print_all( ) { print_a( ); cout&lt;&lt;b&lt;&lt;c&lt;&lt;d; }</a:t>
            </a:r>
          </a:p>
          <a:p>
            <a:pPr lvl="1" eaLnBrk="1" hangingPunct="1">
              <a:spcBef>
                <a:spcPct val="20000"/>
              </a:spcBef>
              <a:buClr>
                <a:schemeClr val="accent2"/>
              </a:buClr>
              <a:buSzPct val="60000"/>
              <a:buFont typeface="Wingdings" panose="05000000000000000000" pitchFamily="2" charset="2"/>
              <a:buNone/>
            </a:pPr>
            <a:r>
              <a:rPr lang="en-US" altLang="en-US" sz="1600" b="1"/>
              <a:t>};</a:t>
            </a:r>
          </a:p>
          <a:p>
            <a:pPr eaLnBrk="1" hangingPunct="1">
              <a:lnSpc>
                <a:spcPct val="80000"/>
              </a:lnSpc>
              <a:spcBef>
                <a:spcPct val="20000"/>
              </a:spcBef>
              <a:buClr>
                <a:srgbClr val="35742A"/>
              </a:buClr>
              <a:buSzPct val="65000"/>
              <a:buFont typeface="Wingdings" panose="05000000000000000000" pitchFamily="2" charset="2"/>
              <a:buNone/>
            </a:pPr>
            <a:endParaRPr lang="en-US" altLang="en-US" sz="1600" b="1"/>
          </a:p>
        </p:txBody>
      </p:sp>
      <p:sp>
        <p:nvSpPr>
          <p:cNvPr id="29701" name="Rectangle 4">
            <a:extLst>
              <a:ext uri="{FF2B5EF4-FFF2-40B4-BE49-F238E27FC236}">
                <a16:creationId xmlns:a16="http://schemas.microsoft.com/office/drawing/2014/main" id="{C0B97D0F-A7BB-790C-EA7F-5C9993B6AC71}"/>
              </a:ext>
            </a:extLst>
          </p:cNvPr>
          <p:cNvSpPr>
            <a:spLocks noChangeArrowheads="1"/>
          </p:cNvSpPr>
          <p:nvPr/>
        </p:nvSpPr>
        <p:spPr bwMode="auto">
          <a:xfrm>
            <a:off x="5562600" y="1670050"/>
            <a:ext cx="2438400" cy="229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int  main( )</a:t>
            </a:r>
          </a:p>
          <a:p>
            <a:r>
              <a:rPr lang="en-US" altLang="en-US" sz="1600" b="1"/>
              <a:t> {</a:t>
            </a:r>
          </a:p>
          <a:p>
            <a:r>
              <a:rPr lang="en-US" altLang="en-US" sz="1600" b="1"/>
              <a:t>              B  b1;    	 </a:t>
            </a:r>
          </a:p>
          <a:p>
            <a:r>
              <a:rPr lang="en-US" altLang="en-US" sz="1600" b="1"/>
              <a:t>              b1.get_a( );</a:t>
            </a:r>
          </a:p>
          <a:p>
            <a:r>
              <a:rPr lang="en-US" altLang="en-US" sz="1600" b="1"/>
              <a:t>              b1.get_b( );</a:t>
            </a:r>
          </a:p>
          <a:p>
            <a:r>
              <a:rPr lang="en-US" altLang="en-US" sz="1600" b="1"/>
              <a:t>              b1.get_c( );</a:t>
            </a:r>
          </a:p>
          <a:p>
            <a:r>
              <a:rPr lang="en-US" altLang="en-US" sz="1600" b="1"/>
              <a:t>              b1.get_d( );</a:t>
            </a:r>
          </a:p>
          <a:p>
            <a:r>
              <a:rPr lang="en-US" altLang="en-US" sz="1600" b="1"/>
              <a:t>              b1.print_all( );</a:t>
            </a:r>
          </a:p>
          <a:p>
            <a:r>
              <a:rPr lang="en-US" altLang="en-US" sz="1600" b="1"/>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67B69876-9E0E-4EE4-869D-9767DC465CB3}"/>
              </a:ext>
            </a:extLst>
          </p:cNvPr>
          <p:cNvSpPr>
            <a:spLocks noGrp="1"/>
          </p:cNvSpPr>
          <p:nvPr>
            <p:ph type="title"/>
          </p:nvPr>
        </p:nvSpPr>
        <p:spPr/>
        <p:txBody>
          <a:bodyPr/>
          <a:lstStyle/>
          <a:p>
            <a:r>
              <a:rPr lang="en-US" altLang="en-US"/>
              <a:t>Public, Protected and Private derivation</a:t>
            </a:r>
            <a:endParaRPr lang="en-IN" altLang="en-US"/>
          </a:p>
        </p:txBody>
      </p:sp>
      <p:sp>
        <p:nvSpPr>
          <p:cNvPr id="30723" name="Slide Number Placeholder 3">
            <a:extLst>
              <a:ext uri="{FF2B5EF4-FFF2-40B4-BE49-F238E27FC236}">
                <a16:creationId xmlns:a16="http://schemas.microsoft.com/office/drawing/2014/main" id="{63171167-5DA4-F032-CDD0-F763796A242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660CDAC-77DB-4C7B-BA24-4DBF9E25DD77}"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30724" name="Rectangle 4">
            <a:extLst>
              <a:ext uri="{FF2B5EF4-FFF2-40B4-BE49-F238E27FC236}">
                <a16:creationId xmlns:a16="http://schemas.microsoft.com/office/drawing/2014/main" id="{F3334A2C-1118-894C-568D-ECA147F8C9ED}"/>
              </a:ext>
            </a:extLst>
          </p:cNvPr>
          <p:cNvSpPr>
            <a:spLocks noChangeArrowheads="1"/>
          </p:cNvSpPr>
          <p:nvPr/>
        </p:nvSpPr>
        <p:spPr bwMode="auto">
          <a:xfrm>
            <a:off x="685800" y="1752600"/>
            <a:ext cx="7848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 typeface="Wingdings" panose="05000000000000000000" pitchFamily="2" charset="2"/>
              <a:buChar char="q"/>
            </a:pPr>
            <a:r>
              <a:rPr lang="en-US" altLang="en-US"/>
              <a:t>The inherited public and protected members of a base class become protected members of the derived class </a:t>
            </a:r>
          </a:p>
        </p:txBody>
      </p:sp>
      <p:sp>
        <p:nvSpPr>
          <p:cNvPr id="30725" name="Rectangle 4">
            <a:extLst>
              <a:ext uri="{FF2B5EF4-FFF2-40B4-BE49-F238E27FC236}">
                <a16:creationId xmlns:a16="http://schemas.microsoft.com/office/drawing/2014/main" id="{F7D89050-8076-B5A4-F677-127E86235E32}"/>
              </a:ext>
            </a:extLst>
          </p:cNvPr>
          <p:cNvSpPr>
            <a:spLocks noChangeArrowheads="1"/>
          </p:cNvSpPr>
          <p:nvPr/>
        </p:nvSpPr>
        <p:spPr bwMode="auto">
          <a:xfrm>
            <a:off x="898525" y="2898775"/>
            <a:ext cx="2387600" cy="295275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0726" name="Rectangle 5">
            <a:extLst>
              <a:ext uri="{FF2B5EF4-FFF2-40B4-BE49-F238E27FC236}">
                <a16:creationId xmlns:a16="http://schemas.microsoft.com/office/drawing/2014/main" id="{A8CEA45B-2DDC-B71A-5D7E-94CECACDFE0A}"/>
              </a:ext>
            </a:extLst>
          </p:cNvPr>
          <p:cNvSpPr>
            <a:spLocks noChangeArrowheads="1"/>
          </p:cNvSpPr>
          <p:nvPr/>
        </p:nvSpPr>
        <p:spPr bwMode="auto">
          <a:xfrm>
            <a:off x="1111250" y="3054350"/>
            <a:ext cx="1855788" cy="62230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private :</a:t>
            </a:r>
          </a:p>
          <a:p>
            <a:r>
              <a:rPr lang="en-US" altLang="en-US" sz="1600" b="1"/>
              <a:t>      int a1;</a:t>
            </a:r>
          </a:p>
        </p:txBody>
      </p:sp>
      <p:sp>
        <p:nvSpPr>
          <p:cNvPr id="30727" name="Rectangle 6">
            <a:extLst>
              <a:ext uri="{FF2B5EF4-FFF2-40B4-BE49-F238E27FC236}">
                <a16:creationId xmlns:a16="http://schemas.microsoft.com/office/drawing/2014/main" id="{F76CCD3D-F7DC-44DB-A8AE-84773018BD2A}"/>
              </a:ext>
            </a:extLst>
          </p:cNvPr>
          <p:cNvSpPr>
            <a:spLocks noChangeArrowheads="1"/>
          </p:cNvSpPr>
          <p:nvPr/>
        </p:nvSpPr>
        <p:spPr bwMode="auto">
          <a:xfrm>
            <a:off x="1111250" y="3986213"/>
            <a:ext cx="1855788" cy="777875"/>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protected :</a:t>
            </a:r>
          </a:p>
          <a:p>
            <a:r>
              <a:rPr lang="en-US" altLang="en-US" sz="1600" b="1"/>
              <a:t>      int a2; </a:t>
            </a:r>
          </a:p>
        </p:txBody>
      </p:sp>
      <p:sp>
        <p:nvSpPr>
          <p:cNvPr id="30728" name="Rectangle 7">
            <a:extLst>
              <a:ext uri="{FF2B5EF4-FFF2-40B4-BE49-F238E27FC236}">
                <a16:creationId xmlns:a16="http://schemas.microsoft.com/office/drawing/2014/main" id="{BDC5D22B-260D-7C04-4F6C-CCC4870648F0}"/>
              </a:ext>
            </a:extLst>
          </p:cNvPr>
          <p:cNvSpPr>
            <a:spLocks noChangeArrowheads="1"/>
          </p:cNvSpPr>
          <p:nvPr/>
        </p:nvSpPr>
        <p:spPr bwMode="auto">
          <a:xfrm>
            <a:off x="1111250" y="4919663"/>
            <a:ext cx="1855788" cy="776287"/>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public :</a:t>
            </a:r>
          </a:p>
          <a:p>
            <a:r>
              <a:rPr lang="en-US" altLang="en-US" sz="1600" b="1"/>
              <a:t>       int a3;</a:t>
            </a:r>
          </a:p>
        </p:txBody>
      </p:sp>
      <p:sp>
        <p:nvSpPr>
          <p:cNvPr id="30729" name="Rectangle 8">
            <a:extLst>
              <a:ext uri="{FF2B5EF4-FFF2-40B4-BE49-F238E27FC236}">
                <a16:creationId xmlns:a16="http://schemas.microsoft.com/office/drawing/2014/main" id="{13AE2FFB-9DEA-BC04-7B6A-E1DBFC1C469B}"/>
              </a:ext>
            </a:extLst>
          </p:cNvPr>
          <p:cNvSpPr>
            <a:spLocks noChangeArrowheads="1"/>
          </p:cNvSpPr>
          <p:nvPr/>
        </p:nvSpPr>
        <p:spPr bwMode="auto">
          <a:xfrm>
            <a:off x="3024188" y="2898775"/>
            <a:ext cx="2254250" cy="295275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0730" name="Rectangle 9">
            <a:extLst>
              <a:ext uri="{FF2B5EF4-FFF2-40B4-BE49-F238E27FC236}">
                <a16:creationId xmlns:a16="http://schemas.microsoft.com/office/drawing/2014/main" id="{5ACA26CC-4823-C5C0-F1DD-237189CACF82}"/>
              </a:ext>
            </a:extLst>
          </p:cNvPr>
          <p:cNvSpPr>
            <a:spLocks noChangeArrowheads="1"/>
          </p:cNvSpPr>
          <p:nvPr/>
        </p:nvSpPr>
        <p:spPr bwMode="auto">
          <a:xfrm>
            <a:off x="3236913" y="3054350"/>
            <a:ext cx="1724025" cy="62230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private :</a:t>
            </a:r>
          </a:p>
          <a:p>
            <a:r>
              <a:rPr lang="en-US" altLang="en-US" sz="1600" b="1"/>
              <a:t>      int b1;</a:t>
            </a:r>
          </a:p>
          <a:p>
            <a:endParaRPr lang="en-US" altLang="en-US" sz="1600" b="1"/>
          </a:p>
        </p:txBody>
      </p:sp>
      <p:sp>
        <p:nvSpPr>
          <p:cNvPr id="30731" name="Rectangle 10">
            <a:extLst>
              <a:ext uri="{FF2B5EF4-FFF2-40B4-BE49-F238E27FC236}">
                <a16:creationId xmlns:a16="http://schemas.microsoft.com/office/drawing/2014/main" id="{2BD6FFE2-396A-4A5D-E57B-A12ADC9B201D}"/>
              </a:ext>
            </a:extLst>
          </p:cNvPr>
          <p:cNvSpPr>
            <a:spLocks noChangeArrowheads="1"/>
          </p:cNvSpPr>
          <p:nvPr/>
        </p:nvSpPr>
        <p:spPr bwMode="auto">
          <a:xfrm>
            <a:off x="3236913" y="3986213"/>
            <a:ext cx="1724025" cy="62071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protected :</a:t>
            </a:r>
          </a:p>
          <a:p>
            <a:r>
              <a:rPr lang="en-US" altLang="en-US" sz="1600" b="1"/>
              <a:t>      int b2; </a:t>
            </a:r>
          </a:p>
          <a:p>
            <a:endParaRPr lang="en-US" altLang="en-US" sz="1600" b="1"/>
          </a:p>
        </p:txBody>
      </p:sp>
      <p:sp>
        <p:nvSpPr>
          <p:cNvPr id="30732" name="Rectangle 11">
            <a:extLst>
              <a:ext uri="{FF2B5EF4-FFF2-40B4-BE49-F238E27FC236}">
                <a16:creationId xmlns:a16="http://schemas.microsoft.com/office/drawing/2014/main" id="{762FB184-ED27-9570-8BFE-9012D8EFDC4B}"/>
              </a:ext>
            </a:extLst>
          </p:cNvPr>
          <p:cNvSpPr>
            <a:spLocks noChangeArrowheads="1"/>
          </p:cNvSpPr>
          <p:nvPr/>
        </p:nvSpPr>
        <p:spPr bwMode="auto">
          <a:xfrm>
            <a:off x="3236913" y="4919663"/>
            <a:ext cx="1724025" cy="750887"/>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public :</a:t>
            </a:r>
          </a:p>
          <a:p>
            <a:r>
              <a:rPr lang="en-US" altLang="en-US" sz="1600" b="1"/>
              <a:t>       int  b3;</a:t>
            </a:r>
          </a:p>
          <a:p>
            <a:endParaRPr lang="en-US" altLang="en-US" sz="1600" b="1"/>
          </a:p>
        </p:txBody>
      </p:sp>
      <p:sp>
        <p:nvSpPr>
          <p:cNvPr id="30733" name="Rectangle 12">
            <a:extLst>
              <a:ext uri="{FF2B5EF4-FFF2-40B4-BE49-F238E27FC236}">
                <a16:creationId xmlns:a16="http://schemas.microsoft.com/office/drawing/2014/main" id="{9A9BD1B1-69DA-EEE2-DADA-397545A4BE8D}"/>
              </a:ext>
            </a:extLst>
          </p:cNvPr>
          <p:cNvSpPr>
            <a:spLocks noChangeArrowheads="1"/>
          </p:cNvSpPr>
          <p:nvPr/>
        </p:nvSpPr>
        <p:spPr bwMode="auto">
          <a:xfrm>
            <a:off x="6096000" y="2898775"/>
            <a:ext cx="1974850" cy="295275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0734" name="Rectangle 13">
            <a:extLst>
              <a:ext uri="{FF2B5EF4-FFF2-40B4-BE49-F238E27FC236}">
                <a16:creationId xmlns:a16="http://schemas.microsoft.com/office/drawing/2014/main" id="{9A5B1DFD-6B96-A9C3-E3CB-FFE4BA4325AC}"/>
              </a:ext>
            </a:extLst>
          </p:cNvPr>
          <p:cNvSpPr>
            <a:spLocks noChangeArrowheads="1"/>
          </p:cNvSpPr>
          <p:nvPr/>
        </p:nvSpPr>
        <p:spPr bwMode="auto">
          <a:xfrm>
            <a:off x="6318250" y="3054350"/>
            <a:ext cx="1592263" cy="62230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private :</a:t>
            </a:r>
          </a:p>
          <a:p>
            <a:r>
              <a:rPr lang="en-US" altLang="en-US" sz="1600" b="1"/>
              <a:t>     int  b1;	</a:t>
            </a:r>
          </a:p>
        </p:txBody>
      </p:sp>
      <p:sp>
        <p:nvSpPr>
          <p:cNvPr id="30735" name="Rectangle 14">
            <a:extLst>
              <a:ext uri="{FF2B5EF4-FFF2-40B4-BE49-F238E27FC236}">
                <a16:creationId xmlns:a16="http://schemas.microsoft.com/office/drawing/2014/main" id="{56976046-87F1-DE9A-3FCC-920DC8F393B1}"/>
              </a:ext>
            </a:extLst>
          </p:cNvPr>
          <p:cNvSpPr>
            <a:spLocks noChangeArrowheads="1"/>
          </p:cNvSpPr>
          <p:nvPr/>
        </p:nvSpPr>
        <p:spPr bwMode="auto">
          <a:xfrm>
            <a:off x="6318250" y="3854450"/>
            <a:ext cx="1592263" cy="776288"/>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protected:</a:t>
            </a:r>
          </a:p>
          <a:p>
            <a:r>
              <a:rPr lang="en-US" altLang="en-US" sz="1600" b="1"/>
              <a:t>int a2; </a:t>
            </a:r>
          </a:p>
          <a:p>
            <a:r>
              <a:rPr lang="en-US" altLang="en-US" sz="1600" b="1"/>
              <a:t>int b2,a3;</a:t>
            </a:r>
          </a:p>
        </p:txBody>
      </p:sp>
      <p:sp>
        <p:nvSpPr>
          <p:cNvPr id="30736" name="Rectangle 15">
            <a:extLst>
              <a:ext uri="{FF2B5EF4-FFF2-40B4-BE49-F238E27FC236}">
                <a16:creationId xmlns:a16="http://schemas.microsoft.com/office/drawing/2014/main" id="{1048D34A-6CDA-C791-42A5-2270B707F8FF}"/>
              </a:ext>
            </a:extLst>
          </p:cNvPr>
          <p:cNvSpPr>
            <a:spLocks noChangeArrowheads="1"/>
          </p:cNvSpPr>
          <p:nvPr/>
        </p:nvSpPr>
        <p:spPr bwMode="auto">
          <a:xfrm>
            <a:off x="6318250" y="4919663"/>
            <a:ext cx="1592263" cy="776287"/>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public:</a:t>
            </a:r>
          </a:p>
          <a:p>
            <a:r>
              <a:rPr lang="en-US" altLang="en-US" sz="1600" b="1"/>
              <a:t>int b3;</a:t>
            </a:r>
          </a:p>
        </p:txBody>
      </p:sp>
      <p:sp>
        <p:nvSpPr>
          <p:cNvPr id="30737" name="Text Box 16">
            <a:extLst>
              <a:ext uri="{FF2B5EF4-FFF2-40B4-BE49-F238E27FC236}">
                <a16:creationId xmlns:a16="http://schemas.microsoft.com/office/drawing/2014/main" id="{32E20A5C-B17E-561A-1EBF-AA3EA2112FF1}"/>
              </a:ext>
            </a:extLst>
          </p:cNvPr>
          <p:cNvSpPr txBox="1">
            <a:spLocks noChangeArrowheads="1"/>
          </p:cNvSpPr>
          <p:nvPr/>
        </p:nvSpPr>
        <p:spPr bwMode="auto">
          <a:xfrm>
            <a:off x="2457450" y="6238875"/>
            <a:ext cx="3181350" cy="466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a:t>Protected  Derivation</a:t>
            </a:r>
          </a:p>
        </p:txBody>
      </p:sp>
      <p:sp>
        <p:nvSpPr>
          <p:cNvPr id="30738" name="Rectangle 18">
            <a:extLst>
              <a:ext uri="{FF2B5EF4-FFF2-40B4-BE49-F238E27FC236}">
                <a16:creationId xmlns:a16="http://schemas.microsoft.com/office/drawing/2014/main" id="{C73AC644-FB6B-FB69-D0C3-3954A1A37B15}"/>
              </a:ext>
            </a:extLst>
          </p:cNvPr>
          <p:cNvSpPr>
            <a:spLocks noChangeArrowheads="1"/>
          </p:cNvSpPr>
          <p:nvPr/>
        </p:nvSpPr>
        <p:spPr bwMode="auto">
          <a:xfrm>
            <a:off x="247650" y="2362200"/>
            <a:ext cx="8375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t>            Class A		       Class B		     Class B : Protected A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52E0E433-4669-6E22-5766-9F32F2DF8145}"/>
              </a:ext>
            </a:extLst>
          </p:cNvPr>
          <p:cNvSpPr>
            <a:spLocks noGrp="1"/>
          </p:cNvSpPr>
          <p:nvPr>
            <p:ph type="title"/>
          </p:nvPr>
        </p:nvSpPr>
        <p:spPr/>
        <p:txBody>
          <a:bodyPr/>
          <a:lstStyle/>
          <a:p>
            <a:r>
              <a:rPr lang="en-US" altLang="en-US"/>
              <a:t>Protected Derivation - Example</a:t>
            </a:r>
            <a:endParaRPr lang="en-IN" altLang="en-US"/>
          </a:p>
        </p:txBody>
      </p:sp>
      <p:sp>
        <p:nvSpPr>
          <p:cNvPr id="31747" name="Slide Number Placeholder 3">
            <a:extLst>
              <a:ext uri="{FF2B5EF4-FFF2-40B4-BE49-F238E27FC236}">
                <a16:creationId xmlns:a16="http://schemas.microsoft.com/office/drawing/2014/main" id="{6F9EA0B0-1FA8-53FC-6B23-B022D9151B9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54C9F8C-C844-4CD1-B73A-87B0F470937D}"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31748" name="Rectangle 3">
            <a:extLst>
              <a:ext uri="{FF2B5EF4-FFF2-40B4-BE49-F238E27FC236}">
                <a16:creationId xmlns:a16="http://schemas.microsoft.com/office/drawing/2014/main" id="{7E28D499-DA7F-B5CD-F5B4-730D7841673A}"/>
              </a:ext>
            </a:extLst>
          </p:cNvPr>
          <p:cNvSpPr txBox="1">
            <a:spLocks noChangeArrowheads="1"/>
          </p:cNvSpPr>
          <p:nvPr/>
        </p:nvSpPr>
        <p:spPr bwMode="auto">
          <a:xfrm>
            <a:off x="685800" y="1143000"/>
            <a:ext cx="86868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rgbClr val="35742A"/>
              </a:buClr>
              <a:buSzPct val="65000"/>
              <a:buFont typeface="Wingdings" panose="05000000000000000000" pitchFamily="2" charset="2"/>
              <a:buNone/>
            </a:pPr>
            <a:r>
              <a:rPr lang="en-US" altLang="en-US" sz="1600" b="1"/>
              <a:t>class A</a:t>
            </a:r>
          </a:p>
          <a:p>
            <a:pPr eaLnBrk="1" hangingPunct="1">
              <a:spcBef>
                <a:spcPct val="20000"/>
              </a:spcBef>
              <a:buClr>
                <a:srgbClr val="35742A"/>
              </a:buClr>
              <a:buSzPct val="65000"/>
              <a:buFont typeface="Wingdings" panose="05000000000000000000" pitchFamily="2" charset="2"/>
              <a:buNone/>
            </a:pPr>
            <a:r>
              <a:rPr lang="en-US" altLang="en-US" sz="1600" b="1"/>
              <a:t>{</a:t>
            </a:r>
          </a:p>
          <a:p>
            <a:pPr eaLnBrk="1" hangingPunct="1">
              <a:spcBef>
                <a:spcPct val="20000"/>
              </a:spcBef>
              <a:buClr>
                <a:srgbClr val="35742A"/>
              </a:buClr>
              <a:buSzPct val="65000"/>
              <a:buFont typeface="Wingdings" panose="05000000000000000000" pitchFamily="2" charset="2"/>
              <a:buNone/>
            </a:pPr>
            <a:r>
              <a:rPr lang="en-US" altLang="en-US" sz="1600" b="1"/>
              <a:t>	private:  int a;</a:t>
            </a:r>
          </a:p>
          <a:p>
            <a:pPr eaLnBrk="1" hangingPunct="1">
              <a:spcBef>
                <a:spcPct val="20000"/>
              </a:spcBef>
              <a:buClr>
                <a:srgbClr val="35742A"/>
              </a:buClr>
              <a:buSzPct val="65000"/>
              <a:buFont typeface="Wingdings" panose="05000000000000000000" pitchFamily="2" charset="2"/>
              <a:buNone/>
            </a:pPr>
            <a:r>
              <a:rPr lang="en-US" altLang="en-US" sz="1600" b="1"/>
              <a:t>	protected: int b;</a:t>
            </a:r>
          </a:p>
          <a:p>
            <a:pPr eaLnBrk="1" hangingPunct="1">
              <a:spcBef>
                <a:spcPct val="20000"/>
              </a:spcBef>
              <a:buClr>
                <a:srgbClr val="35742A"/>
              </a:buClr>
              <a:buSzPct val="65000"/>
              <a:buFont typeface="Wingdings" panose="05000000000000000000" pitchFamily="2" charset="2"/>
              <a:buNone/>
            </a:pPr>
            <a:r>
              <a:rPr lang="en-US" altLang="en-US" sz="1600" b="1"/>
              <a:t>	public     : void get_a( )  {  cin&gt;&gt;a;}</a:t>
            </a:r>
          </a:p>
          <a:p>
            <a:pPr eaLnBrk="1" hangingPunct="1">
              <a:spcBef>
                <a:spcPct val="20000"/>
              </a:spcBef>
              <a:buClr>
                <a:srgbClr val="35742A"/>
              </a:buClr>
              <a:buSzPct val="65000"/>
              <a:buFont typeface="Wingdings" panose="05000000000000000000" pitchFamily="2" charset="2"/>
              <a:buNone/>
            </a:pPr>
            <a:r>
              <a:rPr lang="en-US" altLang="en-US" sz="1600" b="1"/>
              <a:t>	void get_b( )  { cin&gt;&gt;b;}	</a:t>
            </a:r>
          </a:p>
          <a:p>
            <a:pPr eaLnBrk="1" hangingPunct="1">
              <a:spcBef>
                <a:spcPct val="20000"/>
              </a:spcBef>
              <a:buClr>
                <a:srgbClr val="35742A"/>
              </a:buClr>
              <a:buSzPct val="65000"/>
              <a:buFont typeface="Wingdings" panose="05000000000000000000" pitchFamily="2" charset="2"/>
              <a:buNone/>
            </a:pPr>
            <a:r>
              <a:rPr lang="en-US" altLang="en-US" sz="1600" b="1"/>
              <a:t>	void print_a( ) { cout&lt;&lt;a;}	</a:t>
            </a:r>
          </a:p>
          <a:p>
            <a:pPr eaLnBrk="1" hangingPunct="1">
              <a:spcBef>
                <a:spcPct val="20000"/>
              </a:spcBef>
              <a:buClr>
                <a:srgbClr val="35742A"/>
              </a:buClr>
              <a:buSzPct val="65000"/>
              <a:buFont typeface="Wingdings" panose="05000000000000000000" pitchFamily="2" charset="2"/>
              <a:buNone/>
            </a:pPr>
            <a:r>
              <a:rPr lang="en-US" altLang="en-US" sz="1600" b="1"/>
              <a:t>	void print_b( ) {cout&lt;&lt;b;}	</a:t>
            </a:r>
          </a:p>
          <a:p>
            <a:pPr eaLnBrk="1" hangingPunct="1">
              <a:spcBef>
                <a:spcPct val="20000"/>
              </a:spcBef>
              <a:buClr>
                <a:srgbClr val="35742A"/>
              </a:buClr>
              <a:buSzPct val="65000"/>
              <a:buFont typeface="Wingdings" panose="05000000000000000000" pitchFamily="2" charset="2"/>
              <a:buNone/>
            </a:pPr>
            <a:r>
              <a:rPr lang="en-US" altLang="en-US" sz="1600" b="1"/>
              <a:t>};</a:t>
            </a:r>
          </a:p>
          <a:p>
            <a:pPr eaLnBrk="1" hangingPunct="1">
              <a:spcBef>
                <a:spcPct val="20000"/>
              </a:spcBef>
              <a:buClr>
                <a:srgbClr val="35742A"/>
              </a:buClr>
              <a:buSzPct val="65000"/>
              <a:buFont typeface="Wingdings" panose="05000000000000000000" pitchFamily="2" charset="2"/>
              <a:buChar char="q"/>
            </a:pPr>
            <a:endParaRPr lang="en-US" altLang="en-US" sz="1600" b="1"/>
          </a:p>
          <a:p>
            <a:pPr eaLnBrk="1" hangingPunct="1">
              <a:spcBef>
                <a:spcPct val="20000"/>
              </a:spcBef>
              <a:buClr>
                <a:srgbClr val="35742A"/>
              </a:buClr>
              <a:buSzPct val="65000"/>
              <a:buFont typeface="Wingdings" panose="05000000000000000000" pitchFamily="2" charset="2"/>
              <a:buNone/>
            </a:pPr>
            <a:r>
              <a:rPr lang="en-US" altLang="en-US" sz="1600" b="1">
                <a:solidFill>
                  <a:srgbClr val="C00000"/>
                </a:solidFill>
              </a:rPr>
              <a:t>class B : protected A</a:t>
            </a:r>
          </a:p>
          <a:p>
            <a:pPr eaLnBrk="1" hangingPunct="1">
              <a:spcBef>
                <a:spcPct val="20000"/>
              </a:spcBef>
              <a:buClr>
                <a:srgbClr val="35742A"/>
              </a:buClr>
              <a:buSzPct val="65000"/>
              <a:buFont typeface="Wingdings" panose="05000000000000000000" pitchFamily="2" charset="2"/>
              <a:buNone/>
            </a:pPr>
            <a:r>
              <a:rPr lang="en-US" altLang="en-US" sz="1600" b="1"/>
              <a:t>{	private    :  int c;</a:t>
            </a:r>
          </a:p>
          <a:p>
            <a:pPr eaLnBrk="1" hangingPunct="1">
              <a:spcBef>
                <a:spcPct val="20000"/>
              </a:spcBef>
              <a:buClr>
                <a:srgbClr val="35742A"/>
              </a:buClr>
              <a:buSzPct val="65000"/>
              <a:buFont typeface="Wingdings" panose="05000000000000000000" pitchFamily="2" charset="2"/>
              <a:buNone/>
            </a:pPr>
            <a:r>
              <a:rPr lang="en-US" altLang="en-US" sz="1600" b="1"/>
              <a:t>	protected:  int d;</a:t>
            </a:r>
          </a:p>
          <a:p>
            <a:pPr eaLnBrk="1" hangingPunct="1">
              <a:spcBef>
                <a:spcPct val="20000"/>
              </a:spcBef>
              <a:buClr>
                <a:srgbClr val="35742A"/>
              </a:buClr>
              <a:buSzPct val="65000"/>
              <a:buFont typeface="Wingdings" panose="05000000000000000000" pitchFamily="2" charset="2"/>
              <a:buNone/>
            </a:pPr>
            <a:r>
              <a:rPr lang="en-US" altLang="en-US" sz="1600" b="1"/>
              <a:t>	public     :  void get_c( ) { cin&gt;&gt;c;}</a:t>
            </a:r>
          </a:p>
          <a:p>
            <a:pPr eaLnBrk="1" hangingPunct="1">
              <a:spcBef>
                <a:spcPct val="20000"/>
              </a:spcBef>
              <a:buClr>
                <a:srgbClr val="35742A"/>
              </a:buClr>
              <a:buSzPct val="65000"/>
              <a:buFont typeface="Wingdings" panose="05000000000000000000" pitchFamily="2" charset="2"/>
              <a:buNone/>
            </a:pPr>
            <a:r>
              <a:rPr lang="en-US" altLang="en-US" sz="1600" b="1"/>
              <a:t>	void get_d( ) {cin &gt;&gt;d;}   	</a:t>
            </a:r>
          </a:p>
          <a:p>
            <a:pPr eaLnBrk="1" hangingPunct="1">
              <a:spcBef>
                <a:spcPct val="20000"/>
              </a:spcBef>
              <a:buClr>
                <a:srgbClr val="35742A"/>
              </a:buClr>
              <a:buSzPct val="65000"/>
              <a:buFont typeface="Wingdings" panose="05000000000000000000" pitchFamily="2" charset="2"/>
              <a:buNone/>
            </a:pPr>
            <a:r>
              <a:rPr lang="en-US" altLang="en-US" sz="1600" b="1"/>
              <a:t>	void get_ab( ) { get_a( ); get_b( );}</a:t>
            </a:r>
          </a:p>
          <a:p>
            <a:pPr eaLnBrk="1" hangingPunct="1">
              <a:spcBef>
                <a:spcPct val="20000"/>
              </a:spcBef>
              <a:buClr>
                <a:srgbClr val="35742A"/>
              </a:buClr>
              <a:buSzPct val="65000"/>
              <a:buFont typeface="Wingdings" panose="05000000000000000000" pitchFamily="2" charset="2"/>
              <a:buNone/>
            </a:pPr>
            <a:r>
              <a:rPr lang="en-US" altLang="en-US" sz="1600" b="1"/>
              <a:t>	void print_cd( ){ cout&lt;&lt;c&lt;&lt;d;}</a:t>
            </a:r>
          </a:p>
          <a:p>
            <a:pPr eaLnBrk="1" hangingPunct="1">
              <a:spcBef>
                <a:spcPct val="20000"/>
              </a:spcBef>
              <a:buClr>
                <a:srgbClr val="35742A"/>
              </a:buClr>
              <a:buSzPct val="65000"/>
              <a:buFont typeface="Wingdings" panose="05000000000000000000" pitchFamily="2" charset="2"/>
              <a:buNone/>
            </a:pPr>
            <a:r>
              <a:rPr lang="en-US" altLang="en-US" sz="1600" b="1"/>
              <a:t>	void print_all( ) { print_a( ); cout&lt;&lt;b&lt;&lt;c&lt;&lt;d;};</a:t>
            </a:r>
          </a:p>
          <a:p>
            <a:pPr eaLnBrk="1" hangingPunct="1">
              <a:spcBef>
                <a:spcPct val="20000"/>
              </a:spcBef>
              <a:buClr>
                <a:srgbClr val="35742A"/>
              </a:buClr>
              <a:buSzPct val="65000"/>
              <a:buFont typeface="Wingdings" panose="05000000000000000000" pitchFamily="2" charset="2"/>
              <a:buNone/>
            </a:pPr>
            <a:r>
              <a:rPr lang="en-US" altLang="en-US" sz="1600" b="1"/>
              <a:t> }</a:t>
            </a:r>
          </a:p>
        </p:txBody>
      </p:sp>
      <p:sp>
        <p:nvSpPr>
          <p:cNvPr id="31749" name="Rectangle 4">
            <a:extLst>
              <a:ext uri="{FF2B5EF4-FFF2-40B4-BE49-F238E27FC236}">
                <a16:creationId xmlns:a16="http://schemas.microsoft.com/office/drawing/2014/main" id="{A467A4B1-7D6B-6D43-4B3C-399CC6E15EC1}"/>
              </a:ext>
            </a:extLst>
          </p:cNvPr>
          <p:cNvSpPr>
            <a:spLocks noChangeArrowheads="1"/>
          </p:cNvSpPr>
          <p:nvPr/>
        </p:nvSpPr>
        <p:spPr bwMode="auto">
          <a:xfrm>
            <a:off x="5105400" y="1295400"/>
            <a:ext cx="3810000"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int  main( )</a:t>
            </a:r>
          </a:p>
          <a:p>
            <a:r>
              <a:rPr lang="en-US" altLang="en-US" sz="1600" b="1"/>
              <a:t>{</a:t>
            </a:r>
          </a:p>
          <a:p>
            <a:r>
              <a:rPr lang="en-US" altLang="en-US" sz="1600" b="1"/>
              <a:t>             B  b1;    	 </a:t>
            </a:r>
          </a:p>
          <a:p>
            <a:r>
              <a:rPr lang="en-US" altLang="en-US" sz="1600" b="1"/>
              <a:t>             b1.get_a( );  //ERROR</a:t>
            </a:r>
          </a:p>
          <a:p>
            <a:r>
              <a:rPr lang="en-US" altLang="en-US" sz="1600" b="1"/>
              <a:t>             b1.get_b( ); //ERROR</a:t>
            </a:r>
          </a:p>
          <a:p>
            <a:r>
              <a:rPr lang="en-US" altLang="en-US" sz="1600" b="1"/>
              <a:t>             b1.get_ab( );</a:t>
            </a:r>
          </a:p>
          <a:p>
            <a:r>
              <a:rPr lang="en-US" altLang="en-US" sz="1600" b="1"/>
              <a:t>            b1.get_c( );</a:t>
            </a:r>
          </a:p>
          <a:p>
            <a:r>
              <a:rPr lang="en-US" altLang="en-US" sz="1600" b="1"/>
              <a:t>            b1.get_d( ); </a:t>
            </a:r>
          </a:p>
          <a:p>
            <a:r>
              <a:rPr lang="en-US" altLang="en-US" sz="1600" b="1"/>
              <a:t>            b1.print_all( );</a:t>
            </a:r>
          </a:p>
          <a:p>
            <a:r>
              <a:rPr lang="en-US" altLang="en-US" sz="1600" b="1"/>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02CCFF9E-5823-57F4-7EDF-83514B40CF8A}"/>
              </a:ext>
            </a:extLst>
          </p:cNvPr>
          <p:cNvSpPr>
            <a:spLocks noGrp="1"/>
          </p:cNvSpPr>
          <p:nvPr>
            <p:ph type="title"/>
          </p:nvPr>
        </p:nvSpPr>
        <p:spPr/>
        <p:txBody>
          <a:bodyPr/>
          <a:lstStyle/>
          <a:p>
            <a:r>
              <a:rPr lang="en-US" altLang="en-US"/>
              <a:t>Public, Protected and Private derivation</a:t>
            </a:r>
            <a:endParaRPr lang="en-IN" altLang="en-US"/>
          </a:p>
        </p:txBody>
      </p:sp>
      <p:sp>
        <p:nvSpPr>
          <p:cNvPr id="32771" name="Slide Number Placeholder 3">
            <a:extLst>
              <a:ext uri="{FF2B5EF4-FFF2-40B4-BE49-F238E27FC236}">
                <a16:creationId xmlns:a16="http://schemas.microsoft.com/office/drawing/2014/main" id="{CD6117D6-C7E1-EC27-9188-1490BE62406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E5B57AB-092C-40C4-8BF3-BA30688DB3C6}"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grpSp>
        <p:nvGrpSpPr>
          <p:cNvPr id="32772" name="Group 4">
            <a:extLst>
              <a:ext uri="{FF2B5EF4-FFF2-40B4-BE49-F238E27FC236}">
                <a16:creationId xmlns:a16="http://schemas.microsoft.com/office/drawing/2014/main" id="{BAEE2CC8-6E26-8FF8-6189-5AAF68BC6EFA}"/>
              </a:ext>
            </a:extLst>
          </p:cNvPr>
          <p:cNvGrpSpPr>
            <a:grpSpLocks noChangeAspect="1"/>
          </p:cNvGrpSpPr>
          <p:nvPr/>
        </p:nvGrpSpPr>
        <p:grpSpPr bwMode="auto">
          <a:xfrm>
            <a:off x="685800" y="2514600"/>
            <a:ext cx="7848600" cy="4114800"/>
            <a:chOff x="1680" y="8219"/>
            <a:chExt cx="8280" cy="4696"/>
          </a:xfrm>
        </p:grpSpPr>
        <p:sp>
          <p:nvSpPr>
            <p:cNvPr id="32775" name="AutoShape 5">
              <a:extLst>
                <a:ext uri="{FF2B5EF4-FFF2-40B4-BE49-F238E27FC236}">
                  <a16:creationId xmlns:a16="http://schemas.microsoft.com/office/drawing/2014/main" id="{0F5966C1-BA1D-6AAB-0D87-EE37FBE9288F}"/>
                </a:ext>
              </a:extLst>
            </p:cNvPr>
            <p:cNvSpPr>
              <a:spLocks noChangeAspect="1" noChangeArrowheads="1"/>
            </p:cNvSpPr>
            <p:nvPr/>
          </p:nvSpPr>
          <p:spPr bwMode="auto">
            <a:xfrm>
              <a:off x="1680" y="8219"/>
              <a:ext cx="8280" cy="4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GB" altLang="en-US" sz="1600" b="1"/>
            </a:p>
          </p:txBody>
        </p:sp>
        <p:sp>
          <p:nvSpPr>
            <p:cNvPr id="32776" name="Rectangle 6">
              <a:extLst>
                <a:ext uri="{FF2B5EF4-FFF2-40B4-BE49-F238E27FC236}">
                  <a16:creationId xmlns:a16="http://schemas.microsoft.com/office/drawing/2014/main" id="{1F0BA7EF-B123-EA8C-28E3-E3D89A9E4A24}"/>
                </a:ext>
              </a:extLst>
            </p:cNvPr>
            <p:cNvSpPr>
              <a:spLocks noChangeArrowheads="1"/>
            </p:cNvSpPr>
            <p:nvPr/>
          </p:nvSpPr>
          <p:spPr bwMode="auto">
            <a:xfrm>
              <a:off x="1920" y="8742"/>
              <a:ext cx="2160" cy="3097"/>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2777" name="Rectangle 7">
              <a:extLst>
                <a:ext uri="{FF2B5EF4-FFF2-40B4-BE49-F238E27FC236}">
                  <a16:creationId xmlns:a16="http://schemas.microsoft.com/office/drawing/2014/main" id="{B5B23A3D-1CAE-1B15-0C63-804324BDC601}"/>
                </a:ext>
              </a:extLst>
            </p:cNvPr>
            <p:cNvSpPr>
              <a:spLocks noChangeArrowheads="1"/>
            </p:cNvSpPr>
            <p:nvPr/>
          </p:nvSpPr>
          <p:spPr bwMode="auto">
            <a:xfrm>
              <a:off x="2160" y="8905"/>
              <a:ext cx="1680" cy="65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private :</a:t>
              </a:r>
            </a:p>
            <a:p>
              <a:r>
                <a:rPr lang="en-US" altLang="en-US" sz="1600" b="1"/>
                <a:t>      int a1;</a:t>
              </a:r>
            </a:p>
          </p:txBody>
        </p:sp>
        <p:sp>
          <p:nvSpPr>
            <p:cNvPr id="32778" name="Rectangle 8">
              <a:extLst>
                <a:ext uri="{FF2B5EF4-FFF2-40B4-BE49-F238E27FC236}">
                  <a16:creationId xmlns:a16="http://schemas.microsoft.com/office/drawing/2014/main" id="{6D457C7A-D3C1-D2DE-9C6A-CC0B259933E0}"/>
                </a:ext>
              </a:extLst>
            </p:cNvPr>
            <p:cNvSpPr>
              <a:spLocks noChangeArrowheads="1"/>
            </p:cNvSpPr>
            <p:nvPr/>
          </p:nvSpPr>
          <p:spPr bwMode="auto">
            <a:xfrm>
              <a:off x="2160" y="9883"/>
              <a:ext cx="1680" cy="815"/>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protected :</a:t>
              </a:r>
            </a:p>
            <a:p>
              <a:r>
                <a:rPr lang="en-US" altLang="en-US" sz="1600" b="1"/>
                <a:t>      int a2; </a:t>
              </a:r>
            </a:p>
          </p:txBody>
        </p:sp>
        <p:sp>
          <p:nvSpPr>
            <p:cNvPr id="32779" name="Rectangle 9">
              <a:extLst>
                <a:ext uri="{FF2B5EF4-FFF2-40B4-BE49-F238E27FC236}">
                  <a16:creationId xmlns:a16="http://schemas.microsoft.com/office/drawing/2014/main" id="{F7410DF3-0CBD-F605-6570-20EED09182E2}"/>
                </a:ext>
              </a:extLst>
            </p:cNvPr>
            <p:cNvSpPr>
              <a:spLocks noChangeArrowheads="1"/>
            </p:cNvSpPr>
            <p:nvPr/>
          </p:nvSpPr>
          <p:spPr bwMode="auto">
            <a:xfrm>
              <a:off x="2160" y="10861"/>
              <a:ext cx="1680" cy="815"/>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public :</a:t>
              </a:r>
            </a:p>
            <a:p>
              <a:r>
                <a:rPr lang="en-US" altLang="en-US" sz="1600" b="1"/>
                <a:t>       int a3;</a:t>
              </a:r>
            </a:p>
          </p:txBody>
        </p:sp>
        <p:sp>
          <p:nvSpPr>
            <p:cNvPr id="32780" name="Rectangle 10">
              <a:extLst>
                <a:ext uri="{FF2B5EF4-FFF2-40B4-BE49-F238E27FC236}">
                  <a16:creationId xmlns:a16="http://schemas.microsoft.com/office/drawing/2014/main" id="{188C95CF-CE0F-29B3-1F34-7A2963A07D93}"/>
                </a:ext>
              </a:extLst>
            </p:cNvPr>
            <p:cNvSpPr>
              <a:spLocks noChangeArrowheads="1"/>
            </p:cNvSpPr>
            <p:nvPr/>
          </p:nvSpPr>
          <p:spPr bwMode="auto">
            <a:xfrm>
              <a:off x="4320" y="8742"/>
              <a:ext cx="2040" cy="3097"/>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2781" name="Rectangle 11">
              <a:extLst>
                <a:ext uri="{FF2B5EF4-FFF2-40B4-BE49-F238E27FC236}">
                  <a16:creationId xmlns:a16="http://schemas.microsoft.com/office/drawing/2014/main" id="{7C2DAB4C-21AB-ED91-11D1-69A2B5177638}"/>
                </a:ext>
              </a:extLst>
            </p:cNvPr>
            <p:cNvSpPr>
              <a:spLocks noChangeArrowheads="1"/>
            </p:cNvSpPr>
            <p:nvPr/>
          </p:nvSpPr>
          <p:spPr bwMode="auto">
            <a:xfrm>
              <a:off x="4560" y="8905"/>
              <a:ext cx="1560" cy="65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private :</a:t>
              </a:r>
            </a:p>
            <a:p>
              <a:r>
                <a:rPr lang="en-US" altLang="en-US" sz="1600" b="1"/>
                <a:t>      int b1;</a:t>
              </a:r>
            </a:p>
            <a:p>
              <a:endParaRPr lang="en-US" altLang="en-US" sz="1600" b="1"/>
            </a:p>
          </p:txBody>
        </p:sp>
        <p:sp>
          <p:nvSpPr>
            <p:cNvPr id="32782" name="Rectangle 12">
              <a:extLst>
                <a:ext uri="{FF2B5EF4-FFF2-40B4-BE49-F238E27FC236}">
                  <a16:creationId xmlns:a16="http://schemas.microsoft.com/office/drawing/2014/main" id="{524B39A4-7459-B943-010E-C18BA32FFE98}"/>
                </a:ext>
              </a:extLst>
            </p:cNvPr>
            <p:cNvSpPr>
              <a:spLocks noChangeArrowheads="1"/>
            </p:cNvSpPr>
            <p:nvPr/>
          </p:nvSpPr>
          <p:spPr bwMode="auto">
            <a:xfrm>
              <a:off x="4560" y="9883"/>
              <a:ext cx="1560" cy="65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protected :</a:t>
              </a:r>
            </a:p>
            <a:p>
              <a:r>
                <a:rPr lang="en-US" altLang="en-US" sz="1600" b="1"/>
                <a:t>      int b2; </a:t>
              </a:r>
            </a:p>
            <a:p>
              <a:endParaRPr lang="en-US" altLang="en-US" sz="1600" b="1"/>
            </a:p>
          </p:txBody>
        </p:sp>
        <p:sp>
          <p:nvSpPr>
            <p:cNvPr id="32783" name="Rectangle 13">
              <a:extLst>
                <a:ext uri="{FF2B5EF4-FFF2-40B4-BE49-F238E27FC236}">
                  <a16:creationId xmlns:a16="http://schemas.microsoft.com/office/drawing/2014/main" id="{9D065A77-E8E4-ACFB-24EC-5DEF188DD83B}"/>
                </a:ext>
              </a:extLst>
            </p:cNvPr>
            <p:cNvSpPr>
              <a:spLocks noChangeArrowheads="1"/>
            </p:cNvSpPr>
            <p:nvPr/>
          </p:nvSpPr>
          <p:spPr bwMode="auto">
            <a:xfrm>
              <a:off x="4560" y="10861"/>
              <a:ext cx="1560" cy="788"/>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public :</a:t>
              </a:r>
            </a:p>
            <a:p>
              <a:r>
                <a:rPr lang="en-US" altLang="en-US" sz="1600" b="1"/>
                <a:t>       int  b3;</a:t>
              </a:r>
            </a:p>
            <a:p>
              <a:endParaRPr lang="en-US" altLang="en-US" sz="1600" b="1"/>
            </a:p>
          </p:txBody>
        </p:sp>
        <p:sp>
          <p:nvSpPr>
            <p:cNvPr id="32784" name="Rectangle 14">
              <a:extLst>
                <a:ext uri="{FF2B5EF4-FFF2-40B4-BE49-F238E27FC236}">
                  <a16:creationId xmlns:a16="http://schemas.microsoft.com/office/drawing/2014/main" id="{6760BE09-381F-562C-1627-35B8EDFCA7A3}"/>
                </a:ext>
              </a:extLst>
            </p:cNvPr>
            <p:cNvSpPr>
              <a:spLocks noChangeArrowheads="1"/>
            </p:cNvSpPr>
            <p:nvPr/>
          </p:nvSpPr>
          <p:spPr bwMode="auto">
            <a:xfrm>
              <a:off x="7920" y="8742"/>
              <a:ext cx="1680" cy="3097"/>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2785" name="Rectangle 15">
              <a:extLst>
                <a:ext uri="{FF2B5EF4-FFF2-40B4-BE49-F238E27FC236}">
                  <a16:creationId xmlns:a16="http://schemas.microsoft.com/office/drawing/2014/main" id="{18054B9B-0E41-925E-87BA-129F74AA0BF8}"/>
                </a:ext>
              </a:extLst>
            </p:cNvPr>
            <p:cNvSpPr>
              <a:spLocks noChangeArrowheads="1"/>
            </p:cNvSpPr>
            <p:nvPr/>
          </p:nvSpPr>
          <p:spPr bwMode="auto">
            <a:xfrm>
              <a:off x="8040" y="8905"/>
              <a:ext cx="1440" cy="114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private :</a:t>
              </a:r>
            </a:p>
            <a:p>
              <a:r>
                <a:rPr lang="en-US" altLang="en-US" sz="1600" b="1"/>
                <a:t>int b1; </a:t>
              </a:r>
            </a:p>
            <a:p>
              <a:r>
                <a:rPr lang="en-US" altLang="en-US" sz="1600" b="1"/>
                <a:t>int a2,a3; 	</a:t>
              </a:r>
            </a:p>
          </p:txBody>
        </p:sp>
        <p:sp>
          <p:nvSpPr>
            <p:cNvPr id="32786" name="Rectangle 16">
              <a:extLst>
                <a:ext uri="{FF2B5EF4-FFF2-40B4-BE49-F238E27FC236}">
                  <a16:creationId xmlns:a16="http://schemas.microsoft.com/office/drawing/2014/main" id="{84DEBD02-B377-D5B1-FDAF-3E08D985D55A}"/>
                </a:ext>
              </a:extLst>
            </p:cNvPr>
            <p:cNvSpPr>
              <a:spLocks noChangeArrowheads="1"/>
            </p:cNvSpPr>
            <p:nvPr/>
          </p:nvSpPr>
          <p:spPr bwMode="auto">
            <a:xfrm>
              <a:off x="8040" y="10209"/>
              <a:ext cx="1440" cy="65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protected:</a:t>
              </a:r>
            </a:p>
            <a:p>
              <a:r>
                <a:rPr lang="en-US" altLang="en-US" sz="1600" b="1"/>
                <a:t>int b2; </a:t>
              </a:r>
            </a:p>
            <a:p>
              <a:r>
                <a:rPr lang="en-US" altLang="en-US" sz="1600" b="1"/>
                <a:t> </a:t>
              </a:r>
            </a:p>
          </p:txBody>
        </p:sp>
        <p:sp>
          <p:nvSpPr>
            <p:cNvPr id="32787" name="Rectangle 17">
              <a:extLst>
                <a:ext uri="{FF2B5EF4-FFF2-40B4-BE49-F238E27FC236}">
                  <a16:creationId xmlns:a16="http://schemas.microsoft.com/office/drawing/2014/main" id="{53C6BA66-D7E0-BEF8-1E96-00833DA9B1D0}"/>
                </a:ext>
              </a:extLst>
            </p:cNvPr>
            <p:cNvSpPr>
              <a:spLocks noChangeArrowheads="1"/>
            </p:cNvSpPr>
            <p:nvPr/>
          </p:nvSpPr>
          <p:spPr bwMode="auto">
            <a:xfrm>
              <a:off x="8040" y="11024"/>
              <a:ext cx="1440" cy="65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t>public:</a:t>
              </a:r>
            </a:p>
            <a:p>
              <a:r>
                <a:rPr lang="en-US" altLang="en-US" sz="1600" b="1"/>
                <a:t>int b3;</a:t>
              </a:r>
            </a:p>
          </p:txBody>
        </p:sp>
        <p:sp>
          <p:nvSpPr>
            <p:cNvPr id="32788" name="Text Box 18">
              <a:extLst>
                <a:ext uri="{FF2B5EF4-FFF2-40B4-BE49-F238E27FC236}">
                  <a16:creationId xmlns:a16="http://schemas.microsoft.com/office/drawing/2014/main" id="{711BBD3E-FB75-D7C0-26BA-E1789C8E7F1C}"/>
                </a:ext>
              </a:extLst>
            </p:cNvPr>
            <p:cNvSpPr txBox="1">
              <a:spLocks noChangeArrowheads="1"/>
            </p:cNvSpPr>
            <p:nvPr/>
          </p:nvSpPr>
          <p:spPr bwMode="auto">
            <a:xfrm>
              <a:off x="4080" y="12426"/>
              <a:ext cx="4320" cy="48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a:t> Private Derivation</a:t>
              </a:r>
            </a:p>
          </p:txBody>
        </p:sp>
      </p:grpSp>
      <p:sp>
        <p:nvSpPr>
          <p:cNvPr id="32773" name="Rectangle 19">
            <a:extLst>
              <a:ext uri="{FF2B5EF4-FFF2-40B4-BE49-F238E27FC236}">
                <a16:creationId xmlns:a16="http://schemas.microsoft.com/office/drawing/2014/main" id="{CF836597-099D-9ED5-CA8D-A7052C21A055}"/>
              </a:ext>
            </a:extLst>
          </p:cNvPr>
          <p:cNvSpPr>
            <a:spLocks noChangeArrowheads="1"/>
          </p:cNvSpPr>
          <p:nvPr/>
        </p:nvSpPr>
        <p:spPr bwMode="auto">
          <a:xfrm>
            <a:off x="-76200" y="2528888"/>
            <a:ext cx="9372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b="1">
                <a:latin typeface="Times New Roman" panose="02020603050405020304" pitchFamily="18" charset="0"/>
              </a:rPr>
              <a:t>                         Class  A		  Class B	                                  Class B : private A	</a:t>
            </a:r>
          </a:p>
        </p:txBody>
      </p:sp>
      <p:sp>
        <p:nvSpPr>
          <p:cNvPr id="32774" name="Rectangle 20">
            <a:extLst>
              <a:ext uri="{FF2B5EF4-FFF2-40B4-BE49-F238E27FC236}">
                <a16:creationId xmlns:a16="http://schemas.microsoft.com/office/drawing/2014/main" id="{3BA034E7-D73F-E51D-21EC-EC2BDCA9A059}"/>
              </a:ext>
            </a:extLst>
          </p:cNvPr>
          <p:cNvSpPr>
            <a:spLocks noChangeArrowheads="1"/>
          </p:cNvSpPr>
          <p:nvPr/>
        </p:nvSpPr>
        <p:spPr bwMode="auto">
          <a:xfrm>
            <a:off x="609600" y="1792288"/>
            <a:ext cx="79851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 typeface="Wingdings" panose="05000000000000000000" pitchFamily="2" charset="2"/>
              <a:buChar char="q"/>
            </a:pPr>
            <a:r>
              <a:rPr lang="en-US" altLang="en-US"/>
              <a:t>The inherited public and protected members of a private derivation become private members of the derived class.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4BA8BA64-0C00-FBC2-881B-9E721FBFFA3A}"/>
              </a:ext>
            </a:extLst>
          </p:cNvPr>
          <p:cNvSpPr>
            <a:spLocks noGrp="1"/>
          </p:cNvSpPr>
          <p:nvPr>
            <p:ph type="title"/>
          </p:nvPr>
        </p:nvSpPr>
        <p:spPr/>
        <p:txBody>
          <a:bodyPr/>
          <a:lstStyle/>
          <a:p>
            <a:r>
              <a:rPr lang="en-US" altLang="en-US"/>
              <a:t>Private Derivation - Example</a:t>
            </a:r>
            <a:endParaRPr lang="en-IN" altLang="en-US"/>
          </a:p>
        </p:txBody>
      </p:sp>
      <p:sp>
        <p:nvSpPr>
          <p:cNvPr id="33795" name="Slide Number Placeholder 3">
            <a:extLst>
              <a:ext uri="{FF2B5EF4-FFF2-40B4-BE49-F238E27FC236}">
                <a16:creationId xmlns:a16="http://schemas.microsoft.com/office/drawing/2014/main" id="{71A2B2C0-5ABA-5539-F929-E473CBD9CCE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1D0D2F2-644F-45CE-AC75-EA6FDA6BF528}"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33796" name="Rectangle 3">
            <a:extLst>
              <a:ext uri="{FF2B5EF4-FFF2-40B4-BE49-F238E27FC236}">
                <a16:creationId xmlns:a16="http://schemas.microsoft.com/office/drawing/2014/main" id="{42A4C8B9-65CB-9AB0-0716-4A945681B3FB}"/>
              </a:ext>
            </a:extLst>
          </p:cNvPr>
          <p:cNvSpPr txBox="1">
            <a:spLocks noChangeArrowheads="1"/>
          </p:cNvSpPr>
          <p:nvPr/>
        </p:nvSpPr>
        <p:spPr bwMode="auto">
          <a:xfrm>
            <a:off x="304800" y="838200"/>
            <a:ext cx="86868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rgbClr val="35742A"/>
              </a:buClr>
              <a:buSzPct val="65000"/>
              <a:buFont typeface="Wingdings" panose="05000000000000000000" pitchFamily="2" charset="2"/>
              <a:buNone/>
            </a:pPr>
            <a:r>
              <a:rPr lang="en-US" altLang="en-US" sz="1600" b="1"/>
              <a:t>class A</a:t>
            </a:r>
          </a:p>
          <a:p>
            <a:pPr eaLnBrk="1" hangingPunct="1">
              <a:spcBef>
                <a:spcPct val="20000"/>
              </a:spcBef>
              <a:buClr>
                <a:srgbClr val="35742A"/>
              </a:buClr>
              <a:buSzPct val="65000"/>
              <a:buFont typeface="Wingdings" panose="05000000000000000000" pitchFamily="2" charset="2"/>
              <a:buNone/>
            </a:pPr>
            <a:r>
              <a:rPr lang="en-US" altLang="en-US" sz="1600" b="1"/>
              <a:t>{</a:t>
            </a:r>
          </a:p>
          <a:p>
            <a:pPr eaLnBrk="1" hangingPunct="1">
              <a:spcBef>
                <a:spcPct val="20000"/>
              </a:spcBef>
              <a:buClr>
                <a:srgbClr val="35742A"/>
              </a:buClr>
              <a:buSzPct val="65000"/>
              <a:buFont typeface="Wingdings" panose="05000000000000000000" pitchFamily="2" charset="2"/>
              <a:buNone/>
            </a:pPr>
            <a:r>
              <a:rPr lang="en-US" altLang="en-US" sz="1600" b="1"/>
              <a:t>	private:  int a;</a:t>
            </a:r>
          </a:p>
          <a:p>
            <a:pPr eaLnBrk="1" hangingPunct="1">
              <a:spcBef>
                <a:spcPct val="20000"/>
              </a:spcBef>
              <a:buClr>
                <a:srgbClr val="35742A"/>
              </a:buClr>
              <a:buSzPct val="65000"/>
              <a:buFont typeface="Wingdings" panose="05000000000000000000" pitchFamily="2" charset="2"/>
              <a:buNone/>
            </a:pPr>
            <a:r>
              <a:rPr lang="en-US" altLang="en-US" sz="1600" b="1"/>
              <a:t>	protected: int b;</a:t>
            </a:r>
          </a:p>
          <a:p>
            <a:pPr eaLnBrk="1" hangingPunct="1">
              <a:spcBef>
                <a:spcPct val="20000"/>
              </a:spcBef>
              <a:buClr>
                <a:srgbClr val="35742A"/>
              </a:buClr>
              <a:buSzPct val="65000"/>
              <a:buFont typeface="Wingdings" panose="05000000000000000000" pitchFamily="2" charset="2"/>
              <a:buNone/>
            </a:pPr>
            <a:r>
              <a:rPr lang="en-US" altLang="en-US" sz="1600" b="1"/>
              <a:t>	public     : void get_a( )  {  cin&gt;&gt;a;}</a:t>
            </a:r>
          </a:p>
          <a:p>
            <a:pPr eaLnBrk="1" hangingPunct="1">
              <a:spcBef>
                <a:spcPct val="20000"/>
              </a:spcBef>
              <a:buClr>
                <a:srgbClr val="35742A"/>
              </a:buClr>
              <a:buSzPct val="65000"/>
              <a:buFont typeface="Wingdings" panose="05000000000000000000" pitchFamily="2" charset="2"/>
              <a:buNone/>
            </a:pPr>
            <a:r>
              <a:rPr lang="en-US" altLang="en-US" sz="1600" b="1"/>
              <a:t>	void get_b( )  { cin&gt;&gt;b;}	</a:t>
            </a:r>
          </a:p>
          <a:p>
            <a:pPr eaLnBrk="1" hangingPunct="1">
              <a:spcBef>
                <a:spcPct val="20000"/>
              </a:spcBef>
              <a:buClr>
                <a:srgbClr val="35742A"/>
              </a:buClr>
              <a:buSzPct val="65000"/>
              <a:buFont typeface="Wingdings" panose="05000000000000000000" pitchFamily="2" charset="2"/>
              <a:buNone/>
            </a:pPr>
            <a:r>
              <a:rPr lang="en-US" altLang="en-US" sz="1600" b="1"/>
              <a:t>	void print_a( ) { cout&lt;&lt;a;}	</a:t>
            </a:r>
          </a:p>
          <a:p>
            <a:pPr eaLnBrk="1" hangingPunct="1">
              <a:spcBef>
                <a:spcPct val="20000"/>
              </a:spcBef>
              <a:buClr>
                <a:srgbClr val="35742A"/>
              </a:buClr>
              <a:buSzPct val="65000"/>
              <a:buFont typeface="Wingdings" panose="05000000000000000000" pitchFamily="2" charset="2"/>
              <a:buNone/>
            </a:pPr>
            <a:r>
              <a:rPr lang="en-US" altLang="en-US" sz="1600" b="1"/>
              <a:t>	void print_b( ) {cout&lt;&lt;b;}	</a:t>
            </a:r>
          </a:p>
          <a:p>
            <a:pPr eaLnBrk="1" hangingPunct="1">
              <a:spcBef>
                <a:spcPct val="20000"/>
              </a:spcBef>
              <a:buClr>
                <a:srgbClr val="35742A"/>
              </a:buClr>
              <a:buSzPct val="65000"/>
              <a:buFont typeface="Wingdings" panose="05000000000000000000" pitchFamily="2" charset="2"/>
              <a:buNone/>
            </a:pPr>
            <a:r>
              <a:rPr lang="en-US" altLang="en-US" sz="1600" b="1"/>
              <a:t>};</a:t>
            </a:r>
          </a:p>
          <a:p>
            <a:pPr eaLnBrk="1" hangingPunct="1">
              <a:spcBef>
                <a:spcPct val="20000"/>
              </a:spcBef>
              <a:buClr>
                <a:srgbClr val="35742A"/>
              </a:buClr>
              <a:buSzPct val="65000"/>
              <a:buFont typeface="Wingdings" panose="05000000000000000000" pitchFamily="2" charset="2"/>
              <a:buNone/>
            </a:pPr>
            <a:r>
              <a:rPr lang="en-US" altLang="en-US" sz="1600" b="1">
                <a:solidFill>
                  <a:srgbClr val="C00000"/>
                </a:solidFill>
              </a:rPr>
              <a:t>class B : private A</a:t>
            </a:r>
          </a:p>
          <a:p>
            <a:pPr eaLnBrk="1" hangingPunct="1">
              <a:spcBef>
                <a:spcPct val="20000"/>
              </a:spcBef>
              <a:buClr>
                <a:srgbClr val="35742A"/>
              </a:buClr>
              <a:buSzPct val="65000"/>
              <a:buFont typeface="Wingdings" panose="05000000000000000000" pitchFamily="2" charset="2"/>
              <a:buNone/>
            </a:pPr>
            <a:r>
              <a:rPr lang="en-US" altLang="en-US" sz="1600" b="1"/>
              <a:t>{</a:t>
            </a:r>
          </a:p>
          <a:p>
            <a:pPr eaLnBrk="1" hangingPunct="1">
              <a:spcBef>
                <a:spcPct val="20000"/>
              </a:spcBef>
              <a:buClr>
                <a:srgbClr val="35742A"/>
              </a:buClr>
              <a:buSzPct val="65000"/>
              <a:buFont typeface="Wingdings" panose="05000000000000000000" pitchFamily="2" charset="2"/>
              <a:buNone/>
            </a:pPr>
            <a:r>
              <a:rPr lang="en-US" altLang="en-US" sz="1600" b="1"/>
              <a:t>	private    :  int c;</a:t>
            </a:r>
          </a:p>
          <a:p>
            <a:pPr eaLnBrk="1" hangingPunct="1">
              <a:spcBef>
                <a:spcPct val="20000"/>
              </a:spcBef>
              <a:buClr>
                <a:srgbClr val="35742A"/>
              </a:buClr>
              <a:buSzPct val="65000"/>
              <a:buFont typeface="Wingdings" panose="05000000000000000000" pitchFamily="2" charset="2"/>
              <a:buNone/>
            </a:pPr>
            <a:r>
              <a:rPr lang="en-US" altLang="en-US" sz="1600" b="1"/>
              <a:t>	protected:  int d;</a:t>
            </a:r>
          </a:p>
          <a:p>
            <a:pPr eaLnBrk="1" hangingPunct="1">
              <a:spcBef>
                <a:spcPct val="20000"/>
              </a:spcBef>
              <a:buClr>
                <a:srgbClr val="35742A"/>
              </a:buClr>
              <a:buSzPct val="65000"/>
              <a:buFont typeface="Wingdings" panose="05000000000000000000" pitchFamily="2" charset="2"/>
              <a:buNone/>
            </a:pPr>
            <a:r>
              <a:rPr lang="en-US" altLang="en-US" sz="1600" b="1"/>
              <a:t>	public     :  void get_c( ) { cin&gt;&gt;c;}</a:t>
            </a:r>
          </a:p>
          <a:p>
            <a:pPr eaLnBrk="1" hangingPunct="1">
              <a:spcBef>
                <a:spcPct val="20000"/>
              </a:spcBef>
              <a:buClr>
                <a:srgbClr val="35742A"/>
              </a:buClr>
              <a:buSzPct val="65000"/>
              <a:buFont typeface="Wingdings" panose="05000000000000000000" pitchFamily="2" charset="2"/>
              <a:buNone/>
            </a:pPr>
            <a:r>
              <a:rPr lang="en-US" altLang="en-US" sz="1600" b="1"/>
              <a:t>	void get_d( ) {cin &gt;&gt;d;}   	</a:t>
            </a:r>
          </a:p>
          <a:p>
            <a:pPr eaLnBrk="1" hangingPunct="1">
              <a:spcBef>
                <a:spcPct val="20000"/>
              </a:spcBef>
              <a:buClr>
                <a:srgbClr val="35742A"/>
              </a:buClr>
              <a:buSzPct val="65000"/>
              <a:buFont typeface="Wingdings" panose="05000000000000000000" pitchFamily="2" charset="2"/>
              <a:buNone/>
            </a:pPr>
            <a:r>
              <a:rPr lang="en-US" altLang="en-US" sz="1600" b="1"/>
              <a:t>	void get_ab( ) { get_a( ); get_b( );}</a:t>
            </a:r>
          </a:p>
          <a:p>
            <a:pPr eaLnBrk="1" hangingPunct="1">
              <a:spcBef>
                <a:spcPct val="20000"/>
              </a:spcBef>
              <a:buClr>
                <a:srgbClr val="35742A"/>
              </a:buClr>
              <a:buSzPct val="65000"/>
              <a:buFont typeface="Wingdings" panose="05000000000000000000" pitchFamily="2" charset="2"/>
              <a:buNone/>
            </a:pPr>
            <a:r>
              <a:rPr lang="en-US" altLang="en-US" sz="1600" b="1"/>
              <a:t>	void print_cd( ){ cout&lt;&lt;c&lt;&lt;d;}</a:t>
            </a:r>
          </a:p>
          <a:p>
            <a:pPr eaLnBrk="1" hangingPunct="1">
              <a:spcBef>
                <a:spcPct val="20000"/>
              </a:spcBef>
              <a:buClr>
                <a:srgbClr val="35742A"/>
              </a:buClr>
              <a:buSzPct val="65000"/>
              <a:buFont typeface="Wingdings" panose="05000000000000000000" pitchFamily="2" charset="2"/>
              <a:buNone/>
            </a:pPr>
            <a:r>
              <a:rPr lang="en-US" altLang="en-US" sz="1600" b="1"/>
              <a:t>	void print_abcd( ) { print_a( ); cout&lt;&lt;b&lt;&lt;c&lt;&lt;d; }</a:t>
            </a:r>
          </a:p>
          <a:p>
            <a:pPr eaLnBrk="1" hangingPunct="1">
              <a:spcBef>
                <a:spcPct val="20000"/>
              </a:spcBef>
              <a:buClr>
                <a:srgbClr val="35742A"/>
              </a:buClr>
              <a:buSzPct val="65000"/>
              <a:buFont typeface="Wingdings" panose="05000000000000000000" pitchFamily="2" charset="2"/>
              <a:buNone/>
            </a:pPr>
            <a:r>
              <a:rPr lang="en-US" altLang="en-US" sz="1600" b="1"/>
              <a:t>};</a:t>
            </a:r>
          </a:p>
        </p:txBody>
      </p:sp>
      <p:sp>
        <p:nvSpPr>
          <p:cNvPr id="6" name="Rectangle 4">
            <a:extLst>
              <a:ext uri="{FF2B5EF4-FFF2-40B4-BE49-F238E27FC236}">
                <a16:creationId xmlns:a16="http://schemas.microsoft.com/office/drawing/2014/main" id="{C06C942C-F86D-9524-B880-F584CD532408}"/>
              </a:ext>
            </a:extLst>
          </p:cNvPr>
          <p:cNvSpPr>
            <a:spLocks noChangeArrowheads="1"/>
          </p:cNvSpPr>
          <p:nvPr/>
        </p:nvSpPr>
        <p:spPr bwMode="auto">
          <a:xfrm>
            <a:off x="5486400" y="990600"/>
            <a:ext cx="33528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80000"/>
              </a:lnSpc>
              <a:spcBef>
                <a:spcPct val="20000"/>
              </a:spcBef>
              <a:buClr>
                <a:schemeClr val="accent1"/>
              </a:buClr>
              <a:buSzPct val="65000"/>
              <a:buFont typeface="Wingdings" pitchFamily="2" charset="2"/>
              <a:buNone/>
              <a:defRPr/>
            </a:pPr>
            <a:r>
              <a:rPr lang="en-US" sz="1600" b="1" dirty="0">
                <a:solidFill>
                  <a:srgbClr val="C00000"/>
                </a:solidFill>
                <a:latin typeface="+mn-lt"/>
              </a:rPr>
              <a:t>class C : public B </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   	public : </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void </a:t>
            </a:r>
            <a:r>
              <a:rPr lang="en-US" sz="1600" b="1" dirty="0" err="1">
                <a:latin typeface="+mn-lt"/>
              </a:rPr>
              <a:t>get_all</a:t>
            </a:r>
            <a:r>
              <a:rPr lang="en-US" sz="1600" b="1" dirty="0">
                <a:latin typeface="+mn-lt"/>
              </a:rPr>
              <a:t>( )</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	</a:t>
            </a:r>
            <a:r>
              <a:rPr lang="en-US" sz="1600" b="1" dirty="0" err="1">
                <a:latin typeface="+mn-lt"/>
              </a:rPr>
              <a:t>get_a</a:t>
            </a:r>
            <a:r>
              <a:rPr lang="en-US" sz="1600" b="1" dirty="0">
                <a:latin typeface="+mn-lt"/>
              </a:rPr>
              <a:t>( );   //ERROR</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a:t>
            </a:r>
            <a:r>
              <a:rPr lang="en-US" sz="1600" b="1" dirty="0" err="1">
                <a:latin typeface="+mn-lt"/>
              </a:rPr>
              <a:t>get_b</a:t>
            </a:r>
            <a:r>
              <a:rPr lang="en-US" sz="1600" b="1" dirty="0">
                <a:latin typeface="+mn-lt"/>
              </a:rPr>
              <a:t>( );  //ERROR			</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a:t>
            </a:r>
            <a:r>
              <a:rPr lang="en-US" sz="1600" b="1" dirty="0" err="1">
                <a:latin typeface="+mn-lt"/>
              </a:rPr>
              <a:t>get_ab</a:t>
            </a:r>
            <a:r>
              <a:rPr lang="en-US" sz="1600" b="1" dirty="0">
                <a:latin typeface="+mn-lt"/>
              </a:rPr>
              <a:t>( );  //Ok</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a:t>
            </a:r>
            <a:r>
              <a:rPr lang="en-US" sz="1600" b="1" dirty="0" err="1">
                <a:latin typeface="+mn-lt"/>
              </a:rPr>
              <a:t>get_c</a:t>
            </a:r>
            <a:r>
              <a:rPr lang="en-US" sz="1600" b="1" dirty="0">
                <a:latin typeface="+mn-lt"/>
              </a:rPr>
              <a:t>( );   //Ok</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a:t>
            </a:r>
            <a:r>
              <a:rPr lang="en-US" sz="1600" b="1" dirty="0" err="1">
                <a:latin typeface="+mn-lt"/>
              </a:rPr>
              <a:t>get_d</a:t>
            </a:r>
            <a:r>
              <a:rPr lang="en-US" sz="1600" b="1" dirty="0">
                <a:latin typeface="+mn-lt"/>
              </a:rPr>
              <a:t>( );   //Ok	   }</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void </a:t>
            </a:r>
            <a:r>
              <a:rPr lang="en-US" sz="1600" b="1" dirty="0" err="1">
                <a:latin typeface="+mn-lt"/>
              </a:rPr>
              <a:t>print_all</a:t>
            </a:r>
            <a:r>
              <a:rPr lang="en-US" sz="1600" b="1" dirty="0">
                <a:latin typeface="+mn-lt"/>
              </a:rPr>
              <a:t>( )</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		</a:t>
            </a:r>
            <a:r>
              <a:rPr lang="en-US" sz="1600" b="1" dirty="0" err="1">
                <a:latin typeface="+mn-lt"/>
              </a:rPr>
              <a:t>print_a</a:t>
            </a:r>
            <a:r>
              <a:rPr lang="en-US" sz="1600" b="1" dirty="0">
                <a:latin typeface="+mn-lt"/>
              </a:rPr>
              <a:t>( );   //ERROR</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a:t>
            </a:r>
            <a:r>
              <a:rPr lang="en-US" sz="1600" b="1" dirty="0" err="1">
                <a:latin typeface="+mn-lt"/>
              </a:rPr>
              <a:t>print_b</a:t>
            </a:r>
            <a:r>
              <a:rPr lang="en-US" sz="1600" b="1" dirty="0">
                <a:latin typeface="+mn-lt"/>
              </a:rPr>
              <a:t>( );  //ERROR</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a:t>
            </a:r>
            <a:r>
              <a:rPr lang="en-US" sz="1600" b="1" dirty="0" err="1">
                <a:latin typeface="+mn-lt"/>
              </a:rPr>
              <a:t>print_cd</a:t>
            </a:r>
            <a:r>
              <a:rPr lang="en-US" sz="1600" b="1" dirty="0">
                <a:latin typeface="+mn-lt"/>
              </a:rPr>
              <a:t>( );     //Ok</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a:t>
            </a:r>
            <a:r>
              <a:rPr lang="en-US" sz="1600" b="1" dirty="0" err="1">
                <a:latin typeface="+mn-lt"/>
              </a:rPr>
              <a:t>print_abcd</a:t>
            </a:r>
            <a:r>
              <a:rPr lang="en-US" sz="1600" b="1" dirty="0">
                <a:latin typeface="+mn-lt"/>
              </a:rPr>
              <a:t>( ); //Ok  } };</a:t>
            </a:r>
          </a:p>
          <a:p>
            <a:pPr marL="342900" indent="-342900">
              <a:lnSpc>
                <a:spcPct val="80000"/>
              </a:lnSpc>
              <a:spcBef>
                <a:spcPct val="20000"/>
              </a:spcBef>
              <a:buClr>
                <a:schemeClr val="accent1"/>
              </a:buClr>
              <a:buSzPct val="65000"/>
              <a:buFont typeface="Wingdings" pitchFamily="2" charset="2"/>
              <a:buNone/>
              <a:defRPr/>
            </a:pPr>
            <a:r>
              <a:rPr lang="en-US" sz="1600" b="1" dirty="0" err="1">
                <a:latin typeface="+mn-lt"/>
              </a:rPr>
              <a:t>int</a:t>
            </a:r>
            <a:r>
              <a:rPr lang="en-US" sz="1600" b="1" dirty="0">
                <a:latin typeface="+mn-lt"/>
              </a:rPr>
              <a:t>  main( )</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          C  c1;    	 </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c1.get_a( );  //ERROR</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c1.get_b( );  //ERROR</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c1.get_c( );  // Ok  	</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c1.get_d( );  //Ok</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c1.getall( );  //Ok	 </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             c1.print_all( ); //Ok       </a:t>
            </a:r>
          </a:p>
          <a:p>
            <a:pPr marL="342900" indent="-342900">
              <a:lnSpc>
                <a:spcPct val="80000"/>
              </a:lnSpc>
              <a:spcBef>
                <a:spcPct val="20000"/>
              </a:spcBef>
              <a:buClr>
                <a:schemeClr val="accent1"/>
              </a:buClr>
              <a:buSzPct val="65000"/>
              <a:buFont typeface="Wingdings" pitchFamily="2" charset="2"/>
              <a:buNone/>
              <a:defRPr/>
            </a:pPr>
            <a:r>
              <a:rPr lang="en-US" sz="1600" b="1" dirty="0">
                <a:latin typeface="+mn-lt"/>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146DAAF5-45C6-1955-27A0-EC1DF25FCD03}"/>
              </a:ext>
            </a:extLst>
          </p:cNvPr>
          <p:cNvSpPr>
            <a:spLocks noGrp="1"/>
          </p:cNvSpPr>
          <p:nvPr>
            <p:ph type="title"/>
          </p:nvPr>
        </p:nvSpPr>
        <p:spPr/>
        <p:txBody>
          <a:bodyPr/>
          <a:lstStyle/>
          <a:p>
            <a:r>
              <a:rPr lang="en-US" altLang="en-US"/>
              <a:t>Types of Inheritance</a:t>
            </a:r>
            <a:endParaRPr lang="en-IN" altLang="en-US"/>
          </a:p>
        </p:txBody>
      </p:sp>
      <p:sp>
        <p:nvSpPr>
          <p:cNvPr id="3" name="Content Placeholder 2">
            <a:extLst>
              <a:ext uri="{FF2B5EF4-FFF2-40B4-BE49-F238E27FC236}">
                <a16:creationId xmlns:a16="http://schemas.microsoft.com/office/drawing/2014/main" id="{DAEFA659-50FF-4F33-C085-BEB59ACEAD06}"/>
              </a:ext>
            </a:extLst>
          </p:cNvPr>
          <p:cNvSpPr>
            <a:spLocks noGrp="1"/>
          </p:cNvSpPr>
          <p:nvPr>
            <p:ph idx="1"/>
          </p:nvPr>
        </p:nvSpPr>
        <p:spPr/>
        <p:txBody>
          <a:bodyPr/>
          <a:lstStyle/>
          <a:p>
            <a:pPr>
              <a:defRPr/>
            </a:pPr>
            <a:r>
              <a:rPr lang="en-US" sz="2400" dirty="0"/>
              <a:t>Inheritance are of the following types</a:t>
            </a:r>
          </a:p>
          <a:p>
            <a:pPr lvl="1">
              <a:defRPr/>
            </a:pPr>
            <a:r>
              <a:rPr lang="en-US" sz="2000" dirty="0">
                <a:solidFill>
                  <a:srgbClr val="C00000"/>
                </a:solidFill>
              </a:rPr>
              <a:t>Simple or Single Inheritance</a:t>
            </a:r>
          </a:p>
          <a:p>
            <a:pPr lvl="1">
              <a:defRPr/>
            </a:pPr>
            <a:r>
              <a:rPr lang="en-US" sz="2000" dirty="0">
                <a:solidFill>
                  <a:srgbClr val="C00000"/>
                </a:solidFill>
              </a:rPr>
              <a:t>Multilevel Inheritance</a:t>
            </a:r>
          </a:p>
          <a:p>
            <a:pPr lvl="1">
              <a:defRPr/>
            </a:pPr>
            <a:r>
              <a:rPr lang="en-US" sz="2000" dirty="0">
                <a:solidFill>
                  <a:srgbClr val="C00000"/>
                </a:solidFill>
              </a:rPr>
              <a:t>Multiple Inheritance</a:t>
            </a:r>
          </a:p>
          <a:p>
            <a:pPr lvl="1">
              <a:defRPr/>
            </a:pPr>
            <a:r>
              <a:rPr lang="en-US" sz="2000" dirty="0">
                <a:solidFill>
                  <a:srgbClr val="C00000"/>
                </a:solidFill>
              </a:rPr>
              <a:t>Hierarchical Inheritance</a:t>
            </a:r>
          </a:p>
          <a:p>
            <a:pPr lvl="1">
              <a:defRPr/>
            </a:pPr>
            <a:r>
              <a:rPr lang="en-US" sz="2000" dirty="0">
                <a:solidFill>
                  <a:srgbClr val="C00000"/>
                </a:solidFill>
              </a:rPr>
              <a:t>Hybrid  Inheritance</a:t>
            </a:r>
          </a:p>
          <a:p>
            <a:pPr lvl="1">
              <a:defRPr/>
            </a:pPr>
            <a:r>
              <a:rPr lang="en-US" sz="2000" dirty="0">
                <a:solidFill>
                  <a:srgbClr val="C00000"/>
                </a:solidFill>
              </a:rPr>
              <a:t>Virtual Inheritance</a:t>
            </a:r>
          </a:p>
          <a:p>
            <a:pPr marL="0" indent="0">
              <a:buFont typeface="Wingdings" pitchFamily="2" charset="2"/>
              <a:buNone/>
              <a:defRPr/>
            </a:pPr>
            <a:endParaRPr lang="en-IN" sz="2000" dirty="0"/>
          </a:p>
        </p:txBody>
      </p:sp>
      <p:sp>
        <p:nvSpPr>
          <p:cNvPr id="34820" name="Slide Number Placeholder 3">
            <a:extLst>
              <a:ext uri="{FF2B5EF4-FFF2-40B4-BE49-F238E27FC236}">
                <a16:creationId xmlns:a16="http://schemas.microsoft.com/office/drawing/2014/main" id="{DEE22257-D43F-70C4-2C16-E41FA139D3D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F2F91BC-67D1-469B-BF34-C13A8694074E}"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0E2DB051-90D4-1064-1B56-90432627756B}"/>
              </a:ext>
            </a:extLst>
          </p:cNvPr>
          <p:cNvSpPr>
            <a:spLocks noGrp="1"/>
          </p:cNvSpPr>
          <p:nvPr>
            <p:ph type="title"/>
          </p:nvPr>
        </p:nvSpPr>
        <p:spPr/>
        <p:txBody>
          <a:bodyPr/>
          <a:lstStyle/>
          <a:p>
            <a:r>
              <a:rPr lang="en-IN" altLang="en-US"/>
              <a:t>Simple Or Single Inheritance</a:t>
            </a:r>
          </a:p>
        </p:txBody>
      </p:sp>
      <p:sp>
        <p:nvSpPr>
          <p:cNvPr id="3" name="Content Placeholder 2">
            <a:extLst>
              <a:ext uri="{FF2B5EF4-FFF2-40B4-BE49-F238E27FC236}">
                <a16:creationId xmlns:a16="http://schemas.microsoft.com/office/drawing/2014/main" id="{2C613406-71CE-E441-2FF7-C730D5D6C14B}"/>
              </a:ext>
            </a:extLst>
          </p:cNvPr>
          <p:cNvSpPr>
            <a:spLocks noGrp="1"/>
          </p:cNvSpPr>
          <p:nvPr>
            <p:ph idx="1"/>
          </p:nvPr>
        </p:nvSpPr>
        <p:spPr/>
        <p:txBody>
          <a:bodyPr/>
          <a:lstStyle/>
          <a:p>
            <a:pPr eaLnBrk="1" hangingPunct="1">
              <a:defRPr/>
            </a:pPr>
            <a:r>
              <a:rPr lang="en-US" sz="2000" dirty="0"/>
              <a:t>It is a process in which a subclass is derived from only one superclass</a:t>
            </a:r>
          </a:p>
          <a:p>
            <a:pPr eaLnBrk="1" hangingPunct="1">
              <a:defRPr/>
            </a:pPr>
            <a:endParaRPr lang="en-US" sz="2000" dirty="0"/>
          </a:p>
          <a:p>
            <a:pPr eaLnBrk="1" hangingPunct="1">
              <a:defRPr/>
            </a:pPr>
            <a:r>
              <a:rPr lang="en-US" sz="2000" dirty="0"/>
              <a:t>A Class Student is derived from a Class Person </a:t>
            </a:r>
          </a:p>
          <a:p>
            <a:pPr>
              <a:defRPr/>
            </a:pPr>
            <a:endParaRPr lang="en-IN" sz="2000" dirty="0"/>
          </a:p>
        </p:txBody>
      </p:sp>
      <p:sp>
        <p:nvSpPr>
          <p:cNvPr id="35844" name="Slide Number Placeholder 3">
            <a:extLst>
              <a:ext uri="{FF2B5EF4-FFF2-40B4-BE49-F238E27FC236}">
                <a16:creationId xmlns:a16="http://schemas.microsoft.com/office/drawing/2014/main" id="{4AF86E3E-F494-F2A0-E926-326827B1C97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72B51AB-E97D-4D83-8780-430CDAB39223}"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grpSp>
        <p:nvGrpSpPr>
          <p:cNvPr id="35845" name="Group 4">
            <a:extLst>
              <a:ext uri="{FF2B5EF4-FFF2-40B4-BE49-F238E27FC236}">
                <a16:creationId xmlns:a16="http://schemas.microsoft.com/office/drawing/2014/main" id="{60782C70-FD5C-90B9-3ABD-03680D0583B2}"/>
              </a:ext>
            </a:extLst>
          </p:cNvPr>
          <p:cNvGrpSpPr>
            <a:grpSpLocks/>
          </p:cNvGrpSpPr>
          <p:nvPr/>
        </p:nvGrpSpPr>
        <p:grpSpPr bwMode="auto">
          <a:xfrm>
            <a:off x="152400" y="3276600"/>
            <a:ext cx="1676400" cy="2133600"/>
            <a:chOff x="1776" y="1488"/>
            <a:chExt cx="1056" cy="1344"/>
          </a:xfrm>
        </p:grpSpPr>
        <p:sp>
          <p:nvSpPr>
            <p:cNvPr id="35851" name="Rectangle 5">
              <a:extLst>
                <a:ext uri="{FF2B5EF4-FFF2-40B4-BE49-F238E27FC236}">
                  <a16:creationId xmlns:a16="http://schemas.microsoft.com/office/drawing/2014/main" id="{A43986D4-4A67-28F8-DBFD-756A5D991A2C}"/>
                </a:ext>
              </a:extLst>
            </p:cNvPr>
            <p:cNvSpPr>
              <a:spLocks noChangeArrowheads="1"/>
            </p:cNvSpPr>
            <p:nvPr/>
          </p:nvSpPr>
          <p:spPr bwMode="auto">
            <a:xfrm>
              <a:off x="1776" y="1488"/>
              <a:ext cx="1056" cy="288"/>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t>  Person</a:t>
              </a:r>
            </a:p>
          </p:txBody>
        </p:sp>
        <p:sp>
          <p:nvSpPr>
            <p:cNvPr id="35852" name="Rectangle 6">
              <a:extLst>
                <a:ext uri="{FF2B5EF4-FFF2-40B4-BE49-F238E27FC236}">
                  <a16:creationId xmlns:a16="http://schemas.microsoft.com/office/drawing/2014/main" id="{FB53CDDE-D969-498C-44A3-F462F543B410}"/>
                </a:ext>
              </a:extLst>
            </p:cNvPr>
            <p:cNvSpPr>
              <a:spLocks noChangeArrowheads="1"/>
            </p:cNvSpPr>
            <p:nvPr/>
          </p:nvSpPr>
          <p:spPr bwMode="auto">
            <a:xfrm>
              <a:off x="1776" y="2544"/>
              <a:ext cx="1056" cy="288"/>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t>Student</a:t>
              </a:r>
            </a:p>
          </p:txBody>
        </p:sp>
        <p:sp>
          <p:nvSpPr>
            <p:cNvPr id="35853" name="Line 7">
              <a:extLst>
                <a:ext uri="{FF2B5EF4-FFF2-40B4-BE49-F238E27FC236}">
                  <a16:creationId xmlns:a16="http://schemas.microsoft.com/office/drawing/2014/main" id="{D449E7A5-CC05-006F-38A4-48CEC6DFEBD7}"/>
                </a:ext>
              </a:extLst>
            </p:cNvPr>
            <p:cNvSpPr>
              <a:spLocks noChangeShapeType="1"/>
            </p:cNvSpPr>
            <p:nvPr/>
          </p:nvSpPr>
          <p:spPr bwMode="auto">
            <a:xfrm flipV="1">
              <a:off x="2303" y="1790"/>
              <a:ext cx="1" cy="75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35846" name="Rectangle 8">
            <a:extLst>
              <a:ext uri="{FF2B5EF4-FFF2-40B4-BE49-F238E27FC236}">
                <a16:creationId xmlns:a16="http://schemas.microsoft.com/office/drawing/2014/main" id="{C02DFD2F-0D1B-9687-2738-00CD635FA133}"/>
              </a:ext>
            </a:extLst>
          </p:cNvPr>
          <p:cNvSpPr>
            <a:spLocks noChangeArrowheads="1"/>
          </p:cNvSpPr>
          <p:nvPr/>
        </p:nvSpPr>
        <p:spPr bwMode="auto">
          <a:xfrm>
            <a:off x="1770063" y="5013325"/>
            <a:ext cx="2963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solidFill>
                  <a:srgbClr val="C00000"/>
                </a:solidFill>
              </a:rPr>
              <a:t>subclass(derived  class)</a:t>
            </a:r>
            <a:r>
              <a:rPr lang="en-US" altLang="en-US" sz="2000">
                <a:solidFill>
                  <a:schemeClr val="tx2"/>
                </a:solidFill>
              </a:rPr>
              <a:t> </a:t>
            </a:r>
          </a:p>
        </p:txBody>
      </p:sp>
      <p:sp>
        <p:nvSpPr>
          <p:cNvPr id="35847" name="Rectangle 9">
            <a:extLst>
              <a:ext uri="{FF2B5EF4-FFF2-40B4-BE49-F238E27FC236}">
                <a16:creationId xmlns:a16="http://schemas.microsoft.com/office/drawing/2014/main" id="{BBD4E3E9-D1A1-5A9F-9C32-A0E8A354B3B6}"/>
              </a:ext>
            </a:extLst>
          </p:cNvPr>
          <p:cNvSpPr>
            <a:spLocks noChangeArrowheads="1"/>
          </p:cNvSpPr>
          <p:nvPr/>
        </p:nvSpPr>
        <p:spPr bwMode="auto">
          <a:xfrm>
            <a:off x="1770063" y="3335338"/>
            <a:ext cx="29067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solidFill>
                  <a:srgbClr val="C00000"/>
                </a:solidFill>
              </a:rPr>
              <a:t>superclass(base class)</a:t>
            </a:r>
            <a:r>
              <a:rPr lang="en-US" altLang="en-US" sz="2000">
                <a:solidFill>
                  <a:schemeClr val="tx2"/>
                </a:solidFill>
              </a:rPr>
              <a:t>  </a:t>
            </a:r>
          </a:p>
        </p:txBody>
      </p:sp>
      <p:sp>
        <p:nvSpPr>
          <p:cNvPr id="11" name="Rectangle 10">
            <a:extLst>
              <a:ext uri="{FF2B5EF4-FFF2-40B4-BE49-F238E27FC236}">
                <a16:creationId xmlns:a16="http://schemas.microsoft.com/office/drawing/2014/main" id="{0065FA92-69EB-6D63-7F46-886BA693A782}"/>
              </a:ext>
            </a:extLst>
          </p:cNvPr>
          <p:cNvSpPr>
            <a:spLocks noChangeArrowheads="1"/>
          </p:cNvSpPr>
          <p:nvPr/>
        </p:nvSpPr>
        <p:spPr bwMode="auto">
          <a:xfrm>
            <a:off x="5046663" y="3141663"/>
            <a:ext cx="3868737" cy="2573337"/>
          </a:xfrm>
          <a:prstGeom prst="rect">
            <a:avLst/>
          </a:prstGeom>
          <a:noFill/>
          <a:ln w="9525">
            <a:solidFill>
              <a:schemeClr val="tx1"/>
            </a:solidFill>
            <a:miter lim="800000"/>
            <a:headEnd/>
            <a:tailEnd/>
          </a:ln>
          <a:effectLst>
            <a:prstShdw prst="shdw17" dist="17961" dir="2700000">
              <a:schemeClr val="tx1">
                <a:gamma/>
                <a:shade val="60000"/>
                <a:invGamma/>
              </a:schemeClr>
            </a:prstShdw>
          </a:effectLst>
        </p:spPr>
        <p:txBody>
          <a:bodyPr anchor="ctr">
            <a:spAutoFit/>
          </a:bodyPr>
          <a:lstStyle/>
          <a:p>
            <a:pPr eaLnBrk="0" hangingPunct="0">
              <a:defRPr/>
            </a:pPr>
            <a:r>
              <a:rPr lang="en-US" b="1" dirty="0"/>
              <a:t>class  Person</a:t>
            </a:r>
          </a:p>
          <a:p>
            <a:pPr eaLnBrk="0" hangingPunct="0">
              <a:defRPr/>
            </a:pPr>
            <a:endParaRPr lang="en-US" b="1" dirty="0"/>
          </a:p>
          <a:p>
            <a:pPr eaLnBrk="0" hangingPunct="0">
              <a:defRPr/>
            </a:pPr>
            <a:r>
              <a:rPr lang="en-US" b="1" dirty="0"/>
              <a:t>{  …..	};  </a:t>
            </a:r>
          </a:p>
          <a:p>
            <a:pPr eaLnBrk="0" hangingPunct="0">
              <a:defRPr/>
            </a:pPr>
            <a:r>
              <a:rPr lang="en-US" b="1" dirty="0"/>
              <a:t>	</a:t>
            </a:r>
          </a:p>
          <a:p>
            <a:pPr eaLnBrk="0" hangingPunct="0">
              <a:defRPr/>
            </a:pPr>
            <a:r>
              <a:rPr lang="en-US" b="1" dirty="0"/>
              <a:t>class Student :  </a:t>
            </a:r>
            <a:r>
              <a:rPr lang="en-US" b="1" dirty="0">
                <a:solidFill>
                  <a:srgbClr val="C00000"/>
                </a:solidFill>
              </a:rPr>
              <a:t>public  </a:t>
            </a:r>
            <a:r>
              <a:rPr lang="en-US" b="1" dirty="0"/>
              <a:t>Person</a:t>
            </a:r>
          </a:p>
          <a:p>
            <a:pPr eaLnBrk="0" hangingPunct="0">
              <a:defRPr/>
            </a:pPr>
            <a:endParaRPr lang="en-US" b="1" dirty="0"/>
          </a:p>
          <a:p>
            <a:pPr eaLnBrk="0" hangingPunct="0">
              <a:defRPr/>
            </a:pPr>
            <a:r>
              <a:rPr lang="en-US" b="1" dirty="0"/>
              <a:t>{</a:t>
            </a:r>
          </a:p>
          <a:p>
            <a:pPr eaLnBrk="0" hangingPunct="0">
              <a:defRPr/>
            </a:pPr>
            <a:r>
              <a:rPr lang="en-US" b="1" dirty="0"/>
              <a:t>      ……</a:t>
            </a:r>
          </a:p>
          <a:p>
            <a:pPr eaLnBrk="0" hangingPunct="0">
              <a:defRPr/>
            </a:pPr>
            <a:r>
              <a:rPr lang="en-US" b="1" dirty="0"/>
              <a:t>};</a:t>
            </a:r>
          </a:p>
        </p:txBody>
      </p:sp>
      <p:sp>
        <p:nvSpPr>
          <p:cNvPr id="35849" name="Rectangle 11">
            <a:extLst>
              <a:ext uri="{FF2B5EF4-FFF2-40B4-BE49-F238E27FC236}">
                <a16:creationId xmlns:a16="http://schemas.microsoft.com/office/drawing/2014/main" id="{10AADC2F-0D97-C382-5114-D4DF477F4F39}"/>
              </a:ext>
            </a:extLst>
          </p:cNvPr>
          <p:cNvSpPr>
            <a:spLocks noChangeArrowheads="1"/>
          </p:cNvSpPr>
          <p:nvPr/>
        </p:nvSpPr>
        <p:spPr bwMode="auto">
          <a:xfrm>
            <a:off x="6302375" y="5822950"/>
            <a:ext cx="1836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solidFill>
                  <a:srgbClr val="C00000"/>
                </a:solidFill>
              </a:rPr>
              <a:t>visibility mode </a:t>
            </a:r>
          </a:p>
        </p:txBody>
      </p:sp>
      <p:sp>
        <p:nvSpPr>
          <p:cNvPr id="35850" name="Line 12">
            <a:extLst>
              <a:ext uri="{FF2B5EF4-FFF2-40B4-BE49-F238E27FC236}">
                <a16:creationId xmlns:a16="http://schemas.microsoft.com/office/drawing/2014/main" id="{89CFC802-0E4D-A8E0-1782-1A79F28815E0}"/>
              </a:ext>
            </a:extLst>
          </p:cNvPr>
          <p:cNvSpPr>
            <a:spLocks noChangeShapeType="1"/>
          </p:cNvSpPr>
          <p:nvPr/>
        </p:nvSpPr>
        <p:spPr bwMode="auto">
          <a:xfrm>
            <a:off x="7162800" y="4572000"/>
            <a:ext cx="0" cy="12954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nchor="ct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2EC8FBCE-FD58-E1EF-CD81-EC19EDC659AC}"/>
              </a:ext>
            </a:extLst>
          </p:cNvPr>
          <p:cNvSpPr>
            <a:spLocks noGrp="1"/>
          </p:cNvSpPr>
          <p:nvPr>
            <p:ph type="title"/>
          </p:nvPr>
        </p:nvSpPr>
        <p:spPr/>
        <p:txBody>
          <a:bodyPr/>
          <a:lstStyle/>
          <a:p>
            <a:r>
              <a:rPr lang="en-US" altLang="en-US"/>
              <a:t>Multilevel Inheritance</a:t>
            </a:r>
            <a:endParaRPr lang="en-IN" altLang="en-US"/>
          </a:p>
        </p:txBody>
      </p:sp>
      <p:sp>
        <p:nvSpPr>
          <p:cNvPr id="3" name="Content Placeholder 2">
            <a:extLst>
              <a:ext uri="{FF2B5EF4-FFF2-40B4-BE49-F238E27FC236}">
                <a16:creationId xmlns:a16="http://schemas.microsoft.com/office/drawing/2014/main" id="{6058E96E-9851-DD7C-ECC0-D776F0A8D320}"/>
              </a:ext>
            </a:extLst>
          </p:cNvPr>
          <p:cNvSpPr>
            <a:spLocks noGrp="1"/>
          </p:cNvSpPr>
          <p:nvPr>
            <p:ph idx="1"/>
          </p:nvPr>
        </p:nvSpPr>
        <p:spPr/>
        <p:txBody>
          <a:bodyPr/>
          <a:lstStyle/>
          <a:p>
            <a:pPr>
              <a:defRPr/>
            </a:pPr>
            <a:r>
              <a:rPr lang="en-US" sz="2000" dirty="0"/>
              <a:t>The method of deriving a class from another derived class is known as Multiple or Varied Inheritance</a:t>
            </a:r>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r>
              <a:rPr lang="en-US" sz="2000" dirty="0"/>
              <a:t>A derived class CS-Student is derived from another derived class Student</a:t>
            </a:r>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IN" sz="2000" dirty="0"/>
          </a:p>
        </p:txBody>
      </p:sp>
      <p:sp>
        <p:nvSpPr>
          <p:cNvPr id="36868" name="Slide Number Placeholder 3">
            <a:extLst>
              <a:ext uri="{FF2B5EF4-FFF2-40B4-BE49-F238E27FC236}">
                <a16:creationId xmlns:a16="http://schemas.microsoft.com/office/drawing/2014/main" id="{A6E881BF-9BF3-3EF8-6E9D-CCBD7E7A2FB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1ADE785-1F34-4A1A-93C0-9622D7D46795}"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grpSp>
        <p:nvGrpSpPr>
          <p:cNvPr id="36869" name="Group 4">
            <a:extLst>
              <a:ext uri="{FF2B5EF4-FFF2-40B4-BE49-F238E27FC236}">
                <a16:creationId xmlns:a16="http://schemas.microsoft.com/office/drawing/2014/main" id="{3B840F62-6484-9A04-B970-04E50053D974}"/>
              </a:ext>
            </a:extLst>
          </p:cNvPr>
          <p:cNvGrpSpPr>
            <a:grpSpLocks/>
          </p:cNvGrpSpPr>
          <p:nvPr/>
        </p:nvGrpSpPr>
        <p:grpSpPr bwMode="auto">
          <a:xfrm>
            <a:off x="838200" y="2667000"/>
            <a:ext cx="1676400" cy="2278063"/>
            <a:chOff x="1728" y="1968"/>
            <a:chExt cx="1056" cy="1435"/>
          </a:xfrm>
        </p:grpSpPr>
        <p:sp>
          <p:nvSpPr>
            <p:cNvPr id="36871" name="Rectangle 5">
              <a:extLst>
                <a:ext uri="{FF2B5EF4-FFF2-40B4-BE49-F238E27FC236}">
                  <a16:creationId xmlns:a16="http://schemas.microsoft.com/office/drawing/2014/main" id="{C19A31DD-C553-224A-DC21-F1ADFDF8A959}"/>
                </a:ext>
              </a:extLst>
            </p:cNvPr>
            <p:cNvSpPr>
              <a:spLocks noChangeArrowheads="1"/>
            </p:cNvSpPr>
            <p:nvPr/>
          </p:nvSpPr>
          <p:spPr bwMode="auto">
            <a:xfrm>
              <a:off x="1872" y="1968"/>
              <a:ext cx="816" cy="26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t> Person</a:t>
              </a:r>
            </a:p>
          </p:txBody>
        </p:sp>
        <p:sp>
          <p:nvSpPr>
            <p:cNvPr id="36872" name="Rectangle 6">
              <a:extLst>
                <a:ext uri="{FF2B5EF4-FFF2-40B4-BE49-F238E27FC236}">
                  <a16:creationId xmlns:a16="http://schemas.microsoft.com/office/drawing/2014/main" id="{6C85E775-4079-F2E7-B03C-B99E4A518BBE}"/>
                </a:ext>
              </a:extLst>
            </p:cNvPr>
            <p:cNvSpPr>
              <a:spLocks noChangeArrowheads="1"/>
            </p:cNvSpPr>
            <p:nvPr/>
          </p:nvSpPr>
          <p:spPr bwMode="auto">
            <a:xfrm>
              <a:off x="1872" y="2555"/>
              <a:ext cx="816" cy="26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t>Student</a:t>
              </a:r>
            </a:p>
          </p:txBody>
        </p:sp>
        <p:sp>
          <p:nvSpPr>
            <p:cNvPr id="36873" name="Line 7">
              <a:extLst>
                <a:ext uri="{FF2B5EF4-FFF2-40B4-BE49-F238E27FC236}">
                  <a16:creationId xmlns:a16="http://schemas.microsoft.com/office/drawing/2014/main" id="{6C3D93DD-1894-FE40-140C-2A010681C915}"/>
                </a:ext>
              </a:extLst>
            </p:cNvPr>
            <p:cNvSpPr>
              <a:spLocks noChangeShapeType="1"/>
            </p:cNvSpPr>
            <p:nvPr/>
          </p:nvSpPr>
          <p:spPr bwMode="auto">
            <a:xfrm flipV="1">
              <a:off x="2256" y="2230"/>
              <a:ext cx="0" cy="3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874" name="Rectangle 8">
              <a:extLst>
                <a:ext uri="{FF2B5EF4-FFF2-40B4-BE49-F238E27FC236}">
                  <a16:creationId xmlns:a16="http://schemas.microsoft.com/office/drawing/2014/main" id="{EA903345-AABF-F9F9-2E26-90E926CC780A}"/>
                </a:ext>
              </a:extLst>
            </p:cNvPr>
            <p:cNvSpPr>
              <a:spLocks noChangeArrowheads="1"/>
            </p:cNvSpPr>
            <p:nvPr/>
          </p:nvSpPr>
          <p:spPr bwMode="auto">
            <a:xfrm>
              <a:off x="1728" y="3142"/>
              <a:ext cx="1056" cy="26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t>CS -Student</a:t>
              </a:r>
            </a:p>
          </p:txBody>
        </p:sp>
        <p:sp>
          <p:nvSpPr>
            <p:cNvPr id="36875" name="Line 9">
              <a:extLst>
                <a:ext uri="{FF2B5EF4-FFF2-40B4-BE49-F238E27FC236}">
                  <a16:creationId xmlns:a16="http://schemas.microsoft.com/office/drawing/2014/main" id="{608B8860-CA48-0BF3-B83D-1F159803DB36}"/>
                </a:ext>
              </a:extLst>
            </p:cNvPr>
            <p:cNvSpPr>
              <a:spLocks noChangeShapeType="1"/>
            </p:cNvSpPr>
            <p:nvPr/>
          </p:nvSpPr>
          <p:spPr bwMode="auto">
            <a:xfrm flipV="1">
              <a:off x="2256" y="2816"/>
              <a:ext cx="0" cy="32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2" name="Rectangle 10">
            <a:extLst>
              <a:ext uri="{FF2B5EF4-FFF2-40B4-BE49-F238E27FC236}">
                <a16:creationId xmlns:a16="http://schemas.microsoft.com/office/drawing/2014/main" id="{85BDE6F9-D932-E5C0-97D8-F65E75431F2B}"/>
              </a:ext>
            </a:extLst>
          </p:cNvPr>
          <p:cNvSpPr>
            <a:spLocks noChangeArrowheads="1"/>
          </p:cNvSpPr>
          <p:nvPr/>
        </p:nvSpPr>
        <p:spPr bwMode="auto">
          <a:xfrm>
            <a:off x="2971800" y="2819400"/>
            <a:ext cx="5367338" cy="1930400"/>
          </a:xfrm>
          <a:prstGeom prst="rect">
            <a:avLst/>
          </a:prstGeom>
          <a:noFill/>
          <a:ln w="9525">
            <a:solidFill>
              <a:schemeClr val="tx1"/>
            </a:solidFill>
            <a:miter lim="800000"/>
            <a:headEnd/>
            <a:tailEnd/>
          </a:ln>
          <a:effectLst>
            <a:prstShdw prst="shdw17" dist="17961" dir="2700000">
              <a:schemeClr val="tx1">
                <a:gamma/>
                <a:shade val="60000"/>
                <a:invGamma/>
              </a:schemeClr>
            </a:prstShdw>
          </a:effectLst>
        </p:spPr>
        <p:txBody>
          <a:bodyPr anchor="ctr">
            <a:spAutoFit/>
          </a:bodyPr>
          <a:lstStyle/>
          <a:p>
            <a:pPr eaLnBrk="0" hangingPunct="0">
              <a:defRPr/>
            </a:pPr>
            <a:r>
              <a:rPr lang="en-US" sz="2000" dirty="0"/>
              <a:t>class Person</a:t>
            </a:r>
          </a:p>
          <a:p>
            <a:pPr eaLnBrk="0" hangingPunct="0">
              <a:defRPr/>
            </a:pPr>
            <a:r>
              <a:rPr lang="en-US" sz="2000" dirty="0"/>
              <a:t>	{ ……};</a:t>
            </a:r>
          </a:p>
          <a:p>
            <a:pPr eaLnBrk="0" hangingPunct="0">
              <a:defRPr/>
            </a:pPr>
            <a:r>
              <a:rPr lang="en-US" sz="2000" dirty="0"/>
              <a:t>class Student : public Person</a:t>
            </a:r>
          </a:p>
          <a:p>
            <a:pPr eaLnBrk="0" hangingPunct="0">
              <a:defRPr/>
            </a:pPr>
            <a:r>
              <a:rPr lang="en-US" sz="2000" dirty="0"/>
              <a:t>   	{ ……};</a:t>
            </a:r>
          </a:p>
          <a:p>
            <a:pPr eaLnBrk="0" hangingPunct="0">
              <a:defRPr/>
            </a:pPr>
            <a:r>
              <a:rPr lang="en-US" sz="2000" dirty="0"/>
              <a:t>class CS -Student : public Student </a:t>
            </a:r>
          </a:p>
          <a:p>
            <a:pPr eaLnBrk="0" hangingPunct="0">
              <a:defRPr/>
            </a:pPr>
            <a:r>
              <a:rPr lang="en-US" sz="2000" dirty="0"/>
              <a:t>	{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6A8A965E-523D-B128-8114-095B92A779F2}"/>
              </a:ext>
            </a:extLst>
          </p:cNvPr>
          <p:cNvSpPr>
            <a:spLocks noGrp="1"/>
          </p:cNvSpPr>
          <p:nvPr>
            <p:ph type="title"/>
          </p:nvPr>
        </p:nvSpPr>
        <p:spPr/>
        <p:txBody>
          <a:bodyPr/>
          <a:lstStyle/>
          <a:p>
            <a:r>
              <a:rPr lang="en-US" altLang="en-US"/>
              <a:t>Multiple Inheritance</a:t>
            </a:r>
            <a:endParaRPr lang="en-IN" altLang="en-US"/>
          </a:p>
        </p:txBody>
      </p:sp>
      <p:sp>
        <p:nvSpPr>
          <p:cNvPr id="3" name="Content Placeholder 2">
            <a:extLst>
              <a:ext uri="{FF2B5EF4-FFF2-40B4-BE49-F238E27FC236}">
                <a16:creationId xmlns:a16="http://schemas.microsoft.com/office/drawing/2014/main" id="{4D53DBF0-8F0E-280B-D570-891E69D542BF}"/>
              </a:ext>
            </a:extLst>
          </p:cNvPr>
          <p:cNvSpPr>
            <a:spLocks noGrp="1"/>
          </p:cNvSpPr>
          <p:nvPr>
            <p:ph idx="1"/>
          </p:nvPr>
        </p:nvSpPr>
        <p:spPr/>
        <p:txBody>
          <a:bodyPr/>
          <a:lstStyle/>
          <a:p>
            <a:pPr eaLnBrk="1" hangingPunct="1">
              <a:defRPr/>
            </a:pPr>
            <a:r>
              <a:rPr lang="en-US" sz="2000" dirty="0"/>
              <a:t>A class  is  inheriting features from more than one super class</a:t>
            </a:r>
          </a:p>
          <a:p>
            <a:pPr eaLnBrk="1" hangingPunct="1">
              <a:defRPr/>
            </a:pPr>
            <a:r>
              <a:rPr lang="en-US" sz="2000" dirty="0"/>
              <a:t>Class Part-time Student  is derived from two base classes, Employee and Student</a:t>
            </a:r>
            <a:endParaRPr lang="en-IN" sz="2000" dirty="0"/>
          </a:p>
        </p:txBody>
      </p:sp>
      <p:sp>
        <p:nvSpPr>
          <p:cNvPr id="37892" name="Slide Number Placeholder 3">
            <a:extLst>
              <a:ext uri="{FF2B5EF4-FFF2-40B4-BE49-F238E27FC236}">
                <a16:creationId xmlns:a16="http://schemas.microsoft.com/office/drawing/2014/main" id="{DE045F34-D889-F5EA-EA2C-866054F8E44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2731C5B-5D81-4498-B30E-A0A3F7835A70}"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37893" name="Rectangle 4">
            <a:extLst>
              <a:ext uri="{FF2B5EF4-FFF2-40B4-BE49-F238E27FC236}">
                <a16:creationId xmlns:a16="http://schemas.microsoft.com/office/drawing/2014/main" id="{C6A62D94-EE4B-2DB8-254B-41D21A7CF3B8}"/>
              </a:ext>
            </a:extLst>
          </p:cNvPr>
          <p:cNvSpPr>
            <a:spLocks noChangeArrowheads="1"/>
          </p:cNvSpPr>
          <p:nvPr/>
        </p:nvSpPr>
        <p:spPr bwMode="auto">
          <a:xfrm>
            <a:off x="304800" y="3352800"/>
            <a:ext cx="1524000" cy="414338"/>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t>Employee</a:t>
            </a:r>
          </a:p>
        </p:txBody>
      </p:sp>
      <p:sp>
        <p:nvSpPr>
          <p:cNvPr id="37894" name="Rectangle 5">
            <a:extLst>
              <a:ext uri="{FF2B5EF4-FFF2-40B4-BE49-F238E27FC236}">
                <a16:creationId xmlns:a16="http://schemas.microsoft.com/office/drawing/2014/main" id="{42A87C27-B981-62A5-DDD5-0D01E971AAEE}"/>
              </a:ext>
            </a:extLst>
          </p:cNvPr>
          <p:cNvSpPr>
            <a:spLocks noChangeArrowheads="1"/>
          </p:cNvSpPr>
          <p:nvPr/>
        </p:nvSpPr>
        <p:spPr bwMode="auto">
          <a:xfrm>
            <a:off x="2514600" y="3352800"/>
            <a:ext cx="1295400" cy="415925"/>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t>Student</a:t>
            </a:r>
          </a:p>
        </p:txBody>
      </p:sp>
      <p:sp>
        <p:nvSpPr>
          <p:cNvPr id="37895" name="Rectangle 6">
            <a:extLst>
              <a:ext uri="{FF2B5EF4-FFF2-40B4-BE49-F238E27FC236}">
                <a16:creationId xmlns:a16="http://schemas.microsoft.com/office/drawing/2014/main" id="{77BFBA71-4FDF-34AC-D4A1-641DD8AD5CEA}"/>
              </a:ext>
            </a:extLst>
          </p:cNvPr>
          <p:cNvSpPr>
            <a:spLocks noChangeArrowheads="1"/>
          </p:cNvSpPr>
          <p:nvPr/>
        </p:nvSpPr>
        <p:spPr bwMode="auto">
          <a:xfrm>
            <a:off x="1066800" y="4724400"/>
            <a:ext cx="2286000" cy="414338"/>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t>Part-time-Student</a:t>
            </a:r>
          </a:p>
        </p:txBody>
      </p:sp>
      <p:sp>
        <p:nvSpPr>
          <p:cNvPr id="37896" name="Line 7">
            <a:extLst>
              <a:ext uri="{FF2B5EF4-FFF2-40B4-BE49-F238E27FC236}">
                <a16:creationId xmlns:a16="http://schemas.microsoft.com/office/drawing/2014/main" id="{FBDF4629-4C44-0C29-6D2C-B7B51C34369F}"/>
              </a:ext>
            </a:extLst>
          </p:cNvPr>
          <p:cNvSpPr>
            <a:spLocks noChangeShapeType="1"/>
          </p:cNvSpPr>
          <p:nvPr/>
        </p:nvSpPr>
        <p:spPr bwMode="auto">
          <a:xfrm flipV="1">
            <a:off x="1981200" y="4267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7897" name="Line 8">
            <a:extLst>
              <a:ext uri="{FF2B5EF4-FFF2-40B4-BE49-F238E27FC236}">
                <a16:creationId xmlns:a16="http://schemas.microsoft.com/office/drawing/2014/main" id="{2FF3552E-42E5-0368-97E0-D3B3466B3658}"/>
              </a:ext>
            </a:extLst>
          </p:cNvPr>
          <p:cNvSpPr>
            <a:spLocks noChangeShapeType="1"/>
          </p:cNvSpPr>
          <p:nvPr/>
        </p:nvSpPr>
        <p:spPr bwMode="auto">
          <a:xfrm flipH="1">
            <a:off x="1066800" y="4267200"/>
            <a:ext cx="914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7898" name="Line 9">
            <a:extLst>
              <a:ext uri="{FF2B5EF4-FFF2-40B4-BE49-F238E27FC236}">
                <a16:creationId xmlns:a16="http://schemas.microsoft.com/office/drawing/2014/main" id="{7547A611-4964-56B0-CFE7-2F27E7A1D3FD}"/>
              </a:ext>
            </a:extLst>
          </p:cNvPr>
          <p:cNvSpPr>
            <a:spLocks noChangeShapeType="1"/>
          </p:cNvSpPr>
          <p:nvPr/>
        </p:nvSpPr>
        <p:spPr bwMode="auto">
          <a:xfrm flipV="1">
            <a:off x="1066800" y="3733800"/>
            <a:ext cx="0" cy="5334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37899" name="Line 10">
            <a:extLst>
              <a:ext uri="{FF2B5EF4-FFF2-40B4-BE49-F238E27FC236}">
                <a16:creationId xmlns:a16="http://schemas.microsoft.com/office/drawing/2014/main" id="{A3210AAA-B801-83F1-5867-003577809157}"/>
              </a:ext>
            </a:extLst>
          </p:cNvPr>
          <p:cNvSpPr>
            <a:spLocks noChangeShapeType="1"/>
          </p:cNvSpPr>
          <p:nvPr/>
        </p:nvSpPr>
        <p:spPr bwMode="auto">
          <a:xfrm flipV="1">
            <a:off x="2286000" y="4267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7900" name="Line 11">
            <a:extLst>
              <a:ext uri="{FF2B5EF4-FFF2-40B4-BE49-F238E27FC236}">
                <a16:creationId xmlns:a16="http://schemas.microsoft.com/office/drawing/2014/main" id="{318BC9B0-ED99-34EC-3883-DABE0DCE6333}"/>
              </a:ext>
            </a:extLst>
          </p:cNvPr>
          <p:cNvSpPr>
            <a:spLocks noChangeShapeType="1"/>
          </p:cNvSpPr>
          <p:nvPr/>
        </p:nvSpPr>
        <p:spPr bwMode="auto">
          <a:xfrm flipH="1">
            <a:off x="2286000" y="4267200"/>
            <a:ext cx="914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7901" name="Line 12">
            <a:extLst>
              <a:ext uri="{FF2B5EF4-FFF2-40B4-BE49-F238E27FC236}">
                <a16:creationId xmlns:a16="http://schemas.microsoft.com/office/drawing/2014/main" id="{6DFFC962-FE79-CE7E-AEF4-00117623A591}"/>
              </a:ext>
            </a:extLst>
          </p:cNvPr>
          <p:cNvSpPr>
            <a:spLocks noChangeShapeType="1"/>
          </p:cNvSpPr>
          <p:nvPr/>
        </p:nvSpPr>
        <p:spPr bwMode="auto">
          <a:xfrm flipV="1">
            <a:off x="3200400" y="3733800"/>
            <a:ext cx="0" cy="5334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nchor="ctr"/>
          <a:lstStyle/>
          <a:p>
            <a:endParaRPr lang="en-US"/>
          </a:p>
        </p:txBody>
      </p:sp>
      <p:sp>
        <p:nvSpPr>
          <p:cNvPr id="14" name="Rectangle 13">
            <a:extLst>
              <a:ext uri="{FF2B5EF4-FFF2-40B4-BE49-F238E27FC236}">
                <a16:creationId xmlns:a16="http://schemas.microsoft.com/office/drawing/2014/main" id="{2501AC3A-94BD-456F-20E8-439AB73E4677}"/>
              </a:ext>
            </a:extLst>
          </p:cNvPr>
          <p:cNvSpPr>
            <a:spLocks noChangeArrowheads="1"/>
          </p:cNvSpPr>
          <p:nvPr/>
        </p:nvSpPr>
        <p:spPr bwMode="auto">
          <a:xfrm>
            <a:off x="3967163" y="3443288"/>
            <a:ext cx="4872037" cy="1812925"/>
          </a:xfrm>
          <a:prstGeom prst="rect">
            <a:avLst/>
          </a:prstGeom>
          <a:noFill/>
          <a:ln w="9525">
            <a:solidFill>
              <a:schemeClr val="tx1"/>
            </a:solidFill>
            <a:miter lim="800000"/>
            <a:headEnd/>
            <a:tailEnd/>
          </a:ln>
          <a:effectLst>
            <a:prstShdw prst="shdw17" dist="17961" dir="2700000">
              <a:schemeClr val="tx1">
                <a:gamma/>
                <a:shade val="60000"/>
                <a:invGamma/>
              </a:schemeClr>
            </a:prstShdw>
          </a:effectLst>
        </p:spPr>
        <p:txBody>
          <a:bodyPr anchor="ctr">
            <a:spAutoFit/>
          </a:bodyPr>
          <a:lstStyle/>
          <a:p>
            <a:pPr eaLnBrk="0" hangingPunct="0">
              <a:defRPr/>
            </a:pPr>
            <a:r>
              <a:rPr lang="en-US" sz="1600" b="1" dirty="0"/>
              <a:t>Class Employee</a:t>
            </a:r>
          </a:p>
          <a:p>
            <a:pPr eaLnBrk="0" hangingPunct="0">
              <a:defRPr/>
            </a:pPr>
            <a:r>
              <a:rPr lang="en-US" sz="1600" b="1" dirty="0"/>
              <a:t>	{……..};</a:t>
            </a:r>
          </a:p>
          <a:p>
            <a:pPr eaLnBrk="0" hangingPunct="0">
              <a:defRPr/>
            </a:pPr>
            <a:r>
              <a:rPr lang="en-US" sz="1600" b="1" dirty="0"/>
              <a:t>Class Student</a:t>
            </a:r>
          </a:p>
          <a:p>
            <a:pPr eaLnBrk="0" hangingPunct="0">
              <a:defRPr/>
            </a:pPr>
            <a:r>
              <a:rPr lang="en-US" sz="1600" b="1" dirty="0"/>
              <a:t>	{……..};</a:t>
            </a:r>
          </a:p>
          <a:p>
            <a:pPr eaLnBrk="0" hangingPunct="0">
              <a:defRPr/>
            </a:pPr>
            <a:r>
              <a:rPr lang="en-US" sz="1600" b="1" dirty="0"/>
              <a:t>Class Part-time-Student : public Employee,  			                   public Student</a:t>
            </a:r>
          </a:p>
          <a:p>
            <a:pPr eaLnBrk="0" hangingPunct="0">
              <a:defRPr/>
            </a:pPr>
            <a:r>
              <a:rPr lang="en-US" sz="1600" b="1" dirty="0"/>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BC4D5B1B-B371-686D-811F-D08CAB910980}"/>
              </a:ext>
            </a:extLst>
          </p:cNvPr>
          <p:cNvSpPr>
            <a:spLocks noGrp="1"/>
          </p:cNvSpPr>
          <p:nvPr>
            <p:ph type="title"/>
          </p:nvPr>
        </p:nvSpPr>
        <p:spPr/>
        <p:txBody>
          <a:bodyPr/>
          <a:lstStyle/>
          <a:p>
            <a:r>
              <a:rPr lang="en-US" altLang="en-US"/>
              <a:t>Hierarchical Inheritance</a:t>
            </a:r>
            <a:endParaRPr lang="en-IN" altLang="en-US"/>
          </a:p>
        </p:txBody>
      </p:sp>
      <p:sp>
        <p:nvSpPr>
          <p:cNvPr id="3" name="Content Placeholder 2">
            <a:extLst>
              <a:ext uri="{FF2B5EF4-FFF2-40B4-BE49-F238E27FC236}">
                <a16:creationId xmlns:a16="http://schemas.microsoft.com/office/drawing/2014/main" id="{D5C04AE4-9DAC-7458-9B9F-ED55DCE0DBB0}"/>
              </a:ext>
            </a:extLst>
          </p:cNvPr>
          <p:cNvSpPr>
            <a:spLocks noGrp="1"/>
          </p:cNvSpPr>
          <p:nvPr>
            <p:ph idx="1"/>
          </p:nvPr>
        </p:nvSpPr>
        <p:spPr/>
        <p:txBody>
          <a:bodyPr/>
          <a:lstStyle/>
          <a:p>
            <a:pPr eaLnBrk="1" hangingPunct="1">
              <a:defRPr/>
            </a:pPr>
            <a:r>
              <a:rPr lang="en-US" sz="2000" dirty="0"/>
              <a:t>Many subclasses are derived from a single base class </a:t>
            </a:r>
          </a:p>
          <a:p>
            <a:pPr eaLnBrk="1" hangingPunct="1">
              <a:defRPr/>
            </a:pPr>
            <a:endParaRPr lang="en-US" sz="2000" dirty="0"/>
          </a:p>
          <a:p>
            <a:pPr eaLnBrk="1" hangingPunct="1">
              <a:defRPr/>
            </a:pPr>
            <a:r>
              <a:rPr lang="en-US" sz="2000" dirty="0"/>
              <a:t>The two derived classes namely Student and Employee are derived from a base class Person</a:t>
            </a:r>
          </a:p>
          <a:p>
            <a:pPr eaLnBrk="1" hangingPunct="1">
              <a:defRPr/>
            </a:pPr>
            <a:endParaRPr lang="en-IN" sz="2000" dirty="0"/>
          </a:p>
        </p:txBody>
      </p:sp>
      <p:sp>
        <p:nvSpPr>
          <p:cNvPr id="38916" name="Slide Number Placeholder 3">
            <a:extLst>
              <a:ext uri="{FF2B5EF4-FFF2-40B4-BE49-F238E27FC236}">
                <a16:creationId xmlns:a16="http://schemas.microsoft.com/office/drawing/2014/main" id="{6C5E024E-C0FD-44A4-E713-828E6135A6A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0105BFA-39A2-42EE-9BB3-57E55EABD045}"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38917" name="Line 4">
            <a:extLst>
              <a:ext uri="{FF2B5EF4-FFF2-40B4-BE49-F238E27FC236}">
                <a16:creationId xmlns:a16="http://schemas.microsoft.com/office/drawing/2014/main" id="{972B0095-5018-A1B9-1664-C77B79FDCE28}"/>
              </a:ext>
            </a:extLst>
          </p:cNvPr>
          <p:cNvSpPr>
            <a:spLocks noChangeShapeType="1"/>
          </p:cNvSpPr>
          <p:nvPr/>
        </p:nvSpPr>
        <p:spPr bwMode="auto">
          <a:xfrm flipV="1">
            <a:off x="2505075" y="4043363"/>
            <a:ext cx="0" cy="5175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8918" name="Group 5">
            <a:extLst>
              <a:ext uri="{FF2B5EF4-FFF2-40B4-BE49-F238E27FC236}">
                <a16:creationId xmlns:a16="http://schemas.microsoft.com/office/drawing/2014/main" id="{739506D7-7BF9-5868-ADE3-8A82A82FCADC}"/>
              </a:ext>
            </a:extLst>
          </p:cNvPr>
          <p:cNvGrpSpPr>
            <a:grpSpLocks/>
          </p:cNvGrpSpPr>
          <p:nvPr/>
        </p:nvGrpSpPr>
        <p:grpSpPr bwMode="auto">
          <a:xfrm>
            <a:off x="533400" y="3630613"/>
            <a:ext cx="3733800" cy="1554162"/>
            <a:chOff x="1368" y="1920"/>
            <a:chExt cx="2352" cy="979"/>
          </a:xfrm>
        </p:grpSpPr>
        <p:sp>
          <p:nvSpPr>
            <p:cNvPr id="38920" name="Rectangle 6">
              <a:extLst>
                <a:ext uri="{FF2B5EF4-FFF2-40B4-BE49-F238E27FC236}">
                  <a16:creationId xmlns:a16="http://schemas.microsoft.com/office/drawing/2014/main" id="{69A3E53D-FE64-5849-A2A4-0409080A6878}"/>
                </a:ext>
              </a:extLst>
            </p:cNvPr>
            <p:cNvSpPr>
              <a:spLocks noChangeArrowheads="1"/>
            </p:cNvSpPr>
            <p:nvPr/>
          </p:nvSpPr>
          <p:spPr bwMode="auto">
            <a:xfrm>
              <a:off x="2160" y="1920"/>
              <a:ext cx="816" cy="26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200">
                  <a:latin typeface="Times New Roman" panose="02020603050405020304" pitchFamily="18" charset="0"/>
                </a:rPr>
                <a:t>  </a:t>
              </a:r>
              <a:r>
                <a:rPr lang="en-US" altLang="en-US" sz="2000"/>
                <a:t>Person</a:t>
              </a:r>
            </a:p>
          </p:txBody>
        </p:sp>
        <p:sp>
          <p:nvSpPr>
            <p:cNvPr id="38921" name="Rectangle 7">
              <a:extLst>
                <a:ext uri="{FF2B5EF4-FFF2-40B4-BE49-F238E27FC236}">
                  <a16:creationId xmlns:a16="http://schemas.microsoft.com/office/drawing/2014/main" id="{3921D68D-E986-838B-32F3-BEF8335D7882}"/>
                </a:ext>
              </a:extLst>
            </p:cNvPr>
            <p:cNvSpPr>
              <a:spLocks noChangeArrowheads="1"/>
            </p:cNvSpPr>
            <p:nvPr/>
          </p:nvSpPr>
          <p:spPr bwMode="auto">
            <a:xfrm>
              <a:off x="1368" y="2638"/>
              <a:ext cx="816" cy="26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t>Student</a:t>
              </a:r>
            </a:p>
          </p:txBody>
        </p:sp>
        <p:sp>
          <p:nvSpPr>
            <p:cNvPr id="38922" name="Line 8">
              <a:extLst>
                <a:ext uri="{FF2B5EF4-FFF2-40B4-BE49-F238E27FC236}">
                  <a16:creationId xmlns:a16="http://schemas.microsoft.com/office/drawing/2014/main" id="{E5F7A414-FD01-9314-A70F-CB8A2B51EE48}"/>
                </a:ext>
              </a:extLst>
            </p:cNvPr>
            <p:cNvSpPr>
              <a:spLocks noChangeShapeType="1"/>
            </p:cNvSpPr>
            <p:nvPr/>
          </p:nvSpPr>
          <p:spPr bwMode="auto">
            <a:xfrm flipV="1">
              <a:off x="2424" y="2182"/>
              <a:ext cx="0" cy="3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3" name="Rectangle 9">
              <a:extLst>
                <a:ext uri="{FF2B5EF4-FFF2-40B4-BE49-F238E27FC236}">
                  <a16:creationId xmlns:a16="http://schemas.microsoft.com/office/drawing/2014/main" id="{0581BE60-0CE5-6F5B-714B-25C6841FC9BB}"/>
                </a:ext>
              </a:extLst>
            </p:cNvPr>
            <p:cNvSpPr>
              <a:spLocks noChangeArrowheads="1"/>
            </p:cNvSpPr>
            <p:nvPr/>
          </p:nvSpPr>
          <p:spPr bwMode="auto">
            <a:xfrm>
              <a:off x="2856" y="2638"/>
              <a:ext cx="864" cy="26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t>Employee</a:t>
              </a:r>
            </a:p>
          </p:txBody>
        </p:sp>
        <p:sp>
          <p:nvSpPr>
            <p:cNvPr id="38924" name="Line 10">
              <a:extLst>
                <a:ext uri="{FF2B5EF4-FFF2-40B4-BE49-F238E27FC236}">
                  <a16:creationId xmlns:a16="http://schemas.microsoft.com/office/drawing/2014/main" id="{4E2DCE5A-C148-283F-F2BB-295B591C2EC6}"/>
                </a:ext>
              </a:extLst>
            </p:cNvPr>
            <p:cNvSpPr>
              <a:spLocks noChangeShapeType="1"/>
            </p:cNvSpPr>
            <p:nvPr/>
          </p:nvSpPr>
          <p:spPr bwMode="auto">
            <a:xfrm flipH="1">
              <a:off x="1944" y="2508"/>
              <a:ext cx="4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5" name="Line 11">
              <a:extLst>
                <a:ext uri="{FF2B5EF4-FFF2-40B4-BE49-F238E27FC236}">
                  <a16:creationId xmlns:a16="http://schemas.microsoft.com/office/drawing/2014/main" id="{3E783C64-4DF0-92F1-C89D-D117F9E3F985}"/>
                </a:ext>
              </a:extLst>
            </p:cNvPr>
            <p:cNvSpPr>
              <a:spLocks noChangeShapeType="1"/>
            </p:cNvSpPr>
            <p:nvPr/>
          </p:nvSpPr>
          <p:spPr bwMode="auto">
            <a:xfrm>
              <a:off x="1944" y="2508"/>
              <a:ext cx="0" cy="1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6" name="Line 12">
              <a:extLst>
                <a:ext uri="{FF2B5EF4-FFF2-40B4-BE49-F238E27FC236}">
                  <a16:creationId xmlns:a16="http://schemas.microsoft.com/office/drawing/2014/main" id="{A704D7C3-DABA-0A29-AF1C-F083116378D9}"/>
                </a:ext>
              </a:extLst>
            </p:cNvPr>
            <p:cNvSpPr>
              <a:spLocks noChangeShapeType="1"/>
            </p:cNvSpPr>
            <p:nvPr/>
          </p:nvSpPr>
          <p:spPr bwMode="auto">
            <a:xfrm>
              <a:off x="2616" y="2508"/>
              <a:ext cx="57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7" name="Line 13">
              <a:extLst>
                <a:ext uri="{FF2B5EF4-FFF2-40B4-BE49-F238E27FC236}">
                  <a16:creationId xmlns:a16="http://schemas.microsoft.com/office/drawing/2014/main" id="{3C07E553-3204-3959-89B7-7DA98905F921}"/>
                </a:ext>
              </a:extLst>
            </p:cNvPr>
            <p:cNvSpPr>
              <a:spLocks noChangeShapeType="1"/>
            </p:cNvSpPr>
            <p:nvPr/>
          </p:nvSpPr>
          <p:spPr bwMode="auto">
            <a:xfrm>
              <a:off x="3192" y="2508"/>
              <a:ext cx="0" cy="1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 name="Rectangle 14">
            <a:extLst>
              <a:ext uri="{FF2B5EF4-FFF2-40B4-BE49-F238E27FC236}">
                <a16:creationId xmlns:a16="http://schemas.microsoft.com/office/drawing/2014/main" id="{3B3F9BD4-DCE1-2C71-E52C-6D99688A4B23}"/>
              </a:ext>
            </a:extLst>
          </p:cNvPr>
          <p:cNvSpPr>
            <a:spLocks noChangeArrowheads="1"/>
          </p:cNvSpPr>
          <p:nvPr/>
        </p:nvSpPr>
        <p:spPr bwMode="auto">
          <a:xfrm>
            <a:off x="4787900" y="3429000"/>
            <a:ext cx="3898900" cy="1930400"/>
          </a:xfrm>
          <a:prstGeom prst="rect">
            <a:avLst/>
          </a:prstGeom>
          <a:noFill/>
          <a:ln w="9525">
            <a:solidFill>
              <a:schemeClr val="tx1"/>
            </a:solidFill>
            <a:miter lim="800000"/>
            <a:headEnd/>
            <a:tailEnd/>
          </a:ln>
          <a:effectLst>
            <a:prstShdw prst="shdw17" dist="17961" dir="2700000">
              <a:schemeClr val="tx1">
                <a:gamma/>
                <a:shade val="60000"/>
                <a:invGamma/>
              </a:schemeClr>
            </a:prstShdw>
          </a:effectLst>
        </p:spPr>
        <p:txBody>
          <a:bodyPr anchor="ctr">
            <a:spAutoFit/>
          </a:bodyPr>
          <a:lstStyle/>
          <a:p>
            <a:pPr eaLnBrk="0" hangingPunct="0">
              <a:defRPr/>
            </a:pPr>
            <a:r>
              <a:rPr lang="en-US" sz="2000" dirty="0"/>
              <a:t>class Person</a:t>
            </a:r>
          </a:p>
          <a:p>
            <a:pPr eaLnBrk="0" hangingPunct="0">
              <a:defRPr/>
            </a:pPr>
            <a:r>
              <a:rPr lang="en-US" sz="2000" dirty="0"/>
              <a:t>{……};</a:t>
            </a:r>
          </a:p>
          <a:p>
            <a:pPr eaLnBrk="0" hangingPunct="0">
              <a:defRPr/>
            </a:pPr>
            <a:r>
              <a:rPr lang="en-US" sz="2000" dirty="0"/>
              <a:t>class Student : public  Person</a:t>
            </a:r>
          </a:p>
          <a:p>
            <a:pPr eaLnBrk="0" hangingPunct="0">
              <a:defRPr/>
            </a:pPr>
            <a:r>
              <a:rPr lang="en-US" sz="2000" dirty="0"/>
              <a:t>{……};</a:t>
            </a:r>
          </a:p>
          <a:p>
            <a:pPr eaLnBrk="0" hangingPunct="0">
              <a:defRPr/>
            </a:pPr>
            <a:r>
              <a:rPr lang="en-US" sz="2000" dirty="0"/>
              <a:t>class Employee : public  Person	</a:t>
            </a:r>
          </a:p>
          <a:p>
            <a:pPr eaLnBrk="0" hangingPunct="0">
              <a:defRPr/>
            </a:pPr>
            <a:r>
              <a:rPr lang="en-US" sz="2000" dirty="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D62BD947-EDDC-A29E-54CE-5F94821BC217}"/>
              </a:ext>
            </a:extLst>
          </p:cNvPr>
          <p:cNvSpPr>
            <a:spLocks noGrp="1"/>
          </p:cNvSpPr>
          <p:nvPr>
            <p:ph type="title"/>
          </p:nvPr>
        </p:nvSpPr>
        <p:spPr/>
        <p:txBody>
          <a:bodyPr/>
          <a:lstStyle/>
          <a:p>
            <a:r>
              <a:rPr lang="en-US" altLang="en-US"/>
              <a:t>Hybrid Inheritance</a:t>
            </a:r>
            <a:endParaRPr lang="en-IN" altLang="en-US"/>
          </a:p>
        </p:txBody>
      </p:sp>
      <p:sp>
        <p:nvSpPr>
          <p:cNvPr id="3" name="Content Placeholder 2">
            <a:extLst>
              <a:ext uri="{FF2B5EF4-FFF2-40B4-BE49-F238E27FC236}">
                <a16:creationId xmlns:a16="http://schemas.microsoft.com/office/drawing/2014/main" id="{58DFA5E0-A80D-53B1-A1C8-4A8A82C627CC}"/>
              </a:ext>
            </a:extLst>
          </p:cNvPr>
          <p:cNvSpPr>
            <a:spLocks noGrp="1"/>
          </p:cNvSpPr>
          <p:nvPr>
            <p:ph idx="1"/>
          </p:nvPr>
        </p:nvSpPr>
        <p:spPr/>
        <p:txBody>
          <a:bodyPr/>
          <a:lstStyle/>
          <a:p>
            <a:pPr eaLnBrk="1" hangingPunct="1">
              <a:defRPr/>
            </a:pPr>
            <a:r>
              <a:rPr lang="en-US" sz="2000" dirty="0"/>
              <a:t>In this type, </a:t>
            </a:r>
            <a:r>
              <a:rPr lang="en-US" sz="2000" b="1" dirty="0"/>
              <a:t>more than one type of inheritance </a:t>
            </a:r>
            <a:r>
              <a:rPr lang="en-US" sz="2000" dirty="0"/>
              <a:t>are used to derive a new sub class</a:t>
            </a:r>
          </a:p>
          <a:p>
            <a:pPr eaLnBrk="1" hangingPunct="1">
              <a:defRPr/>
            </a:pPr>
            <a:r>
              <a:rPr lang="en-US" sz="2000" dirty="0"/>
              <a:t>Multiple and multilevel type of inheritances are used to derive a class PG-Student</a:t>
            </a:r>
          </a:p>
          <a:p>
            <a:pPr marL="0" indent="0">
              <a:buFont typeface="Wingdings" pitchFamily="2" charset="2"/>
              <a:buNone/>
              <a:defRPr/>
            </a:pPr>
            <a:endParaRPr lang="en-IN" sz="2000" dirty="0"/>
          </a:p>
        </p:txBody>
      </p:sp>
      <p:sp>
        <p:nvSpPr>
          <p:cNvPr id="39940" name="Slide Number Placeholder 3">
            <a:extLst>
              <a:ext uri="{FF2B5EF4-FFF2-40B4-BE49-F238E27FC236}">
                <a16:creationId xmlns:a16="http://schemas.microsoft.com/office/drawing/2014/main" id="{4750A11B-2582-AF55-86FB-2728B94B7CE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780B75C-1D8E-4ACE-9D46-4563823C2915}"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39941" name="Rectangle 4">
            <a:extLst>
              <a:ext uri="{FF2B5EF4-FFF2-40B4-BE49-F238E27FC236}">
                <a16:creationId xmlns:a16="http://schemas.microsoft.com/office/drawing/2014/main" id="{0FC8FD3F-5A2C-D662-B7D6-AE51361FF502}"/>
              </a:ext>
            </a:extLst>
          </p:cNvPr>
          <p:cNvSpPr>
            <a:spLocks noChangeArrowheads="1"/>
          </p:cNvSpPr>
          <p:nvPr/>
        </p:nvSpPr>
        <p:spPr bwMode="auto">
          <a:xfrm>
            <a:off x="533400" y="3276600"/>
            <a:ext cx="1697038" cy="555625"/>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t>  Person</a:t>
            </a:r>
          </a:p>
        </p:txBody>
      </p:sp>
      <p:sp>
        <p:nvSpPr>
          <p:cNvPr id="39942" name="Rectangle 5">
            <a:extLst>
              <a:ext uri="{FF2B5EF4-FFF2-40B4-BE49-F238E27FC236}">
                <a16:creationId xmlns:a16="http://schemas.microsoft.com/office/drawing/2014/main" id="{1C5F139F-2CE6-A556-94A0-291EFAFB8AB5}"/>
              </a:ext>
            </a:extLst>
          </p:cNvPr>
          <p:cNvSpPr>
            <a:spLocks noChangeArrowheads="1"/>
          </p:cNvSpPr>
          <p:nvPr/>
        </p:nvSpPr>
        <p:spPr bwMode="auto">
          <a:xfrm>
            <a:off x="533400" y="4522788"/>
            <a:ext cx="1697038" cy="555625"/>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t>Student</a:t>
            </a:r>
          </a:p>
        </p:txBody>
      </p:sp>
      <p:sp>
        <p:nvSpPr>
          <p:cNvPr id="39943" name="Line 6">
            <a:extLst>
              <a:ext uri="{FF2B5EF4-FFF2-40B4-BE49-F238E27FC236}">
                <a16:creationId xmlns:a16="http://schemas.microsoft.com/office/drawing/2014/main" id="{0CF6ABC2-E509-2628-E58A-A8CD48606227}"/>
              </a:ext>
            </a:extLst>
          </p:cNvPr>
          <p:cNvSpPr>
            <a:spLocks noChangeShapeType="1"/>
          </p:cNvSpPr>
          <p:nvPr/>
        </p:nvSpPr>
        <p:spPr bwMode="auto">
          <a:xfrm flipV="1">
            <a:off x="1331913" y="3832225"/>
            <a:ext cx="0" cy="6905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944" name="Rectangle 7">
            <a:extLst>
              <a:ext uri="{FF2B5EF4-FFF2-40B4-BE49-F238E27FC236}">
                <a16:creationId xmlns:a16="http://schemas.microsoft.com/office/drawing/2014/main" id="{5B2E4B02-9001-771C-D46A-ABC0FE24972B}"/>
              </a:ext>
            </a:extLst>
          </p:cNvPr>
          <p:cNvSpPr>
            <a:spLocks noChangeArrowheads="1"/>
          </p:cNvSpPr>
          <p:nvPr/>
        </p:nvSpPr>
        <p:spPr bwMode="auto">
          <a:xfrm>
            <a:off x="533400" y="5770563"/>
            <a:ext cx="1795463" cy="554037"/>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t>PG_Student</a:t>
            </a:r>
          </a:p>
        </p:txBody>
      </p:sp>
      <p:sp>
        <p:nvSpPr>
          <p:cNvPr id="39945" name="Line 8">
            <a:extLst>
              <a:ext uri="{FF2B5EF4-FFF2-40B4-BE49-F238E27FC236}">
                <a16:creationId xmlns:a16="http://schemas.microsoft.com/office/drawing/2014/main" id="{0E4070D7-7946-0D2F-6ACF-256DE0C3EA03}"/>
              </a:ext>
            </a:extLst>
          </p:cNvPr>
          <p:cNvSpPr>
            <a:spLocks noChangeShapeType="1"/>
          </p:cNvSpPr>
          <p:nvPr/>
        </p:nvSpPr>
        <p:spPr bwMode="auto">
          <a:xfrm flipV="1">
            <a:off x="1331913" y="5078413"/>
            <a:ext cx="0" cy="6921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946" name="Rectangle 9">
            <a:extLst>
              <a:ext uri="{FF2B5EF4-FFF2-40B4-BE49-F238E27FC236}">
                <a16:creationId xmlns:a16="http://schemas.microsoft.com/office/drawing/2014/main" id="{6FF714DE-0B72-37E7-4646-4CD85481F123}"/>
              </a:ext>
            </a:extLst>
          </p:cNvPr>
          <p:cNvSpPr>
            <a:spLocks noChangeArrowheads="1"/>
          </p:cNvSpPr>
          <p:nvPr/>
        </p:nvSpPr>
        <p:spPr bwMode="auto">
          <a:xfrm>
            <a:off x="2743200" y="4524375"/>
            <a:ext cx="1497013" cy="554038"/>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t>Gate Score</a:t>
            </a:r>
          </a:p>
        </p:txBody>
      </p:sp>
      <p:sp>
        <p:nvSpPr>
          <p:cNvPr id="39947" name="Line 10">
            <a:extLst>
              <a:ext uri="{FF2B5EF4-FFF2-40B4-BE49-F238E27FC236}">
                <a16:creationId xmlns:a16="http://schemas.microsoft.com/office/drawing/2014/main" id="{6FD10FBA-2668-A6A6-4E61-7C3B203AA55B}"/>
              </a:ext>
            </a:extLst>
          </p:cNvPr>
          <p:cNvSpPr>
            <a:spLocks noChangeShapeType="1"/>
          </p:cNvSpPr>
          <p:nvPr/>
        </p:nvSpPr>
        <p:spPr bwMode="auto">
          <a:xfrm>
            <a:off x="1973263" y="5494338"/>
            <a:ext cx="0" cy="276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8" name="Line 11">
            <a:extLst>
              <a:ext uri="{FF2B5EF4-FFF2-40B4-BE49-F238E27FC236}">
                <a16:creationId xmlns:a16="http://schemas.microsoft.com/office/drawing/2014/main" id="{71719B66-4178-3060-74B6-8FB9ECC1BBA7}"/>
              </a:ext>
            </a:extLst>
          </p:cNvPr>
          <p:cNvSpPr>
            <a:spLocks noChangeShapeType="1"/>
          </p:cNvSpPr>
          <p:nvPr/>
        </p:nvSpPr>
        <p:spPr bwMode="auto">
          <a:xfrm flipV="1">
            <a:off x="3505200" y="5078413"/>
            <a:ext cx="0" cy="4159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 name="Rectangle 12">
            <a:extLst>
              <a:ext uri="{FF2B5EF4-FFF2-40B4-BE49-F238E27FC236}">
                <a16:creationId xmlns:a16="http://schemas.microsoft.com/office/drawing/2014/main" id="{F5E3C2EC-5FEB-C210-3E2C-366E6388D82B}"/>
              </a:ext>
            </a:extLst>
          </p:cNvPr>
          <p:cNvSpPr>
            <a:spLocks noChangeArrowheads="1"/>
          </p:cNvSpPr>
          <p:nvPr/>
        </p:nvSpPr>
        <p:spPr bwMode="auto">
          <a:xfrm>
            <a:off x="4343400" y="3352800"/>
            <a:ext cx="4489450" cy="2292350"/>
          </a:xfrm>
          <a:prstGeom prst="rect">
            <a:avLst/>
          </a:prstGeom>
          <a:noFill/>
          <a:ln w="9525">
            <a:noFill/>
            <a:miter lim="800000"/>
            <a:headEnd/>
            <a:tailEnd/>
          </a:ln>
          <a:effectLst>
            <a:prstShdw prst="shdw17" dist="17961" dir="2700000">
              <a:schemeClr val="accent1">
                <a:gamma/>
                <a:shade val="60000"/>
                <a:invGamma/>
              </a:schemeClr>
            </a:prstShdw>
          </a:effectLst>
        </p:spPr>
        <p:txBody>
          <a:bodyPr anchor="ctr">
            <a:spAutoFit/>
          </a:bodyPr>
          <a:lstStyle/>
          <a:p>
            <a:pPr eaLnBrk="0" hangingPunct="0">
              <a:defRPr/>
            </a:pPr>
            <a:r>
              <a:rPr lang="en-US" sz="1600" b="1" dirty="0"/>
              <a:t>class Person</a:t>
            </a:r>
          </a:p>
          <a:p>
            <a:pPr eaLnBrk="0" hangingPunct="0">
              <a:defRPr/>
            </a:pPr>
            <a:r>
              <a:rPr lang="en-US" sz="1600" b="1" dirty="0"/>
              <a:t> { ……};</a:t>
            </a:r>
          </a:p>
          <a:p>
            <a:pPr eaLnBrk="0" hangingPunct="0">
              <a:defRPr/>
            </a:pPr>
            <a:r>
              <a:rPr lang="en-US" sz="1600" b="1" dirty="0"/>
              <a:t>class Student : public Person</a:t>
            </a:r>
          </a:p>
          <a:p>
            <a:pPr eaLnBrk="0" hangingPunct="0">
              <a:defRPr/>
            </a:pPr>
            <a:r>
              <a:rPr lang="en-US" sz="1600" b="1" dirty="0"/>
              <a:t> { ……};</a:t>
            </a:r>
          </a:p>
          <a:p>
            <a:pPr eaLnBrk="0" hangingPunct="0">
              <a:defRPr/>
            </a:pPr>
            <a:r>
              <a:rPr lang="en-US" sz="1600" b="1" dirty="0"/>
              <a:t>class </a:t>
            </a:r>
            <a:r>
              <a:rPr lang="en-US" sz="1600" b="1" dirty="0" err="1"/>
              <a:t>Gate_Score</a:t>
            </a:r>
            <a:endParaRPr lang="en-US" sz="1600" b="1" dirty="0"/>
          </a:p>
          <a:p>
            <a:pPr eaLnBrk="0" hangingPunct="0">
              <a:defRPr/>
            </a:pPr>
            <a:r>
              <a:rPr lang="en-US" sz="1600" b="1" dirty="0"/>
              <a:t> {…….};</a:t>
            </a:r>
          </a:p>
          <a:p>
            <a:pPr eaLnBrk="0" hangingPunct="0">
              <a:defRPr/>
            </a:pPr>
            <a:r>
              <a:rPr lang="en-US" sz="1600" b="1" dirty="0"/>
              <a:t> class </a:t>
            </a:r>
            <a:r>
              <a:rPr lang="en-US" sz="1600" b="1" dirty="0" err="1"/>
              <a:t>PG_Student</a:t>
            </a:r>
            <a:r>
              <a:rPr lang="en-US" sz="1600" b="1" dirty="0"/>
              <a:t> : public Student, </a:t>
            </a:r>
          </a:p>
          <a:p>
            <a:pPr eaLnBrk="0" hangingPunct="0">
              <a:defRPr/>
            </a:pPr>
            <a:r>
              <a:rPr lang="en-US" sz="1600" b="1" dirty="0"/>
              <a:t>	 	    public </a:t>
            </a:r>
            <a:r>
              <a:rPr lang="en-US" sz="1600" b="1" dirty="0" err="1"/>
              <a:t>Gate_Score</a:t>
            </a:r>
            <a:endParaRPr lang="en-US" sz="1600" b="1" dirty="0"/>
          </a:p>
          <a:p>
            <a:pPr eaLnBrk="0" hangingPunct="0">
              <a:defRPr/>
            </a:pPr>
            <a:r>
              <a:rPr lang="en-US" sz="1600" b="1" dirty="0"/>
              <a:t> {………};</a:t>
            </a:r>
          </a:p>
        </p:txBody>
      </p:sp>
      <p:sp>
        <p:nvSpPr>
          <p:cNvPr id="39950" name="Line 13">
            <a:extLst>
              <a:ext uri="{FF2B5EF4-FFF2-40B4-BE49-F238E27FC236}">
                <a16:creationId xmlns:a16="http://schemas.microsoft.com/office/drawing/2014/main" id="{A62888F7-0470-16B5-3341-8F4FA0262BCC}"/>
              </a:ext>
            </a:extLst>
          </p:cNvPr>
          <p:cNvSpPr>
            <a:spLocks noChangeShapeType="1"/>
          </p:cNvSpPr>
          <p:nvPr/>
        </p:nvSpPr>
        <p:spPr bwMode="auto">
          <a:xfrm>
            <a:off x="1981200" y="5486400"/>
            <a:ext cx="152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EB251429-E587-647C-DBC1-E1D7C362FA3F}"/>
              </a:ext>
            </a:extLst>
          </p:cNvPr>
          <p:cNvSpPr>
            <a:spLocks noGrp="1"/>
          </p:cNvSpPr>
          <p:nvPr>
            <p:ph type="title"/>
          </p:nvPr>
        </p:nvSpPr>
        <p:spPr/>
        <p:txBody>
          <a:bodyPr/>
          <a:lstStyle/>
          <a:p>
            <a:r>
              <a:rPr lang="en-US" altLang="en-US"/>
              <a:t>Virtual Inheritance</a:t>
            </a:r>
            <a:endParaRPr lang="en-IN" altLang="en-US"/>
          </a:p>
        </p:txBody>
      </p:sp>
      <p:sp>
        <p:nvSpPr>
          <p:cNvPr id="3" name="Content Placeholder 2">
            <a:extLst>
              <a:ext uri="{FF2B5EF4-FFF2-40B4-BE49-F238E27FC236}">
                <a16:creationId xmlns:a16="http://schemas.microsoft.com/office/drawing/2014/main" id="{F53503DF-7092-9D65-FA33-DCD0F2419294}"/>
              </a:ext>
            </a:extLst>
          </p:cNvPr>
          <p:cNvSpPr>
            <a:spLocks noGrp="1"/>
          </p:cNvSpPr>
          <p:nvPr>
            <p:ph idx="1"/>
          </p:nvPr>
        </p:nvSpPr>
        <p:spPr/>
        <p:txBody>
          <a:bodyPr/>
          <a:lstStyle/>
          <a:p>
            <a:pPr eaLnBrk="1" hangingPunct="1">
              <a:defRPr/>
            </a:pPr>
            <a:r>
              <a:rPr lang="en-US" sz="2000" dirty="0"/>
              <a:t>A subclass is derived from two super classes which in-turn have been derived from another class</a:t>
            </a:r>
          </a:p>
          <a:p>
            <a:pPr eaLnBrk="1" hangingPunct="1">
              <a:defRPr/>
            </a:pPr>
            <a:endParaRPr lang="en-US" sz="2000" dirty="0"/>
          </a:p>
          <a:p>
            <a:pPr eaLnBrk="1" hangingPunct="1">
              <a:defRPr/>
            </a:pPr>
            <a:r>
              <a:rPr lang="en-US" sz="2000" dirty="0"/>
              <a:t>The class Part-Time Student is derived from two super classes namely, Student and Employee</a:t>
            </a:r>
          </a:p>
          <a:p>
            <a:pPr eaLnBrk="1" hangingPunct="1">
              <a:defRPr/>
            </a:pPr>
            <a:endParaRPr lang="en-US" sz="2000" dirty="0"/>
          </a:p>
          <a:p>
            <a:pPr eaLnBrk="1" hangingPunct="1">
              <a:defRPr/>
            </a:pPr>
            <a:r>
              <a:rPr lang="en-US" sz="2000" dirty="0"/>
              <a:t>These classes in-turn derived from a common super class Person</a:t>
            </a:r>
          </a:p>
          <a:p>
            <a:pPr eaLnBrk="1" hangingPunct="1">
              <a:defRPr/>
            </a:pPr>
            <a:endParaRPr lang="en-US" sz="2000" dirty="0"/>
          </a:p>
          <a:p>
            <a:pPr eaLnBrk="1" hangingPunct="1">
              <a:defRPr/>
            </a:pPr>
            <a:r>
              <a:rPr lang="en-US" sz="2000" dirty="0"/>
              <a:t>The class Part-time Student inherits, the features of Person Class via two separate paths</a:t>
            </a:r>
          </a:p>
          <a:p>
            <a:pPr>
              <a:defRPr/>
            </a:pPr>
            <a:endParaRPr lang="en-IN" sz="2000" dirty="0"/>
          </a:p>
        </p:txBody>
      </p:sp>
      <p:sp>
        <p:nvSpPr>
          <p:cNvPr id="40964" name="Slide Number Placeholder 3">
            <a:extLst>
              <a:ext uri="{FF2B5EF4-FFF2-40B4-BE49-F238E27FC236}">
                <a16:creationId xmlns:a16="http://schemas.microsoft.com/office/drawing/2014/main" id="{9FD5C9B3-B866-9D8C-BDCD-D20C6596473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6417ABB-63AA-42F6-84B8-B64999AC442D}"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4EF56839-F4CC-86DC-73D1-8C0E108EE536}"/>
              </a:ext>
            </a:extLst>
          </p:cNvPr>
          <p:cNvSpPr>
            <a:spLocks noGrp="1"/>
          </p:cNvSpPr>
          <p:nvPr>
            <p:ph type="title"/>
          </p:nvPr>
        </p:nvSpPr>
        <p:spPr/>
        <p:txBody>
          <a:bodyPr/>
          <a:lstStyle/>
          <a:p>
            <a:r>
              <a:rPr lang="en-US" altLang="en-US"/>
              <a:t>Virtual Inheritance</a:t>
            </a:r>
            <a:endParaRPr lang="en-IN" altLang="en-US"/>
          </a:p>
        </p:txBody>
      </p:sp>
      <p:sp>
        <p:nvSpPr>
          <p:cNvPr id="41987" name="Slide Number Placeholder 3">
            <a:extLst>
              <a:ext uri="{FF2B5EF4-FFF2-40B4-BE49-F238E27FC236}">
                <a16:creationId xmlns:a16="http://schemas.microsoft.com/office/drawing/2014/main" id="{F9CB9BCD-0576-3C77-7B23-48954F5E10E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10B0CB3-9B6D-458E-AC9E-74DC0BD5F008}"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41988" name="Rectangle 2">
            <a:extLst>
              <a:ext uri="{FF2B5EF4-FFF2-40B4-BE49-F238E27FC236}">
                <a16:creationId xmlns:a16="http://schemas.microsoft.com/office/drawing/2014/main" id="{ED9A95CC-DD78-F88E-EE65-250BDC2E20D7}"/>
              </a:ext>
            </a:extLst>
          </p:cNvPr>
          <p:cNvSpPr>
            <a:spLocks noChangeArrowheads="1"/>
          </p:cNvSpPr>
          <p:nvPr/>
        </p:nvSpPr>
        <p:spPr bwMode="auto">
          <a:xfrm>
            <a:off x="1876425" y="1589088"/>
            <a:ext cx="1898650" cy="57785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a:t>  Person</a:t>
            </a:r>
          </a:p>
        </p:txBody>
      </p:sp>
      <p:sp>
        <p:nvSpPr>
          <p:cNvPr id="41989" name="Rectangle 3">
            <a:extLst>
              <a:ext uri="{FF2B5EF4-FFF2-40B4-BE49-F238E27FC236}">
                <a16:creationId xmlns:a16="http://schemas.microsoft.com/office/drawing/2014/main" id="{7CA36F14-16B5-D7FE-9423-8887FF7E8FC3}"/>
              </a:ext>
            </a:extLst>
          </p:cNvPr>
          <p:cNvSpPr>
            <a:spLocks noChangeArrowheads="1"/>
          </p:cNvSpPr>
          <p:nvPr/>
        </p:nvSpPr>
        <p:spPr bwMode="auto">
          <a:xfrm>
            <a:off x="88900" y="3178175"/>
            <a:ext cx="1898650" cy="57785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a:t>Student</a:t>
            </a:r>
          </a:p>
        </p:txBody>
      </p:sp>
      <p:sp>
        <p:nvSpPr>
          <p:cNvPr id="41990" name="Line 4">
            <a:extLst>
              <a:ext uri="{FF2B5EF4-FFF2-40B4-BE49-F238E27FC236}">
                <a16:creationId xmlns:a16="http://schemas.microsoft.com/office/drawing/2014/main" id="{44E7A804-69A4-D747-D058-2FF976E2345B}"/>
              </a:ext>
            </a:extLst>
          </p:cNvPr>
          <p:cNvSpPr>
            <a:spLocks noChangeShapeType="1"/>
          </p:cNvSpPr>
          <p:nvPr/>
        </p:nvSpPr>
        <p:spPr bwMode="auto">
          <a:xfrm flipV="1">
            <a:off x="2546350" y="2166938"/>
            <a:ext cx="1588" cy="722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991" name="Rectangle 5">
            <a:extLst>
              <a:ext uri="{FF2B5EF4-FFF2-40B4-BE49-F238E27FC236}">
                <a16:creationId xmlns:a16="http://schemas.microsoft.com/office/drawing/2014/main" id="{B281D7EA-BD26-03B4-C260-059779CA4893}"/>
              </a:ext>
            </a:extLst>
          </p:cNvPr>
          <p:cNvSpPr>
            <a:spLocks noChangeArrowheads="1"/>
          </p:cNvSpPr>
          <p:nvPr/>
        </p:nvSpPr>
        <p:spPr bwMode="auto">
          <a:xfrm>
            <a:off x="3551238" y="3178175"/>
            <a:ext cx="2011362" cy="57785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a:t>Employee</a:t>
            </a:r>
          </a:p>
        </p:txBody>
      </p:sp>
      <p:sp>
        <p:nvSpPr>
          <p:cNvPr id="41992" name="Line 6">
            <a:extLst>
              <a:ext uri="{FF2B5EF4-FFF2-40B4-BE49-F238E27FC236}">
                <a16:creationId xmlns:a16="http://schemas.microsoft.com/office/drawing/2014/main" id="{ED7A9A8F-DBA4-C179-DB24-D8CA28D19A94}"/>
              </a:ext>
            </a:extLst>
          </p:cNvPr>
          <p:cNvSpPr>
            <a:spLocks noChangeShapeType="1"/>
          </p:cNvSpPr>
          <p:nvPr/>
        </p:nvSpPr>
        <p:spPr bwMode="auto">
          <a:xfrm flipV="1">
            <a:off x="2994025" y="2166938"/>
            <a:ext cx="1588" cy="722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993" name="Line 7">
            <a:extLst>
              <a:ext uri="{FF2B5EF4-FFF2-40B4-BE49-F238E27FC236}">
                <a16:creationId xmlns:a16="http://schemas.microsoft.com/office/drawing/2014/main" id="{F148B9C1-04D1-A215-32BD-415940C8CA3E}"/>
              </a:ext>
            </a:extLst>
          </p:cNvPr>
          <p:cNvSpPr>
            <a:spLocks noChangeShapeType="1"/>
          </p:cNvSpPr>
          <p:nvPr/>
        </p:nvSpPr>
        <p:spPr bwMode="auto">
          <a:xfrm flipH="1">
            <a:off x="1428750" y="2889250"/>
            <a:ext cx="1117600"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4" name="Line 8">
            <a:extLst>
              <a:ext uri="{FF2B5EF4-FFF2-40B4-BE49-F238E27FC236}">
                <a16:creationId xmlns:a16="http://schemas.microsoft.com/office/drawing/2014/main" id="{942BC59B-3DBF-7838-028E-3D6A743A3C1D}"/>
              </a:ext>
            </a:extLst>
          </p:cNvPr>
          <p:cNvSpPr>
            <a:spLocks noChangeShapeType="1"/>
          </p:cNvSpPr>
          <p:nvPr/>
        </p:nvSpPr>
        <p:spPr bwMode="auto">
          <a:xfrm>
            <a:off x="1428750" y="2889250"/>
            <a:ext cx="1588" cy="2889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5" name="Line 9">
            <a:extLst>
              <a:ext uri="{FF2B5EF4-FFF2-40B4-BE49-F238E27FC236}">
                <a16:creationId xmlns:a16="http://schemas.microsoft.com/office/drawing/2014/main" id="{F5F8C239-A4BA-4EB5-8458-A33D56344AA0}"/>
              </a:ext>
            </a:extLst>
          </p:cNvPr>
          <p:cNvSpPr>
            <a:spLocks noChangeShapeType="1"/>
          </p:cNvSpPr>
          <p:nvPr/>
        </p:nvSpPr>
        <p:spPr bwMode="auto">
          <a:xfrm>
            <a:off x="2994025" y="2889250"/>
            <a:ext cx="1339850"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6" name="Line 10">
            <a:extLst>
              <a:ext uri="{FF2B5EF4-FFF2-40B4-BE49-F238E27FC236}">
                <a16:creationId xmlns:a16="http://schemas.microsoft.com/office/drawing/2014/main" id="{0146E935-A6BA-423E-A462-4AD31B93C4AC}"/>
              </a:ext>
            </a:extLst>
          </p:cNvPr>
          <p:cNvSpPr>
            <a:spLocks noChangeShapeType="1"/>
          </p:cNvSpPr>
          <p:nvPr/>
        </p:nvSpPr>
        <p:spPr bwMode="auto">
          <a:xfrm>
            <a:off x="4333875" y="2889250"/>
            <a:ext cx="1588" cy="2889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7" name="Rectangle 11">
            <a:extLst>
              <a:ext uri="{FF2B5EF4-FFF2-40B4-BE49-F238E27FC236}">
                <a16:creationId xmlns:a16="http://schemas.microsoft.com/office/drawing/2014/main" id="{4D33C652-9652-5821-15F7-DC020BF5BE5D}"/>
              </a:ext>
            </a:extLst>
          </p:cNvPr>
          <p:cNvSpPr>
            <a:spLocks noChangeArrowheads="1"/>
          </p:cNvSpPr>
          <p:nvPr/>
        </p:nvSpPr>
        <p:spPr bwMode="auto">
          <a:xfrm>
            <a:off x="1228725" y="4478338"/>
            <a:ext cx="2962275" cy="57785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a:t>Part-time Student</a:t>
            </a:r>
          </a:p>
        </p:txBody>
      </p:sp>
      <p:sp>
        <p:nvSpPr>
          <p:cNvPr id="41998" name="Line 12">
            <a:extLst>
              <a:ext uri="{FF2B5EF4-FFF2-40B4-BE49-F238E27FC236}">
                <a16:creationId xmlns:a16="http://schemas.microsoft.com/office/drawing/2014/main" id="{573B53B5-6FE3-8803-4B1C-E4DCA71C328A}"/>
              </a:ext>
            </a:extLst>
          </p:cNvPr>
          <p:cNvSpPr>
            <a:spLocks noChangeShapeType="1"/>
          </p:cNvSpPr>
          <p:nvPr/>
        </p:nvSpPr>
        <p:spPr bwMode="auto">
          <a:xfrm flipV="1">
            <a:off x="3105150" y="4043363"/>
            <a:ext cx="1588" cy="4349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9" name="Line 13">
            <a:extLst>
              <a:ext uri="{FF2B5EF4-FFF2-40B4-BE49-F238E27FC236}">
                <a16:creationId xmlns:a16="http://schemas.microsoft.com/office/drawing/2014/main" id="{A7814E97-2A14-EB51-68F0-EDD695C5060C}"/>
              </a:ext>
            </a:extLst>
          </p:cNvPr>
          <p:cNvSpPr>
            <a:spLocks noChangeShapeType="1"/>
          </p:cNvSpPr>
          <p:nvPr/>
        </p:nvSpPr>
        <p:spPr bwMode="auto">
          <a:xfrm flipV="1">
            <a:off x="2546350" y="4043363"/>
            <a:ext cx="1588" cy="4349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0" name="Line 14">
            <a:extLst>
              <a:ext uri="{FF2B5EF4-FFF2-40B4-BE49-F238E27FC236}">
                <a16:creationId xmlns:a16="http://schemas.microsoft.com/office/drawing/2014/main" id="{AA9AA48E-AC3F-402C-3391-550900193211}"/>
              </a:ext>
            </a:extLst>
          </p:cNvPr>
          <p:cNvSpPr>
            <a:spLocks noChangeShapeType="1"/>
          </p:cNvSpPr>
          <p:nvPr/>
        </p:nvSpPr>
        <p:spPr bwMode="auto">
          <a:xfrm>
            <a:off x="3105150" y="4043363"/>
            <a:ext cx="1228725"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1" name="Line 15">
            <a:extLst>
              <a:ext uri="{FF2B5EF4-FFF2-40B4-BE49-F238E27FC236}">
                <a16:creationId xmlns:a16="http://schemas.microsoft.com/office/drawing/2014/main" id="{3769F9CA-B6BB-8277-16D2-E50046AC69DC}"/>
              </a:ext>
            </a:extLst>
          </p:cNvPr>
          <p:cNvSpPr>
            <a:spLocks noChangeShapeType="1"/>
          </p:cNvSpPr>
          <p:nvPr/>
        </p:nvSpPr>
        <p:spPr bwMode="auto">
          <a:xfrm flipH="1">
            <a:off x="1428750" y="4043363"/>
            <a:ext cx="1117600"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2" name="Line 16">
            <a:extLst>
              <a:ext uri="{FF2B5EF4-FFF2-40B4-BE49-F238E27FC236}">
                <a16:creationId xmlns:a16="http://schemas.microsoft.com/office/drawing/2014/main" id="{36F0F9BB-61F2-23F6-5069-7700382E5733}"/>
              </a:ext>
            </a:extLst>
          </p:cNvPr>
          <p:cNvSpPr>
            <a:spLocks noChangeShapeType="1"/>
          </p:cNvSpPr>
          <p:nvPr/>
        </p:nvSpPr>
        <p:spPr bwMode="auto">
          <a:xfrm flipV="1">
            <a:off x="1428750" y="3756025"/>
            <a:ext cx="1588" cy="2873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03" name="Line 17">
            <a:extLst>
              <a:ext uri="{FF2B5EF4-FFF2-40B4-BE49-F238E27FC236}">
                <a16:creationId xmlns:a16="http://schemas.microsoft.com/office/drawing/2014/main" id="{AA5D987F-46F2-A345-8E67-6A71F0F20FF1}"/>
              </a:ext>
            </a:extLst>
          </p:cNvPr>
          <p:cNvSpPr>
            <a:spLocks noChangeShapeType="1"/>
          </p:cNvSpPr>
          <p:nvPr/>
        </p:nvSpPr>
        <p:spPr bwMode="auto">
          <a:xfrm flipV="1">
            <a:off x="4333875" y="3756025"/>
            <a:ext cx="1588" cy="2873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04" name="Line 18">
            <a:extLst>
              <a:ext uri="{FF2B5EF4-FFF2-40B4-BE49-F238E27FC236}">
                <a16:creationId xmlns:a16="http://schemas.microsoft.com/office/drawing/2014/main" id="{E4FFE67B-502C-1C7F-D65A-4CAA60CEBB90}"/>
              </a:ext>
            </a:extLst>
          </p:cNvPr>
          <p:cNvSpPr>
            <a:spLocks noChangeShapeType="1"/>
          </p:cNvSpPr>
          <p:nvPr/>
        </p:nvSpPr>
        <p:spPr bwMode="auto">
          <a:xfrm flipV="1">
            <a:off x="2770188" y="2166938"/>
            <a:ext cx="1587" cy="2311400"/>
          </a:xfrm>
          <a:prstGeom prst="line">
            <a:avLst/>
          </a:prstGeom>
          <a:noFill/>
          <a:ln w="9525">
            <a:solidFill>
              <a:srgbClr val="000000"/>
            </a:solidFill>
            <a:prstDash val="lgDash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 name="Rectangle 20">
            <a:extLst>
              <a:ext uri="{FF2B5EF4-FFF2-40B4-BE49-F238E27FC236}">
                <a16:creationId xmlns:a16="http://schemas.microsoft.com/office/drawing/2014/main" id="{6EBF8066-C66A-C015-172A-700BD73A4D85}"/>
              </a:ext>
            </a:extLst>
          </p:cNvPr>
          <p:cNvSpPr>
            <a:spLocks noChangeArrowheads="1"/>
          </p:cNvSpPr>
          <p:nvPr/>
        </p:nvSpPr>
        <p:spPr bwMode="auto">
          <a:xfrm>
            <a:off x="4267200" y="4260850"/>
            <a:ext cx="4648200" cy="2292350"/>
          </a:xfrm>
          <a:prstGeom prst="rect">
            <a:avLst/>
          </a:prstGeom>
          <a:noFill/>
          <a:ln w="9525">
            <a:noFill/>
            <a:miter lim="800000"/>
            <a:headEnd/>
            <a:tailEnd/>
          </a:ln>
          <a:effectLst>
            <a:prstShdw prst="shdw17" dist="17961" dir="2700000">
              <a:schemeClr val="accent1">
                <a:gamma/>
                <a:shade val="60000"/>
                <a:invGamma/>
              </a:schemeClr>
            </a:prstShdw>
          </a:effectLst>
        </p:spPr>
        <p:txBody>
          <a:bodyPr anchor="ctr">
            <a:spAutoFit/>
          </a:bodyPr>
          <a:lstStyle/>
          <a:p>
            <a:pPr eaLnBrk="0" hangingPunct="0">
              <a:defRPr/>
            </a:pPr>
            <a:r>
              <a:rPr lang="en-US" sz="1600" b="1"/>
              <a:t>Class Person</a:t>
            </a:r>
          </a:p>
          <a:p>
            <a:pPr eaLnBrk="0" hangingPunct="0">
              <a:defRPr/>
            </a:pPr>
            <a:r>
              <a:rPr lang="en-US" sz="1600" b="1"/>
              <a:t>	{……};</a:t>
            </a:r>
          </a:p>
          <a:p>
            <a:pPr eaLnBrk="0" hangingPunct="0">
              <a:defRPr/>
            </a:pPr>
            <a:r>
              <a:rPr lang="en-US" sz="1600" b="1"/>
              <a:t>Class Student : public Person</a:t>
            </a:r>
          </a:p>
          <a:p>
            <a:pPr eaLnBrk="0" hangingPunct="0">
              <a:defRPr/>
            </a:pPr>
            <a:r>
              <a:rPr lang="en-US" sz="1600" b="1"/>
              <a:t>	{……};</a:t>
            </a:r>
          </a:p>
          <a:p>
            <a:pPr eaLnBrk="0" hangingPunct="0">
              <a:defRPr/>
            </a:pPr>
            <a:r>
              <a:rPr lang="en-US" sz="1600" b="1"/>
              <a:t>Class Employee : public Person </a:t>
            </a:r>
          </a:p>
          <a:p>
            <a:pPr eaLnBrk="0" hangingPunct="0">
              <a:defRPr/>
            </a:pPr>
            <a:r>
              <a:rPr lang="en-US" sz="1600" b="1"/>
              <a:t>	{……};</a:t>
            </a:r>
          </a:p>
          <a:p>
            <a:pPr eaLnBrk="0" hangingPunct="0">
              <a:defRPr/>
            </a:pPr>
            <a:r>
              <a:rPr lang="en-US" sz="1600" b="1"/>
              <a:t>Class Part-time Student : public Student, 		            public Employee</a:t>
            </a:r>
          </a:p>
          <a:p>
            <a:pPr eaLnBrk="0" hangingPunct="0">
              <a:defRPr/>
            </a:pPr>
            <a:r>
              <a:rPr lang="en-US" sz="1600" b="1"/>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D4982758-C025-D8CE-D359-C5A5AD0794E8}"/>
              </a:ext>
            </a:extLst>
          </p:cNvPr>
          <p:cNvSpPr>
            <a:spLocks noGrp="1"/>
          </p:cNvSpPr>
          <p:nvPr>
            <p:ph type="title"/>
          </p:nvPr>
        </p:nvSpPr>
        <p:spPr/>
        <p:txBody>
          <a:bodyPr/>
          <a:lstStyle/>
          <a:p>
            <a:r>
              <a:rPr lang="en-IN" altLang="en-US" sz="3600"/>
              <a:t>USING VIRTUAL BASE CLASSES</a:t>
            </a:r>
          </a:p>
        </p:txBody>
      </p:sp>
      <p:sp>
        <p:nvSpPr>
          <p:cNvPr id="43011" name="Slide Number Placeholder 3">
            <a:extLst>
              <a:ext uri="{FF2B5EF4-FFF2-40B4-BE49-F238E27FC236}">
                <a16:creationId xmlns:a16="http://schemas.microsoft.com/office/drawing/2014/main" id="{B90BCDE4-B33B-A156-254F-962AD09AD46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0CB77E2-70C2-47E1-8202-C1CF5BFAB009}"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pic>
        <p:nvPicPr>
          <p:cNvPr id="53250" name="Picture 2">
            <a:extLst>
              <a:ext uri="{FF2B5EF4-FFF2-40B4-BE49-F238E27FC236}">
                <a16:creationId xmlns:a16="http://schemas.microsoft.com/office/drawing/2014/main" id="{B14AA066-EAF4-914D-C514-9608F36E93EA}"/>
              </a:ext>
            </a:extLst>
          </p:cNvPr>
          <p:cNvPicPr>
            <a:picLocks noChangeAspect="1" noChangeArrowheads="1"/>
          </p:cNvPicPr>
          <p:nvPr/>
        </p:nvPicPr>
        <p:blipFill>
          <a:blip r:embed="rId2"/>
          <a:srcRect/>
          <a:stretch>
            <a:fillRect/>
          </a:stretch>
        </p:blipFill>
        <p:spPr bwMode="auto">
          <a:xfrm>
            <a:off x="457200" y="1255713"/>
            <a:ext cx="3276600" cy="288607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013" name="Rectangle 4">
            <a:extLst>
              <a:ext uri="{FF2B5EF4-FFF2-40B4-BE49-F238E27FC236}">
                <a16:creationId xmlns:a16="http://schemas.microsoft.com/office/drawing/2014/main" id="{AE224FA9-16C9-63D2-3FDA-0F52D0FAAA07}"/>
              </a:ext>
            </a:extLst>
          </p:cNvPr>
          <p:cNvSpPr>
            <a:spLocks noChangeArrowheads="1"/>
          </p:cNvSpPr>
          <p:nvPr/>
        </p:nvSpPr>
        <p:spPr bwMode="auto">
          <a:xfrm>
            <a:off x="152400" y="4783138"/>
            <a:ext cx="4953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The StudentEmployee class ends up being a descendant of Person two times; without intervention, StudentEmployee would end up with two copies of each member of Person</a:t>
            </a:r>
          </a:p>
        </p:txBody>
      </p:sp>
      <p:sp>
        <p:nvSpPr>
          <p:cNvPr id="43014" name="Rectangle 5">
            <a:extLst>
              <a:ext uri="{FF2B5EF4-FFF2-40B4-BE49-F238E27FC236}">
                <a16:creationId xmlns:a16="http://schemas.microsoft.com/office/drawing/2014/main" id="{101D8301-DE8C-6345-AE0A-B7118AF875F5}"/>
              </a:ext>
            </a:extLst>
          </p:cNvPr>
          <p:cNvSpPr>
            <a:spLocks noChangeArrowheads="1"/>
          </p:cNvSpPr>
          <p:nvPr/>
        </p:nvSpPr>
        <p:spPr bwMode="auto">
          <a:xfrm>
            <a:off x="152400" y="4267200"/>
            <a:ext cx="7162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solidFill>
                  <a:srgbClr val="C00000"/>
                </a:solidFill>
              </a:rPr>
              <a:t>class StudentEmployee : public Student, public Employee</a:t>
            </a:r>
          </a:p>
        </p:txBody>
      </p:sp>
      <p:sp>
        <p:nvSpPr>
          <p:cNvPr id="43015" name="Rectangle 6">
            <a:extLst>
              <a:ext uri="{FF2B5EF4-FFF2-40B4-BE49-F238E27FC236}">
                <a16:creationId xmlns:a16="http://schemas.microsoft.com/office/drawing/2014/main" id="{C475CDAA-7B7E-9119-83E7-43537028A9B8}"/>
              </a:ext>
            </a:extLst>
          </p:cNvPr>
          <p:cNvSpPr>
            <a:spLocks noChangeArrowheads="1"/>
          </p:cNvSpPr>
          <p:nvPr/>
        </p:nvSpPr>
        <p:spPr bwMode="auto">
          <a:xfrm>
            <a:off x="4371975" y="1066800"/>
            <a:ext cx="45720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To avoid this duplicate inheritance, you use the keyword virtual when you define each of the child classes. The word </a:t>
            </a:r>
            <a:r>
              <a:rPr lang="en-IN" altLang="en-US" b="1"/>
              <a:t>virtual </a:t>
            </a:r>
            <a:r>
              <a:rPr lang="en-IN" altLang="en-US"/>
              <a:t>indicates that the base class should be used only once</a:t>
            </a:r>
          </a:p>
          <a:p>
            <a:pPr eaLnBrk="1" hangingPunct="1"/>
            <a:r>
              <a:rPr lang="en-IN" altLang="en-US"/>
              <a:t>The headers of the classes become:</a:t>
            </a:r>
          </a:p>
          <a:p>
            <a:pPr eaLnBrk="1" hangingPunct="1"/>
            <a:r>
              <a:rPr lang="en-IN" altLang="en-US" b="1">
                <a:solidFill>
                  <a:srgbClr val="C00000"/>
                </a:solidFill>
              </a:rPr>
              <a:t>class Student : virtual public Person</a:t>
            </a:r>
          </a:p>
          <a:p>
            <a:pPr eaLnBrk="1" hangingPunct="1"/>
            <a:r>
              <a:rPr lang="en-IN" altLang="en-US"/>
              <a:t>and</a:t>
            </a:r>
          </a:p>
          <a:p>
            <a:pPr eaLnBrk="1" hangingPunct="1"/>
            <a:r>
              <a:rPr lang="en-IN" altLang="en-US" b="1">
                <a:solidFill>
                  <a:srgbClr val="C00000"/>
                </a:solidFill>
              </a:rPr>
              <a:t>class Employee : public virtual Person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252FE11B-5DC1-9EB8-371A-2AA600804E22}"/>
              </a:ext>
            </a:extLst>
          </p:cNvPr>
          <p:cNvSpPr>
            <a:spLocks noGrp="1"/>
          </p:cNvSpPr>
          <p:nvPr>
            <p:ph type="title"/>
          </p:nvPr>
        </p:nvSpPr>
        <p:spPr/>
        <p:txBody>
          <a:bodyPr/>
          <a:lstStyle/>
          <a:p>
            <a:r>
              <a:rPr lang="en-IN" altLang="en-US" sz="4000"/>
              <a:t>USING VIRTUAL BASE CLASSES</a:t>
            </a:r>
          </a:p>
        </p:txBody>
      </p:sp>
      <p:sp>
        <p:nvSpPr>
          <p:cNvPr id="3" name="Content Placeholder 2">
            <a:extLst>
              <a:ext uri="{FF2B5EF4-FFF2-40B4-BE49-F238E27FC236}">
                <a16:creationId xmlns:a16="http://schemas.microsoft.com/office/drawing/2014/main" id="{6A5628DD-0B3D-5A94-4BEC-AB979BC18B5A}"/>
              </a:ext>
            </a:extLst>
          </p:cNvPr>
          <p:cNvSpPr>
            <a:spLocks noGrp="1"/>
          </p:cNvSpPr>
          <p:nvPr>
            <p:ph idx="1"/>
          </p:nvPr>
        </p:nvSpPr>
        <p:spPr/>
        <p:txBody>
          <a:bodyPr/>
          <a:lstStyle/>
          <a:p>
            <a:pPr>
              <a:defRPr/>
            </a:pPr>
            <a:r>
              <a:rPr lang="en-IN" sz="2000" dirty="0"/>
              <a:t>Alternately, you could define </a:t>
            </a:r>
            <a:r>
              <a:rPr lang="en-IN" sz="2000" dirty="0" err="1"/>
              <a:t>StudentEmployee</a:t>
            </a:r>
            <a:r>
              <a:rPr lang="en-IN" sz="2000" dirty="0"/>
              <a:t> using the keyword virtual in </a:t>
            </a:r>
            <a:r>
              <a:rPr lang="en-IN" sz="2000" i="1" dirty="0"/>
              <a:t>its </a:t>
            </a:r>
            <a:r>
              <a:rPr lang="en-IN" sz="2000" dirty="0"/>
              <a:t>class definition, as follows</a:t>
            </a:r>
          </a:p>
          <a:p>
            <a:pPr>
              <a:defRPr/>
            </a:pPr>
            <a:r>
              <a:rPr lang="en-IN" sz="2000" dirty="0">
                <a:solidFill>
                  <a:srgbClr val="C00000"/>
                </a:solidFill>
              </a:rPr>
              <a:t>class </a:t>
            </a:r>
            <a:r>
              <a:rPr lang="en-IN" sz="2000" dirty="0" err="1">
                <a:solidFill>
                  <a:srgbClr val="C00000"/>
                </a:solidFill>
              </a:rPr>
              <a:t>StudentEmployee</a:t>
            </a:r>
            <a:r>
              <a:rPr lang="en-IN" sz="2000" dirty="0">
                <a:solidFill>
                  <a:srgbClr val="C00000"/>
                </a:solidFill>
              </a:rPr>
              <a:t>: virtual public Student, virtual public Employee</a:t>
            </a:r>
          </a:p>
          <a:p>
            <a:pPr>
              <a:defRPr/>
            </a:pPr>
            <a:r>
              <a:rPr lang="en-IN" sz="2000" dirty="0"/>
              <a:t>By adding virtual to the </a:t>
            </a:r>
            <a:r>
              <a:rPr lang="en-IN" sz="2000" dirty="0" err="1"/>
              <a:t>StudentEmployee</a:t>
            </a:r>
            <a:r>
              <a:rPr lang="en-IN" sz="2000" dirty="0"/>
              <a:t> inheritance definition, you forestall problems when new classes are created based on </a:t>
            </a:r>
            <a:r>
              <a:rPr lang="en-IN" sz="2000" dirty="0" err="1"/>
              <a:t>StudentEmployee</a:t>
            </a:r>
            <a:r>
              <a:rPr lang="en-IN" sz="2000" dirty="0"/>
              <a:t> and another of the classes in its family tree</a:t>
            </a:r>
          </a:p>
        </p:txBody>
      </p:sp>
      <p:sp>
        <p:nvSpPr>
          <p:cNvPr id="44036" name="Slide Number Placeholder 3">
            <a:extLst>
              <a:ext uri="{FF2B5EF4-FFF2-40B4-BE49-F238E27FC236}">
                <a16:creationId xmlns:a16="http://schemas.microsoft.com/office/drawing/2014/main" id="{638434AB-3BD0-92D8-3C6C-D7ECB2AE766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CF712B5-8B15-481E-9710-9BF36D7F98A1}"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EB205BE2-43FB-8908-D169-795E48D16C61}"/>
              </a:ext>
            </a:extLst>
          </p:cNvPr>
          <p:cNvSpPr>
            <a:spLocks noGrp="1"/>
          </p:cNvSpPr>
          <p:nvPr>
            <p:ph type="title"/>
          </p:nvPr>
        </p:nvSpPr>
        <p:spPr/>
        <p:txBody>
          <a:bodyPr/>
          <a:lstStyle/>
          <a:p>
            <a:r>
              <a:rPr lang="en-IN" altLang="en-US" sz="4000"/>
              <a:t>USING VIRTUAL BASE CLASSES</a:t>
            </a:r>
          </a:p>
        </p:txBody>
      </p:sp>
      <p:sp>
        <p:nvSpPr>
          <p:cNvPr id="45059" name="Slide Number Placeholder 3">
            <a:extLst>
              <a:ext uri="{FF2B5EF4-FFF2-40B4-BE49-F238E27FC236}">
                <a16:creationId xmlns:a16="http://schemas.microsoft.com/office/drawing/2014/main" id="{9172E866-FABF-4C62-CE2A-A5097D04A0B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E0F8E4A-CF7A-4EC9-B413-475DF533C6EC}"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pic>
        <p:nvPicPr>
          <p:cNvPr id="5" name="Picture 5">
            <a:extLst>
              <a:ext uri="{FF2B5EF4-FFF2-40B4-BE49-F238E27FC236}">
                <a16:creationId xmlns:a16="http://schemas.microsoft.com/office/drawing/2014/main" id="{F43C8E01-CB8A-BB3B-71C0-0A4C3E81FC36}"/>
              </a:ext>
            </a:extLst>
          </p:cNvPr>
          <p:cNvPicPr>
            <a:picLocks noChangeAspect="1" noChangeArrowheads="1"/>
          </p:cNvPicPr>
          <p:nvPr/>
        </p:nvPicPr>
        <p:blipFill>
          <a:blip r:embed="rId2"/>
          <a:srcRect/>
          <a:stretch>
            <a:fillRect/>
          </a:stretch>
        </p:blipFill>
        <p:spPr bwMode="auto">
          <a:xfrm>
            <a:off x="166688" y="1066800"/>
            <a:ext cx="4418012" cy="297180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5778" name="Picture 2">
            <a:extLst>
              <a:ext uri="{FF2B5EF4-FFF2-40B4-BE49-F238E27FC236}">
                <a16:creationId xmlns:a16="http://schemas.microsoft.com/office/drawing/2014/main" id="{B5F03035-3488-9E4F-7899-FBF4260AC257}"/>
              </a:ext>
            </a:extLst>
          </p:cNvPr>
          <p:cNvPicPr>
            <a:picLocks noChangeAspect="1" noChangeArrowheads="1"/>
          </p:cNvPicPr>
          <p:nvPr/>
        </p:nvPicPr>
        <p:blipFill>
          <a:blip r:embed="rId3"/>
          <a:srcRect/>
          <a:stretch>
            <a:fillRect/>
          </a:stretch>
        </p:blipFill>
        <p:spPr bwMode="auto">
          <a:xfrm>
            <a:off x="4611688" y="1042988"/>
            <a:ext cx="4495800" cy="3008312"/>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5779" name="Picture 3">
            <a:extLst>
              <a:ext uri="{FF2B5EF4-FFF2-40B4-BE49-F238E27FC236}">
                <a16:creationId xmlns:a16="http://schemas.microsoft.com/office/drawing/2014/main" id="{847A73C7-C835-185B-7EAF-140315413F7C}"/>
              </a:ext>
            </a:extLst>
          </p:cNvPr>
          <p:cNvPicPr>
            <a:picLocks noChangeAspect="1" noChangeArrowheads="1"/>
          </p:cNvPicPr>
          <p:nvPr/>
        </p:nvPicPr>
        <p:blipFill>
          <a:blip r:embed="rId4"/>
          <a:srcRect/>
          <a:stretch>
            <a:fillRect/>
          </a:stretch>
        </p:blipFill>
        <p:spPr bwMode="auto">
          <a:xfrm>
            <a:off x="0" y="4094163"/>
            <a:ext cx="2616200" cy="282257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5780" name="Picture 4">
            <a:extLst>
              <a:ext uri="{FF2B5EF4-FFF2-40B4-BE49-F238E27FC236}">
                <a16:creationId xmlns:a16="http://schemas.microsoft.com/office/drawing/2014/main" id="{02D97D86-EF6E-B619-175C-F2509845C227}"/>
              </a:ext>
            </a:extLst>
          </p:cNvPr>
          <p:cNvPicPr>
            <a:picLocks noChangeAspect="1" noChangeArrowheads="1"/>
          </p:cNvPicPr>
          <p:nvPr/>
        </p:nvPicPr>
        <p:blipFill>
          <a:blip r:embed="rId5"/>
          <a:srcRect/>
          <a:stretch>
            <a:fillRect/>
          </a:stretch>
        </p:blipFill>
        <p:spPr bwMode="auto">
          <a:xfrm>
            <a:off x="2895600" y="4343400"/>
            <a:ext cx="866775" cy="145732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B3925960-1C06-71BF-CFA1-0A16A4C57B53}"/>
              </a:ext>
            </a:extLst>
          </p:cNvPr>
          <p:cNvSpPr>
            <a:spLocks noGrp="1"/>
          </p:cNvSpPr>
          <p:nvPr>
            <p:ph type="title"/>
          </p:nvPr>
        </p:nvSpPr>
        <p:spPr/>
        <p:txBody>
          <a:bodyPr/>
          <a:lstStyle/>
          <a:p>
            <a:r>
              <a:rPr lang="en-IN" altLang="en-US"/>
              <a:t>Advantages of Inheritance </a:t>
            </a:r>
          </a:p>
        </p:txBody>
      </p:sp>
      <p:sp>
        <p:nvSpPr>
          <p:cNvPr id="3" name="Content Placeholder 2">
            <a:extLst>
              <a:ext uri="{FF2B5EF4-FFF2-40B4-BE49-F238E27FC236}">
                <a16:creationId xmlns:a16="http://schemas.microsoft.com/office/drawing/2014/main" id="{077A6D56-4C12-F5D6-96B4-E112EC912B08}"/>
              </a:ext>
            </a:extLst>
          </p:cNvPr>
          <p:cNvSpPr>
            <a:spLocks noGrp="1"/>
          </p:cNvSpPr>
          <p:nvPr>
            <p:ph idx="1"/>
          </p:nvPr>
        </p:nvSpPr>
        <p:spPr>
          <a:xfrm>
            <a:off x="457200" y="1524000"/>
            <a:ext cx="8229600" cy="4530725"/>
          </a:xfrm>
        </p:spPr>
        <p:txBody>
          <a:bodyPr/>
          <a:lstStyle/>
          <a:p>
            <a:pPr>
              <a:defRPr/>
            </a:pPr>
            <a:r>
              <a:rPr lang="en-IN" sz="2000" dirty="0"/>
              <a:t>Saves time because much of the code needed for your class is already written</a:t>
            </a:r>
          </a:p>
          <a:p>
            <a:pPr>
              <a:defRPr/>
            </a:pPr>
            <a:r>
              <a:rPr lang="en-IN" sz="2000" dirty="0"/>
              <a:t>Saves additional time because the existing code has already been tested—that is, you know it works correctly; it is </a:t>
            </a:r>
            <a:r>
              <a:rPr lang="en-IN" sz="2000" b="1" dirty="0"/>
              <a:t>reliable</a:t>
            </a:r>
            <a:endParaRPr lang="en-IN" sz="2000" dirty="0"/>
          </a:p>
          <a:p>
            <a:pPr>
              <a:defRPr/>
            </a:pPr>
            <a:r>
              <a:rPr lang="en-IN" sz="2000" dirty="0"/>
              <a:t>Saves even more time because you already understand how the base class works, and you can concentrate on the complexity added as a result of your extensions to the class</a:t>
            </a:r>
          </a:p>
          <a:p>
            <a:pPr>
              <a:defRPr/>
            </a:pPr>
            <a:r>
              <a:rPr lang="en-IN" sz="2000" dirty="0"/>
              <a:t>In a derived class, we can extend and revise a parent class without corrupting the existing parent class features. In other words, you don’t have to modify a parent class to get it to work correctly with your new category of objects; you leave the original class alone</a:t>
            </a:r>
          </a:p>
          <a:p>
            <a:pPr>
              <a:defRPr/>
            </a:pPr>
            <a:r>
              <a:rPr lang="en-IN" sz="2000" dirty="0"/>
              <a:t>If other classes have been derived from the parent class, the parent class is even more reliable—the more its code has been used, the more likely it is that logical errors have already been found and fixed</a:t>
            </a:r>
          </a:p>
        </p:txBody>
      </p:sp>
      <p:sp>
        <p:nvSpPr>
          <p:cNvPr id="46084" name="Slide Number Placeholder 3">
            <a:extLst>
              <a:ext uri="{FF2B5EF4-FFF2-40B4-BE49-F238E27FC236}">
                <a16:creationId xmlns:a16="http://schemas.microsoft.com/office/drawing/2014/main" id="{E7D1B02E-B620-AAEC-CFF2-7BE87A88C4C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502BC30-AF53-4CCF-820C-1ACAD693739A}" type="slidenum">
              <a:rPr lang="en-US" altLang="en-US">
                <a:latin typeface="Times New Roman" panose="02020603050405020304" pitchFamily="18" charset="0"/>
              </a:rPr>
              <a:pPr/>
              <a:t>34</a:t>
            </a:fld>
            <a:endParaRPr lang="en-US" altLang="en-US">
              <a:latin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B29127F4-EC68-BE0E-9010-D39D69BB40C2}"/>
              </a:ext>
            </a:extLst>
          </p:cNvPr>
          <p:cNvSpPr>
            <a:spLocks noGrp="1"/>
          </p:cNvSpPr>
          <p:nvPr>
            <p:ph type="title"/>
          </p:nvPr>
        </p:nvSpPr>
        <p:spPr/>
        <p:txBody>
          <a:bodyPr/>
          <a:lstStyle/>
          <a:p>
            <a:r>
              <a:rPr lang="en-IN" altLang="en-US"/>
              <a:t>Note</a:t>
            </a:r>
          </a:p>
        </p:txBody>
      </p:sp>
      <p:sp>
        <p:nvSpPr>
          <p:cNvPr id="3" name="Content Placeholder 2">
            <a:extLst>
              <a:ext uri="{FF2B5EF4-FFF2-40B4-BE49-F238E27FC236}">
                <a16:creationId xmlns:a16="http://schemas.microsoft.com/office/drawing/2014/main" id="{1519C851-0375-F78A-8860-E97A573CAA20}"/>
              </a:ext>
            </a:extLst>
          </p:cNvPr>
          <p:cNvSpPr>
            <a:spLocks noGrp="1"/>
          </p:cNvSpPr>
          <p:nvPr>
            <p:ph idx="1"/>
          </p:nvPr>
        </p:nvSpPr>
        <p:spPr/>
        <p:txBody>
          <a:bodyPr/>
          <a:lstStyle/>
          <a:p>
            <a:pPr>
              <a:defRPr/>
            </a:pPr>
            <a:r>
              <a:rPr lang="en-IN" sz="2000" dirty="0"/>
              <a:t>Besides being unable to directly access private members of a parent class, several parent class members are never inherited by the derived class</a:t>
            </a:r>
          </a:p>
          <a:p>
            <a:pPr>
              <a:defRPr/>
            </a:pPr>
            <a:r>
              <a:rPr lang="en-IN" sz="2000" dirty="0">
                <a:solidFill>
                  <a:srgbClr val="C00000"/>
                </a:solidFill>
              </a:rPr>
              <a:t>constructors</a:t>
            </a:r>
          </a:p>
          <a:p>
            <a:pPr>
              <a:defRPr/>
            </a:pPr>
            <a:r>
              <a:rPr lang="en-IN" sz="2000" dirty="0">
                <a:solidFill>
                  <a:srgbClr val="C00000"/>
                </a:solidFill>
              </a:rPr>
              <a:t>destructors</a:t>
            </a:r>
          </a:p>
          <a:p>
            <a:pPr>
              <a:defRPr/>
            </a:pPr>
            <a:r>
              <a:rPr lang="en-IN" sz="2000" dirty="0">
                <a:solidFill>
                  <a:srgbClr val="C00000"/>
                </a:solidFill>
              </a:rPr>
              <a:t>friend functions</a:t>
            </a:r>
          </a:p>
          <a:p>
            <a:pPr>
              <a:defRPr/>
            </a:pPr>
            <a:r>
              <a:rPr lang="en-IN" sz="2000" dirty="0">
                <a:solidFill>
                  <a:srgbClr val="C00000"/>
                </a:solidFill>
              </a:rPr>
              <a:t>overloaded new operators</a:t>
            </a:r>
          </a:p>
          <a:p>
            <a:pPr>
              <a:defRPr/>
            </a:pPr>
            <a:r>
              <a:rPr lang="en-IN" sz="2000" dirty="0">
                <a:solidFill>
                  <a:srgbClr val="C00000"/>
                </a:solidFill>
              </a:rPr>
              <a:t>overloaded = operators</a:t>
            </a:r>
          </a:p>
          <a:p>
            <a:pPr>
              <a:defRPr/>
            </a:pPr>
            <a:endParaRPr lang="en-IN" sz="2000" dirty="0"/>
          </a:p>
          <a:p>
            <a:pPr>
              <a:defRPr/>
            </a:pPr>
            <a:r>
              <a:rPr lang="en-IN" sz="2000" dirty="0"/>
              <a:t>If a derived class requires any of the preceding items, the item must be explicitly defined within the derived class definition</a:t>
            </a:r>
          </a:p>
        </p:txBody>
      </p:sp>
      <p:sp>
        <p:nvSpPr>
          <p:cNvPr id="47108" name="Slide Number Placeholder 3">
            <a:extLst>
              <a:ext uri="{FF2B5EF4-FFF2-40B4-BE49-F238E27FC236}">
                <a16:creationId xmlns:a16="http://schemas.microsoft.com/office/drawing/2014/main" id="{810D7586-8479-FE81-7A29-8B7622C254C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E3D634C-40B2-455C-897F-F7332288B6AD}"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pic>
        <p:nvPicPr>
          <p:cNvPr id="50178" name="Picture 2">
            <a:extLst>
              <a:ext uri="{FF2B5EF4-FFF2-40B4-BE49-F238E27FC236}">
                <a16:creationId xmlns:a16="http://schemas.microsoft.com/office/drawing/2014/main" id="{5659C3D1-370D-EC4D-1EA5-EAA498627CED}"/>
              </a:ext>
            </a:extLst>
          </p:cNvPr>
          <p:cNvPicPr>
            <a:picLocks noChangeAspect="1" noChangeArrowheads="1"/>
          </p:cNvPicPr>
          <p:nvPr/>
        </p:nvPicPr>
        <p:blipFill>
          <a:blip r:embed="rId2"/>
          <a:srcRect/>
          <a:stretch>
            <a:fillRect/>
          </a:stretch>
        </p:blipFill>
        <p:spPr bwMode="auto">
          <a:xfrm>
            <a:off x="6705600" y="2743200"/>
            <a:ext cx="1690688" cy="134937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B0119670-A999-2019-E8BD-F508D6F674EE}"/>
              </a:ext>
            </a:extLst>
          </p:cNvPr>
          <p:cNvSpPr>
            <a:spLocks noGrp="1"/>
          </p:cNvSpPr>
          <p:nvPr>
            <p:ph type="title"/>
          </p:nvPr>
        </p:nvSpPr>
        <p:spPr/>
        <p:txBody>
          <a:bodyPr/>
          <a:lstStyle/>
          <a:p>
            <a:r>
              <a:rPr lang="en-IN" altLang="en-US" sz="3600"/>
              <a:t>OVERRIDING AND OVERLOADING</a:t>
            </a:r>
            <a:br>
              <a:rPr lang="en-IN" altLang="en-US" sz="3600"/>
            </a:br>
            <a:r>
              <a:rPr lang="en-IN" altLang="en-US" sz="3600"/>
              <a:t>PARENT CLASS FUNCTIONS</a:t>
            </a:r>
          </a:p>
        </p:txBody>
      </p:sp>
      <p:sp>
        <p:nvSpPr>
          <p:cNvPr id="3" name="Content Placeholder 2">
            <a:extLst>
              <a:ext uri="{FF2B5EF4-FFF2-40B4-BE49-F238E27FC236}">
                <a16:creationId xmlns:a16="http://schemas.microsoft.com/office/drawing/2014/main" id="{8061EDB8-2D89-2A04-FE61-4A2508C4E51E}"/>
              </a:ext>
            </a:extLst>
          </p:cNvPr>
          <p:cNvSpPr>
            <a:spLocks noGrp="1"/>
          </p:cNvSpPr>
          <p:nvPr>
            <p:ph idx="1"/>
          </p:nvPr>
        </p:nvSpPr>
        <p:spPr/>
        <p:txBody>
          <a:bodyPr/>
          <a:lstStyle/>
          <a:p>
            <a:pPr>
              <a:defRPr/>
            </a:pPr>
            <a:endParaRPr lang="en-IN" sz="2000" dirty="0"/>
          </a:p>
          <a:p>
            <a:pPr>
              <a:defRPr/>
            </a:pPr>
            <a:r>
              <a:rPr lang="en-IN" sz="2000" dirty="0"/>
              <a:t>When a new class is derived from an existing class, the derived class has access to </a:t>
            </a:r>
            <a:r>
              <a:rPr lang="en-IN" sz="2000" dirty="0" err="1"/>
              <a:t>nonprivate</a:t>
            </a:r>
            <a:r>
              <a:rPr lang="en-IN" sz="2000" dirty="0"/>
              <a:t> member functions in the base class </a:t>
            </a:r>
          </a:p>
          <a:p>
            <a:pPr>
              <a:defRPr/>
            </a:pPr>
            <a:r>
              <a:rPr lang="en-IN" sz="2000" dirty="0"/>
              <a:t>The new class also can have its own member functions</a:t>
            </a:r>
          </a:p>
          <a:p>
            <a:pPr>
              <a:defRPr/>
            </a:pPr>
            <a:r>
              <a:rPr lang="en-IN" sz="2000" dirty="0"/>
              <a:t>Those functions can have names that are identical to the function names in the base class</a:t>
            </a:r>
          </a:p>
          <a:p>
            <a:pPr>
              <a:defRPr/>
            </a:pPr>
            <a:r>
              <a:rPr lang="en-IN" sz="2000" dirty="0">
                <a:solidFill>
                  <a:srgbClr val="C00000"/>
                </a:solidFill>
              </a:rPr>
              <a:t>Any derived class function with the same name and argument list as the parent overrides the parent function</a:t>
            </a:r>
          </a:p>
          <a:p>
            <a:pPr>
              <a:defRPr/>
            </a:pPr>
            <a:r>
              <a:rPr lang="en-IN" sz="2000" dirty="0">
                <a:solidFill>
                  <a:srgbClr val="C00000"/>
                </a:solidFill>
              </a:rPr>
              <a:t>Any derived class function with the same name as the parent, yet with an argument list that differs from the base class, overloads the parent function</a:t>
            </a:r>
          </a:p>
        </p:txBody>
      </p:sp>
      <p:sp>
        <p:nvSpPr>
          <p:cNvPr id="48132" name="Slide Number Placeholder 3">
            <a:extLst>
              <a:ext uri="{FF2B5EF4-FFF2-40B4-BE49-F238E27FC236}">
                <a16:creationId xmlns:a16="http://schemas.microsoft.com/office/drawing/2014/main" id="{916A4C36-D5C7-7667-A293-146609F5260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B3B0199-41A7-48D1-9411-5BBD34883922}"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E37B6CE0-708C-9F68-B95D-6D359F82701C}"/>
              </a:ext>
            </a:extLst>
          </p:cNvPr>
          <p:cNvSpPr>
            <a:spLocks noGrp="1"/>
          </p:cNvSpPr>
          <p:nvPr>
            <p:ph type="title"/>
          </p:nvPr>
        </p:nvSpPr>
        <p:spPr/>
        <p:txBody>
          <a:bodyPr/>
          <a:lstStyle/>
          <a:p>
            <a:r>
              <a:rPr lang="en-IN" altLang="en-US" sz="3200"/>
              <a:t>OVERRIDING AND OVERLOADING</a:t>
            </a:r>
            <a:br>
              <a:rPr lang="en-IN" altLang="en-US" sz="3200"/>
            </a:br>
            <a:r>
              <a:rPr lang="en-IN" altLang="en-US" sz="3200"/>
              <a:t>PARENT CLASS FUNCTIONS</a:t>
            </a:r>
          </a:p>
        </p:txBody>
      </p:sp>
      <p:sp>
        <p:nvSpPr>
          <p:cNvPr id="49155" name="Slide Number Placeholder 3">
            <a:extLst>
              <a:ext uri="{FF2B5EF4-FFF2-40B4-BE49-F238E27FC236}">
                <a16:creationId xmlns:a16="http://schemas.microsoft.com/office/drawing/2014/main" id="{2D94DB78-76CE-1FC1-B4A6-AFE67795A36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623B9F2-138F-489D-B238-8017E9E3170B}" type="slidenum">
              <a:rPr lang="en-US" altLang="en-US">
                <a:latin typeface="Times New Roman" panose="02020603050405020304" pitchFamily="18" charset="0"/>
              </a:rPr>
              <a:pPr/>
              <a:t>37</a:t>
            </a:fld>
            <a:endParaRPr lang="en-US" altLang="en-US">
              <a:latin typeface="Times New Roman" panose="02020603050405020304" pitchFamily="18" charset="0"/>
            </a:endParaRPr>
          </a:p>
        </p:txBody>
      </p:sp>
      <p:pic>
        <p:nvPicPr>
          <p:cNvPr id="51202" name="Picture 2">
            <a:extLst>
              <a:ext uri="{FF2B5EF4-FFF2-40B4-BE49-F238E27FC236}">
                <a16:creationId xmlns:a16="http://schemas.microsoft.com/office/drawing/2014/main" id="{BD90EACD-5563-61CB-92D6-62E2B9A77E5E}"/>
              </a:ext>
            </a:extLst>
          </p:cNvPr>
          <p:cNvPicPr>
            <a:picLocks noChangeAspect="1" noChangeArrowheads="1"/>
          </p:cNvPicPr>
          <p:nvPr/>
        </p:nvPicPr>
        <p:blipFill>
          <a:blip r:embed="rId2"/>
          <a:srcRect/>
          <a:stretch>
            <a:fillRect/>
          </a:stretch>
        </p:blipFill>
        <p:spPr bwMode="auto">
          <a:xfrm>
            <a:off x="1524000" y="1233488"/>
            <a:ext cx="6205538" cy="541020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91843C78-0E87-877E-944D-EF33D1EBC3B9}"/>
              </a:ext>
            </a:extLst>
          </p:cNvPr>
          <p:cNvSpPr>
            <a:spLocks noGrp="1"/>
          </p:cNvSpPr>
          <p:nvPr>
            <p:ph type="title"/>
          </p:nvPr>
        </p:nvSpPr>
        <p:spPr/>
        <p:txBody>
          <a:bodyPr/>
          <a:lstStyle/>
          <a:p>
            <a:r>
              <a:rPr lang="en-IN" altLang="en-US" sz="3200"/>
              <a:t>OVERRIDING AND OVERLOADING</a:t>
            </a:r>
            <a:br>
              <a:rPr lang="en-IN" altLang="en-US" sz="3200"/>
            </a:br>
            <a:r>
              <a:rPr lang="en-IN" altLang="en-US" sz="3200"/>
              <a:t>PARENT CLASS FUNCTIONS</a:t>
            </a:r>
          </a:p>
        </p:txBody>
      </p:sp>
      <p:sp>
        <p:nvSpPr>
          <p:cNvPr id="50179" name="Slide Number Placeholder 3">
            <a:extLst>
              <a:ext uri="{FF2B5EF4-FFF2-40B4-BE49-F238E27FC236}">
                <a16:creationId xmlns:a16="http://schemas.microsoft.com/office/drawing/2014/main" id="{50457623-2F55-294E-B599-1BAC8B2F4CB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8BC7308-9F52-44A2-A440-2D1472B44CC8}"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pic>
        <p:nvPicPr>
          <p:cNvPr id="52227" name="Picture 3">
            <a:extLst>
              <a:ext uri="{FF2B5EF4-FFF2-40B4-BE49-F238E27FC236}">
                <a16:creationId xmlns:a16="http://schemas.microsoft.com/office/drawing/2014/main" id="{5805371C-24B0-8C25-2451-5FF63CAFF3C8}"/>
              </a:ext>
            </a:extLst>
          </p:cNvPr>
          <p:cNvPicPr>
            <a:picLocks noChangeAspect="1" noChangeArrowheads="1"/>
          </p:cNvPicPr>
          <p:nvPr/>
        </p:nvPicPr>
        <p:blipFill>
          <a:blip r:embed="rId2"/>
          <a:srcRect/>
          <a:stretch>
            <a:fillRect/>
          </a:stretch>
        </p:blipFill>
        <p:spPr bwMode="auto">
          <a:xfrm>
            <a:off x="1436688" y="1219200"/>
            <a:ext cx="5497512" cy="5640388"/>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F129FFF0-22A3-3262-2967-0EC62604B0A2}"/>
              </a:ext>
            </a:extLst>
          </p:cNvPr>
          <p:cNvSpPr>
            <a:spLocks noGrp="1"/>
          </p:cNvSpPr>
          <p:nvPr>
            <p:ph type="title"/>
          </p:nvPr>
        </p:nvSpPr>
        <p:spPr/>
        <p:txBody>
          <a:bodyPr/>
          <a:lstStyle/>
          <a:p>
            <a:r>
              <a:rPr lang="en-US" altLang="en-US" sz="4000"/>
              <a:t>Overriding Member Functions</a:t>
            </a:r>
            <a:endParaRPr lang="en-IN" altLang="en-US" sz="4000"/>
          </a:p>
        </p:txBody>
      </p:sp>
      <p:sp>
        <p:nvSpPr>
          <p:cNvPr id="51203" name="Slide Number Placeholder 3">
            <a:extLst>
              <a:ext uri="{FF2B5EF4-FFF2-40B4-BE49-F238E27FC236}">
                <a16:creationId xmlns:a16="http://schemas.microsoft.com/office/drawing/2014/main" id="{C440D396-3AB0-55DC-A520-A3A0281A8E9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EFFDA20-0650-42EC-968A-8E04B0484987}"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
        <p:nvSpPr>
          <p:cNvPr id="51204" name="Rectangle 5">
            <a:extLst>
              <a:ext uri="{FF2B5EF4-FFF2-40B4-BE49-F238E27FC236}">
                <a16:creationId xmlns:a16="http://schemas.microsoft.com/office/drawing/2014/main" id="{9A2C439B-1387-B6EA-D521-B35A2036063C}"/>
              </a:ext>
            </a:extLst>
          </p:cNvPr>
          <p:cNvSpPr>
            <a:spLocks noChangeArrowheads="1"/>
          </p:cNvSpPr>
          <p:nvPr/>
        </p:nvSpPr>
        <p:spPr bwMode="auto">
          <a:xfrm>
            <a:off x="609600" y="1981200"/>
            <a:ext cx="4572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#include &lt;iostream&gt;</a:t>
            </a:r>
          </a:p>
          <a:p>
            <a:pPr eaLnBrk="1" hangingPunct="1"/>
            <a:r>
              <a:rPr lang="en-IN" altLang="en-US"/>
              <a:t>using namespace std;</a:t>
            </a:r>
          </a:p>
          <a:p>
            <a:pPr eaLnBrk="1" hangingPunct="1"/>
            <a:endParaRPr lang="en-IN" altLang="en-US"/>
          </a:p>
          <a:p>
            <a:pPr eaLnBrk="1" hangingPunct="1"/>
            <a:r>
              <a:rPr lang="en-IN" altLang="en-US"/>
              <a:t>class Base {</a:t>
            </a:r>
          </a:p>
          <a:p>
            <a:pPr eaLnBrk="1" hangingPunct="1"/>
            <a:r>
              <a:rPr lang="en-IN" altLang="en-US"/>
              <a:t>   public:</a:t>
            </a:r>
          </a:p>
          <a:p>
            <a:pPr eaLnBrk="1" hangingPunct="1"/>
            <a:r>
              <a:rPr lang="en-IN" altLang="en-US"/>
              <a:t>    void print() {</a:t>
            </a:r>
          </a:p>
          <a:p>
            <a:pPr eaLnBrk="1" hangingPunct="1"/>
            <a:r>
              <a:rPr lang="en-IN" altLang="en-US"/>
              <a:t>        cout &lt;&lt; "Base Function" &lt;&lt; endl;</a:t>
            </a:r>
          </a:p>
          <a:p>
            <a:pPr eaLnBrk="1" hangingPunct="1"/>
            <a:r>
              <a:rPr lang="en-IN" altLang="en-US"/>
              <a:t>    }</a:t>
            </a:r>
          </a:p>
          <a:p>
            <a:pPr eaLnBrk="1" hangingPunct="1"/>
            <a:r>
              <a:rPr lang="en-IN" altLang="en-US"/>
              <a:t>};</a:t>
            </a:r>
          </a:p>
          <a:p>
            <a:pPr eaLnBrk="1" hangingPunct="1"/>
            <a:endParaRPr lang="en-IN" altLang="en-US"/>
          </a:p>
          <a:p>
            <a:pPr eaLnBrk="1" hangingPunct="1"/>
            <a:r>
              <a:rPr lang="en-IN" altLang="en-US"/>
              <a:t>class Derived : public Base {</a:t>
            </a:r>
          </a:p>
          <a:p>
            <a:pPr eaLnBrk="1" hangingPunct="1"/>
            <a:r>
              <a:rPr lang="en-IN" altLang="en-US"/>
              <a:t>   public:</a:t>
            </a:r>
          </a:p>
          <a:p>
            <a:pPr eaLnBrk="1" hangingPunct="1"/>
            <a:r>
              <a:rPr lang="en-IN" altLang="en-US"/>
              <a:t>    void print() {</a:t>
            </a:r>
          </a:p>
          <a:p>
            <a:pPr eaLnBrk="1" hangingPunct="1"/>
            <a:r>
              <a:rPr lang="en-IN" altLang="en-US"/>
              <a:t>        cout &lt;&lt; "Derived Function" &lt;&lt; endl;</a:t>
            </a:r>
          </a:p>
          <a:p>
            <a:pPr eaLnBrk="1" hangingPunct="1"/>
            <a:r>
              <a:rPr lang="en-IN" altLang="en-US"/>
              <a:t>    }</a:t>
            </a:r>
          </a:p>
          <a:p>
            <a:pPr eaLnBrk="1" hangingPunct="1"/>
            <a:r>
              <a:rPr lang="en-IN" altLang="en-US"/>
              <a:t>};</a:t>
            </a:r>
          </a:p>
          <a:p>
            <a:pPr eaLnBrk="1" hangingPunct="1"/>
            <a:endParaRPr lang="en-IN" altLang="en-US"/>
          </a:p>
        </p:txBody>
      </p:sp>
      <p:sp>
        <p:nvSpPr>
          <p:cNvPr id="51205" name="Rectangle 6">
            <a:extLst>
              <a:ext uri="{FF2B5EF4-FFF2-40B4-BE49-F238E27FC236}">
                <a16:creationId xmlns:a16="http://schemas.microsoft.com/office/drawing/2014/main" id="{E8D97416-DC57-DBFF-23D2-81A91F398465}"/>
              </a:ext>
            </a:extLst>
          </p:cNvPr>
          <p:cNvSpPr>
            <a:spLocks noChangeArrowheads="1"/>
          </p:cNvSpPr>
          <p:nvPr/>
        </p:nvSpPr>
        <p:spPr bwMode="auto">
          <a:xfrm>
            <a:off x="5562600" y="2332038"/>
            <a:ext cx="33528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int main() {</a:t>
            </a:r>
          </a:p>
          <a:p>
            <a:pPr eaLnBrk="1" hangingPunct="1"/>
            <a:r>
              <a:rPr lang="en-IN" altLang="en-US"/>
              <a:t>    Derived derived1;</a:t>
            </a:r>
          </a:p>
          <a:p>
            <a:pPr eaLnBrk="1" hangingPunct="1"/>
            <a:r>
              <a:rPr lang="en-IN" altLang="en-US"/>
              <a:t>    derived1.print();</a:t>
            </a:r>
          </a:p>
          <a:p>
            <a:pPr eaLnBrk="1" hangingPunct="1"/>
            <a:r>
              <a:rPr lang="en-IN" altLang="en-US"/>
              <a:t>    return 0;</a:t>
            </a:r>
          </a:p>
          <a:p>
            <a:pPr eaLnBrk="1" hangingPunct="1"/>
            <a:r>
              <a:rPr lang="en-IN" altLang="en-US"/>
              <a:t>}</a:t>
            </a:r>
          </a:p>
        </p:txBody>
      </p:sp>
      <p:sp>
        <p:nvSpPr>
          <p:cNvPr id="51206" name="Rectangle 7">
            <a:extLst>
              <a:ext uri="{FF2B5EF4-FFF2-40B4-BE49-F238E27FC236}">
                <a16:creationId xmlns:a16="http://schemas.microsoft.com/office/drawing/2014/main" id="{CD9FD628-4E9A-981A-7A31-3208FBE968BC}"/>
              </a:ext>
            </a:extLst>
          </p:cNvPr>
          <p:cNvSpPr>
            <a:spLocks noChangeArrowheads="1"/>
          </p:cNvSpPr>
          <p:nvPr/>
        </p:nvSpPr>
        <p:spPr bwMode="auto">
          <a:xfrm>
            <a:off x="5715000" y="5373688"/>
            <a:ext cx="28956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Output</a:t>
            </a:r>
          </a:p>
          <a:p>
            <a:pPr eaLnBrk="1" hangingPunct="1"/>
            <a:r>
              <a:rPr lang="en-IN" altLang="en-US"/>
              <a:t>Derived Function</a:t>
            </a:r>
          </a:p>
        </p:txBody>
      </p:sp>
      <p:sp>
        <p:nvSpPr>
          <p:cNvPr id="51207" name="Rectangle 8">
            <a:extLst>
              <a:ext uri="{FF2B5EF4-FFF2-40B4-BE49-F238E27FC236}">
                <a16:creationId xmlns:a16="http://schemas.microsoft.com/office/drawing/2014/main" id="{8BB2108A-990F-AB3A-0148-EE60200812A8}"/>
              </a:ext>
            </a:extLst>
          </p:cNvPr>
          <p:cNvSpPr>
            <a:spLocks noChangeArrowheads="1"/>
          </p:cNvSpPr>
          <p:nvPr/>
        </p:nvSpPr>
        <p:spPr bwMode="auto">
          <a:xfrm>
            <a:off x="609600" y="1066800"/>
            <a:ext cx="80010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pPr>
            <a:r>
              <a:rPr lang="en-US" altLang="en-US">
                <a:solidFill>
                  <a:srgbClr val="C00000"/>
                </a:solidFill>
              </a:rPr>
              <a:t>When the same function exists in both the base class and the derived class, the function in the derived class is executed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1A39B3BC-8FEF-2675-2410-6DB89393366D}"/>
              </a:ext>
            </a:extLst>
          </p:cNvPr>
          <p:cNvSpPr>
            <a:spLocks noGrp="1"/>
          </p:cNvSpPr>
          <p:nvPr>
            <p:ph type="title"/>
          </p:nvPr>
        </p:nvSpPr>
        <p:spPr/>
        <p:txBody>
          <a:bodyPr/>
          <a:lstStyle/>
          <a:p>
            <a:r>
              <a:rPr lang="en-US" altLang="en-US" sz="4400"/>
              <a:t>Overriding Member Functions</a:t>
            </a:r>
            <a:endParaRPr lang="en-IN" altLang="en-US"/>
          </a:p>
        </p:txBody>
      </p:sp>
      <p:sp>
        <p:nvSpPr>
          <p:cNvPr id="52227" name="Slide Number Placeholder 3">
            <a:extLst>
              <a:ext uri="{FF2B5EF4-FFF2-40B4-BE49-F238E27FC236}">
                <a16:creationId xmlns:a16="http://schemas.microsoft.com/office/drawing/2014/main" id="{45B9EA01-8C5F-72A8-013D-2305F5D9787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BE7E7BB-8F01-405F-92A1-63DF5712CC5B}"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
        <p:nvSpPr>
          <p:cNvPr id="52228" name="Rectangle 4">
            <a:extLst>
              <a:ext uri="{FF2B5EF4-FFF2-40B4-BE49-F238E27FC236}">
                <a16:creationId xmlns:a16="http://schemas.microsoft.com/office/drawing/2014/main" id="{24BB1B1A-4687-4C6F-3451-E39D05A0169E}"/>
              </a:ext>
            </a:extLst>
          </p:cNvPr>
          <p:cNvSpPr>
            <a:spLocks noChangeArrowheads="1"/>
          </p:cNvSpPr>
          <p:nvPr/>
        </p:nvSpPr>
        <p:spPr bwMode="auto">
          <a:xfrm>
            <a:off x="609600" y="1600200"/>
            <a:ext cx="4572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#include &lt;iostream&gt;</a:t>
            </a:r>
          </a:p>
          <a:p>
            <a:pPr eaLnBrk="1" hangingPunct="1"/>
            <a:r>
              <a:rPr lang="en-IN" altLang="en-US"/>
              <a:t>using namespace std;</a:t>
            </a:r>
          </a:p>
          <a:p>
            <a:pPr eaLnBrk="1" hangingPunct="1"/>
            <a:endParaRPr lang="en-IN" altLang="en-US"/>
          </a:p>
          <a:p>
            <a:pPr eaLnBrk="1" hangingPunct="1"/>
            <a:r>
              <a:rPr lang="en-IN" altLang="en-US"/>
              <a:t>class Base {</a:t>
            </a:r>
          </a:p>
          <a:p>
            <a:pPr eaLnBrk="1" hangingPunct="1"/>
            <a:r>
              <a:rPr lang="en-IN" altLang="en-US"/>
              <a:t>   public:</a:t>
            </a:r>
          </a:p>
          <a:p>
            <a:pPr eaLnBrk="1" hangingPunct="1"/>
            <a:r>
              <a:rPr lang="en-IN" altLang="en-US"/>
              <a:t>    void print() {</a:t>
            </a:r>
          </a:p>
          <a:p>
            <a:pPr eaLnBrk="1" hangingPunct="1"/>
            <a:r>
              <a:rPr lang="en-IN" altLang="en-US"/>
              <a:t>        cout &lt;&lt; "Base Function" &lt;&lt; endl;</a:t>
            </a:r>
          </a:p>
          <a:p>
            <a:pPr eaLnBrk="1" hangingPunct="1"/>
            <a:r>
              <a:rPr lang="en-IN" altLang="en-US"/>
              <a:t>    }</a:t>
            </a:r>
          </a:p>
          <a:p>
            <a:pPr eaLnBrk="1" hangingPunct="1"/>
            <a:r>
              <a:rPr lang="en-IN" altLang="en-US"/>
              <a:t>};</a:t>
            </a:r>
          </a:p>
          <a:p>
            <a:pPr eaLnBrk="1" hangingPunct="1"/>
            <a:endParaRPr lang="en-IN" altLang="en-US"/>
          </a:p>
          <a:p>
            <a:pPr eaLnBrk="1" hangingPunct="1"/>
            <a:r>
              <a:rPr lang="en-IN" altLang="en-US"/>
              <a:t>class Derived : public Base {</a:t>
            </a:r>
          </a:p>
          <a:p>
            <a:pPr eaLnBrk="1" hangingPunct="1"/>
            <a:r>
              <a:rPr lang="en-IN" altLang="en-US"/>
              <a:t>   public:</a:t>
            </a:r>
          </a:p>
          <a:p>
            <a:pPr eaLnBrk="1" hangingPunct="1"/>
            <a:r>
              <a:rPr lang="en-IN" altLang="en-US"/>
              <a:t>    void print() {</a:t>
            </a:r>
          </a:p>
          <a:p>
            <a:pPr eaLnBrk="1" hangingPunct="1"/>
            <a:r>
              <a:rPr lang="en-IN" altLang="en-US"/>
              <a:t>        cout &lt;&lt; "Derived Function" &lt;&lt; endl;</a:t>
            </a:r>
          </a:p>
          <a:p>
            <a:pPr eaLnBrk="1" hangingPunct="1"/>
            <a:r>
              <a:rPr lang="en-IN" altLang="en-US"/>
              <a:t>    }</a:t>
            </a:r>
          </a:p>
          <a:p>
            <a:pPr eaLnBrk="1" hangingPunct="1"/>
            <a:r>
              <a:rPr lang="en-IN" altLang="en-US"/>
              <a:t>};</a:t>
            </a:r>
          </a:p>
          <a:p>
            <a:pPr eaLnBrk="1" hangingPunct="1"/>
            <a:endParaRPr lang="en-IN" altLang="en-US"/>
          </a:p>
        </p:txBody>
      </p:sp>
      <p:sp>
        <p:nvSpPr>
          <p:cNvPr id="52229" name="Rectangle 5">
            <a:extLst>
              <a:ext uri="{FF2B5EF4-FFF2-40B4-BE49-F238E27FC236}">
                <a16:creationId xmlns:a16="http://schemas.microsoft.com/office/drawing/2014/main" id="{1FF442A9-2D2B-4A82-AA9B-DEFCB0720E74}"/>
              </a:ext>
            </a:extLst>
          </p:cNvPr>
          <p:cNvSpPr>
            <a:spLocks noChangeArrowheads="1"/>
          </p:cNvSpPr>
          <p:nvPr/>
        </p:nvSpPr>
        <p:spPr bwMode="auto">
          <a:xfrm>
            <a:off x="5562600" y="1951038"/>
            <a:ext cx="33528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int main() {</a:t>
            </a:r>
          </a:p>
          <a:p>
            <a:pPr eaLnBrk="1" hangingPunct="1"/>
            <a:r>
              <a:rPr lang="en-IN" altLang="en-US"/>
              <a:t>    Derived derived1;</a:t>
            </a:r>
          </a:p>
          <a:p>
            <a:pPr eaLnBrk="1" hangingPunct="1"/>
            <a:r>
              <a:rPr lang="en-IN" altLang="en-US"/>
              <a:t>    derived1.print();</a:t>
            </a:r>
          </a:p>
          <a:p>
            <a:pPr eaLnBrk="1" hangingPunct="1"/>
            <a:r>
              <a:rPr lang="en-IN" altLang="en-US"/>
              <a:t>    </a:t>
            </a:r>
            <a:r>
              <a:rPr lang="en-IN" altLang="en-US" b="1"/>
              <a:t>derived1.Base::print();</a:t>
            </a:r>
          </a:p>
          <a:p>
            <a:pPr eaLnBrk="1" hangingPunct="1"/>
            <a:r>
              <a:rPr lang="en-IN" altLang="en-US"/>
              <a:t>    return 0;</a:t>
            </a:r>
          </a:p>
          <a:p>
            <a:pPr eaLnBrk="1" hangingPunct="1"/>
            <a:r>
              <a:rPr lang="en-IN" altLang="en-US"/>
              <a:t>}</a:t>
            </a:r>
          </a:p>
        </p:txBody>
      </p:sp>
      <p:sp>
        <p:nvSpPr>
          <p:cNvPr id="52230" name="Rectangle 6">
            <a:extLst>
              <a:ext uri="{FF2B5EF4-FFF2-40B4-BE49-F238E27FC236}">
                <a16:creationId xmlns:a16="http://schemas.microsoft.com/office/drawing/2014/main" id="{2DEFE373-93F5-5F70-044F-1E55A32E1EA4}"/>
              </a:ext>
            </a:extLst>
          </p:cNvPr>
          <p:cNvSpPr>
            <a:spLocks noChangeArrowheads="1"/>
          </p:cNvSpPr>
          <p:nvPr/>
        </p:nvSpPr>
        <p:spPr bwMode="auto">
          <a:xfrm>
            <a:off x="5791200" y="4495800"/>
            <a:ext cx="2895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Output</a:t>
            </a:r>
          </a:p>
          <a:p>
            <a:pPr eaLnBrk="1" hangingPunct="1"/>
            <a:r>
              <a:rPr lang="en-IN" altLang="en-US"/>
              <a:t>Derived Function</a:t>
            </a:r>
          </a:p>
          <a:p>
            <a:pPr eaLnBrk="1" hangingPunct="1"/>
            <a:r>
              <a:rPr lang="en-IN" altLang="en-US"/>
              <a:t>Base  Function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810C4E6C-3AA8-C45A-68D5-BCABD86D4605}"/>
              </a:ext>
            </a:extLst>
          </p:cNvPr>
          <p:cNvSpPr>
            <a:spLocks noGrp="1"/>
          </p:cNvSpPr>
          <p:nvPr>
            <p:ph type="title"/>
          </p:nvPr>
        </p:nvSpPr>
        <p:spPr/>
        <p:txBody>
          <a:bodyPr/>
          <a:lstStyle/>
          <a:p>
            <a:r>
              <a:rPr lang="en-US" altLang="en-US" sz="4000"/>
              <a:t>Overriding Member Functions</a:t>
            </a:r>
            <a:endParaRPr lang="en-IN" altLang="en-US"/>
          </a:p>
        </p:txBody>
      </p:sp>
      <p:sp>
        <p:nvSpPr>
          <p:cNvPr id="53251" name="Slide Number Placeholder 3">
            <a:extLst>
              <a:ext uri="{FF2B5EF4-FFF2-40B4-BE49-F238E27FC236}">
                <a16:creationId xmlns:a16="http://schemas.microsoft.com/office/drawing/2014/main" id="{5E73121A-2A36-B126-7F6C-57F7742C12B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9EFF286-3EA7-4002-AA3F-F333ABB95F3E}" type="slidenum">
              <a:rPr lang="en-US" altLang="en-US">
                <a:latin typeface="Times New Roman" panose="02020603050405020304" pitchFamily="18" charset="0"/>
              </a:rPr>
              <a:pPr/>
              <a:t>41</a:t>
            </a:fld>
            <a:endParaRPr lang="en-US" altLang="en-US">
              <a:latin typeface="Times New Roman" panose="02020603050405020304" pitchFamily="18" charset="0"/>
            </a:endParaRPr>
          </a:p>
        </p:txBody>
      </p:sp>
      <p:sp>
        <p:nvSpPr>
          <p:cNvPr id="53252" name="Rectangle 4">
            <a:extLst>
              <a:ext uri="{FF2B5EF4-FFF2-40B4-BE49-F238E27FC236}">
                <a16:creationId xmlns:a16="http://schemas.microsoft.com/office/drawing/2014/main" id="{7AF31862-9548-B257-31B4-2C9433E5B264}"/>
              </a:ext>
            </a:extLst>
          </p:cNvPr>
          <p:cNvSpPr>
            <a:spLocks noChangeArrowheads="1"/>
          </p:cNvSpPr>
          <p:nvPr/>
        </p:nvSpPr>
        <p:spPr bwMode="auto">
          <a:xfrm>
            <a:off x="609600" y="1600200"/>
            <a:ext cx="4572000"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#include &lt;iostream&gt;</a:t>
            </a:r>
          </a:p>
          <a:p>
            <a:pPr eaLnBrk="1" hangingPunct="1"/>
            <a:r>
              <a:rPr lang="en-IN" altLang="en-US"/>
              <a:t>using namespace std;</a:t>
            </a:r>
          </a:p>
          <a:p>
            <a:pPr eaLnBrk="1" hangingPunct="1"/>
            <a:endParaRPr lang="en-IN" altLang="en-US"/>
          </a:p>
          <a:p>
            <a:pPr eaLnBrk="1" hangingPunct="1"/>
            <a:r>
              <a:rPr lang="en-IN" altLang="en-US"/>
              <a:t>class Base {</a:t>
            </a:r>
          </a:p>
          <a:p>
            <a:pPr eaLnBrk="1" hangingPunct="1"/>
            <a:r>
              <a:rPr lang="en-IN" altLang="en-US"/>
              <a:t>   public:</a:t>
            </a:r>
          </a:p>
          <a:p>
            <a:pPr eaLnBrk="1" hangingPunct="1"/>
            <a:r>
              <a:rPr lang="en-IN" altLang="en-US"/>
              <a:t>    void print() {</a:t>
            </a:r>
          </a:p>
          <a:p>
            <a:pPr eaLnBrk="1" hangingPunct="1"/>
            <a:r>
              <a:rPr lang="en-IN" altLang="en-US"/>
              <a:t>        cout &lt;&lt; "Base Function" &lt;&lt; endl;</a:t>
            </a:r>
          </a:p>
          <a:p>
            <a:pPr eaLnBrk="1" hangingPunct="1"/>
            <a:r>
              <a:rPr lang="en-IN" altLang="en-US"/>
              <a:t>    }</a:t>
            </a:r>
          </a:p>
          <a:p>
            <a:pPr eaLnBrk="1" hangingPunct="1"/>
            <a:r>
              <a:rPr lang="en-IN" altLang="en-US"/>
              <a:t>};</a:t>
            </a:r>
          </a:p>
          <a:p>
            <a:pPr eaLnBrk="1" hangingPunct="1"/>
            <a:endParaRPr lang="en-IN" altLang="en-US"/>
          </a:p>
          <a:p>
            <a:pPr eaLnBrk="1" hangingPunct="1"/>
            <a:r>
              <a:rPr lang="en-IN" altLang="en-US"/>
              <a:t>class Derived : public Base {</a:t>
            </a:r>
          </a:p>
          <a:p>
            <a:pPr eaLnBrk="1" hangingPunct="1"/>
            <a:r>
              <a:rPr lang="en-IN" altLang="en-US"/>
              <a:t>   public:</a:t>
            </a:r>
          </a:p>
          <a:p>
            <a:pPr eaLnBrk="1" hangingPunct="1"/>
            <a:r>
              <a:rPr lang="en-IN" altLang="en-US"/>
              <a:t>    void print() {</a:t>
            </a:r>
          </a:p>
          <a:p>
            <a:pPr eaLnBrk="1" hangingPunct="1"/>
            <a:r>
              <a:rPr lang="en-IN" altLang="en-US"/>
              <a:t>        </a:t>
            </a:r>
            <a:r>
              <a:rPr lang="en-IN" altLang="en-US" b="1"/>
              <a:t>Base:: print();</a:t>
            </a:r>
          </a:p>
          <a:p>
            <a:pPr eaLnBrk="1" hangingPunct="1"/>
            <a:r>
              <a:rPr lang="en-IN" altLang="en-US"/>
              <a:t>        cout &lt;&lt; "Derived Function" &lt;&lt; endl;</a:t>
            </a:r>
          </a:p>
          <a:p>
            <a:pPr eaLnBrk="1" hangingPunct="1"/>
            <a:r>
              <a:rPr lang="en-IN" altLang="en-US"/>
              <a:t>    }</a:t>
            </a:r>
          </a:p>
          <a:p>
            <a:pPr eaLnBrk="1" hangingPunct="1"/>
            <a:r>
              <a:rPr lang="en-IN" altLang="en-US"/>
              <a:t>};</a:t>
            </a:r>
          </a:p>
          <a:p>
            <a:pPr eaLnBrk="1" hangingPunct="1"/>
            <a:endParaRPr lang="en-IN" altLang="en-US"/>
          </a:p>
        </p:txBody>
      </p:sp>
      <p:sp>
        <p:nvSpPr>
          <p:cNvPr id="53253" name="Rectangle 5">
            <a:extLst>
              <a:ext uri="{FF2B5EF4-FFF2-40B4-BE49-F238E27FC236}">
                <a16:creationId xmlns:a16="http://schemas.microsoft.com/office/drawing/2014/main" id="{FC4DC3EC-527D-8D52-7A39-24774F55149E}"/>
              </a:ext>
            </a:extLst>
          </p:cNvPr>
          <p:cNvSpPr>
            <a:spLocks noChangeArrowheads="1"/>
          </p:cNvSpPr>
          <p:nvPr/>
        </p:nvSpPr>
        <p:spPr bwMode="auto">
          <a:xfrm>
            <a:off x="5562600" y="1951038"/>
            <a:ext cx="33528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int main() {</a:t>
            </a:r>
          </a:p>
          <a:p>
            <a:pPr eaLnBrk="1" hangingPunct="1"/>
            <a:r>
              <a:rPr lang="en-IN" altLang="en-US"/>
              <a:t>    Derived derived1;</a:t>
            </a:r>
          </a:p>
          <a:p>
            <a:pPr eaLnBrk="1" hangingPunct="1"/>
            <a:r>
              <a:rPr lang="en-IN" altLang="en-US"/>
              <a:t>    derived1.print();</a:t>
            </a:r>
          </a:p>
          <a:p>
            <a:pPr eaLnBrk="1" hangingPunct="1"/>
            <a:r>
              <a:rPr lang="en-IN" altLang="en-US"/>
              <a:t>    return 0;</a:t>
            </a:r>
          </a:p>
          <a:p>
            <a:pPr eaLnBrk="1" hangingPunct="1"/>
            <a:r>
              <a:rPr lang="en-IN" altLang="en-US"/>
              <a:t>}</a:t>
            </a:r>
          </a:p>
        </p:txBody>
      </p:sp>
      <p:sp>
        <p:nvSpPr>
          <p:cNvPr id="53254" name="Rectangle 6">
            <a:extLst>
              <a:ext uri="{FF2B5EF4-FFF2-40B4-BE49-F238E27FC236}">
                <a16:creationId xmlns:a16="http://schemas.microsoft.com/office/drawing/2014/main" id="{06EDC916-D6B8-804F-7F66-D62CAF1F1690}"/>
              </a:ext>
            </a:extLst>
          </p:cNvPr>
          <p:cNvSpPr>
            <a:spLocks noChangeArrowheads="1"/>
          </p:cNvSpPr>
          <p:nvPr/>
        </p:nvSpPr>
        <p:spPr bwMode="auto">
          <a:xfrm>
            <a:off x="5791200" y="4495800"/>
            <a:ext cx="2895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Output</a:t>
            </a:r>
          </a:p>
          <a:p>
            <a:pPr eaLnBrk="1" hangingPunct="1"/>
            <a:r>
              <a:rPr lang="en-IN" altLang="en-US"/>
              <a:t>Base Function</a:t>
            </a:r>
          </a:p>
          <a:p>
            <a:pPr eaLnBrk="1" hangingPunct="1"/>
            <a:r>
              <a:rPr lang="en-IN" altLang="en-US"/>
              <a:t>Derived Function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54A3A1B3-EA3B-1E11-A680-F9299FDAA28D}"/>
              </a:ext>
            </a:extLst>
          </p:cNvPr>
          <p:cNvSpPr>
            <a:spLocks noGrp="1"/>
          </p:cNvSpPr>
          <p:nvPr>
            <p:ph type="title"/>
          </p:nvPr>
        </p:nvSpPr>
        <p:spPr/>
        <p:txBody>
          <a:bodyPr/>
          <a:lstStyle/>
          <a:p>
            <a:r>
              <a:rPr lang="en-US" altLang="en-US"/>
              <a:t>Derived Class Constructors</a:t>
            </a:r>
            <a:endParaRPr lang="en-IN" altLang="en-US"/>
          </a:p>
        </p:txBody>
      </p:sp>
      <p:sp>
        <p:nvSpPr>
          <p:cNvPr id="3" name="Content Placeholder 2">
            <a:extLst>
              <a:ext uri="{FF2B5EF4-FFF2-40B4-BE49-F238E27FC236}">
                <a16:creationId xmlns:a16="http://schemas.microsoft.com/office/drawing/2014/main" id="{5B767740-AF4D-75D9-0A9D-F9E0DB6D3730}"/>
              </a:ext>
            </a:extLst>
          </p:cNvPr>
          <p:cNvSpPr>
            <a:spLocks noGrp="1"/>
          </p:cNvSpPr>
          <p:nvPr>
            <p:ph idx="1"/>
          </p:nvPr>
        </p:nvSpPr>
        <p:spPr/>
        <p:txBody>
          <a:bodyPr/>
          <a:lstStyle/>
          <a:p>
            <a:pPr eaLnBrk="1" hangingPunct="1">
              <a:defRPr/>
            </a:pPr>
            <a:r>
              <a:rPr lang="en-US" sz="2000" dirty="0"/>
              <a:t>A base class constructor is invoked(if any) , when a derived class object is created</a:t>
            </a:r>
          </a:p>
          <a:p>
            <a:pPr eaLnBrk="1" hangingPunct="1">
              <a:defRPr/>
            </a:pPr>
            <a:r>
              <a:rPr lang="en-US" sz="2000" dirty="0"/>
              <a:t>If base class constructor contains default constructor, then the derived class constructor need not send arguments to base class constructors explicitly</a:t>
            </a:r>
          </a:p>
          <a:p>
            <a:pPr eaLnBrk="1" hangingPunct="1">
              <a:defRPr/>
            </a:pPr>
            <a:r>
              <a:rPr lang="en-US" sz="2000" dirty="0"/>
              <a:t>If a derived class has constructor, but base class has no constructor, then the appropriate derived class constructor executed automatically whenever a derived class object is created</a:t>
            </a:r>
          </a:p>
          <a:p>
            <a:pPr eaLnBrk="1" hangingPunct="1">
              <a:defRPr/>
            </a:pPr>
            <a:endParaRPr lang="en-US" sz="1600" dirty="0"/>
          </a:p>
          <a:p>
            <a:pPr eaLnBrk="1" hangingPunct="1">
              <a:defRPr/>
            </a:pPr>
            <a:r>
              <a:rPr lang="en-US" sz="2000" dirty="0"/>
              <a:t>Note: </a:t>
            </a:r>
          </a:p>
          <a:p>
            <a:pPr lvl="1" eaLnBrk="1" hangingPunct="1">
              <a:defRPr/>
            </a:pPr>
            <a:r>
              <a:rPr lang="en-US" sz="1600" dirty="0"/>
              <a:t>The derived class need not have a constructor as long as the base class has no-argument constructor</a:t>
            </a:r>
          </a:p>
          <a:p>
            <a:pPr lvl="1" eaLnBrk="1" hangingPunct="1">
              <a:defRPr/>
            </a:pPr>
            <a:r>
              <a:rPr lang="en-US" sz="1600" dirty="0"/>
              <a:t>However, if the base class has constructors with arguments (one or more) then it is mandatory for the derived class to have constructor and pass the arguments to the base class constructor</a:t>
            </a:r>
          </a:p>
          <a:p>
            <a:pPr>
              <a:defRPr/>
            </a:pPr>
            <a:endParaRPr lang="en-IN" dirty="0"/>
          </a:p>
        </p:txBody>
      </p:sp>
      <p:sp>
        <p:nvSpPr>
          <p:cNvPr id="54276" name="Slide Number Placeholder 3">
            <a:extLst>
              <a:ext uri="{FF2B5EF4-FFF2-40B4-BE49-F238E27FC236}">
                <a16:creationId xmlns:a16="http://schemas.microsoft.com/office/drawing/2014/main" id="{0E08EA45-EFB0-EBF8-4FA6-5DFB4CB1566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A0B632A-C241-4039-B93A-BFD9703969F8}"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B7131FBB-3DD5-E77B-6127-1EC4DA91FE5C}"/>
              </a:ext>
            </a:extLst>
          </p:cNvPr>
          <p:cNvSpPr>
            <a:spLocks noGrp="1"/>
          </p:cNvSpPr>
          <p:nvPr>
            <p:ph type="title"/>
          </p:nvPr>
        </p:nvSpPr>
        <p:spPr/>
        <p:txBody>
          <a:bodyPr/>
          <a:lstStyle/>
          <a:p>
            <a:r>
              <a:rPr lang="en-US" altLang="en-US"/>
              <a:t>Derived Class Constructors</a:t>
            </a:r>
            <a:endParaRPr lang="en-IN" altLang="en-US"/>
          </a:p>
        </p:txBody>
      </p:sp>
      <p:sp>
        <p:nvSpPr>
          <p:cNvPr id="55299" name="Slide Number Placeholder 3">
            <a:extLst>
              <a:ext uri="{FF2B5EF4-FFF2-40B4-BE49-F238E27FC236}">
                <a16:creationId xmlns:a16="http://schemas.microsoft.com/office/drawing/2014/main" id="{06678A46-FB33-5CB5-98C4-FA95176B361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8C1559F-F15F-4DAA-8AA2-F03B31A65A3F}"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
        <p:nvSpPr>
          <p:cNvPr id="55300" name="Rectangle 3">
            <a:extLst>
              <a:ext uri="{FF2B5EF4-FFF2-40B4-BE49-F238E27FC236}">
                <a16:creationId xmlns:a16="http://schemas.microsoft.com/office/drawing/2014/main" id="{42838447-5E98-8D80-C0D6-B0888CC311EB}"/>
              </a:ext>
            </a:extLst>
          </p:cNvPr>
          <p:cNvSpPr txBox="1">
            <a:spLocks noChangeArrowheads="1"/>
          </p:cNvSpPr>
          <p:nvPr/>
        </p:nvSpPr>
        <p:spPr bwMode="auto">
          <a:xfrm>
            <a:off x="685800" y="1219200"/>
            <a:ext cx="7543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Clr>
                <a:srgbClr val="35742A"/>
              </a:buClr>
              <a:buSzPct val="65000"/>
              <a:buFont typeface="Wingdings" panose="05000000000000000000" pitchFamily="2" charset="2"/>
              <a:buNone/>
            </a:pPr>
            <a:r>
              <a:rPr lang="en-US" altLang="en-US" b="1"/>
              <a:t>class B</a:t>
            </a:r>
          </a:p>
          <a:p>
            <a:pPr eaLnBrk="1" hangingPunct="1">
              <a:buClr>
                <a:srgbClr val="35742A"/>
              </a:buClr>
              <a:buSzPct val="65000"/>
              <a:buFont typeface="Wingdings" panose="05000000000000000000" pitchFamily="2" charset="2"/>
              <a:buNone/>
            </a:pPr>
            <a:r>
              <a:rPr lang="en-US" altLang="en-US"/>
              <a:t>	{</a:t>
            </a:r>
          </a:p>
          <a:p>
            <a:pPr eaLnBrk="1" hangingPunct="1">
              <a:buClr>
                <a:srgbClr val="35742A"/>
              </a:buClr>
              <a:buSzPct val="65000"/>
              <a:buFont typeface="Wingdings" panose="05000000000000000000" pitchFamily="2" charset="2"/>
              <a:buNone/>
            </a:pPr>
            <a:r>
              <a:rPr lang="en-US" altLang="en-US"/>
              <a:t>	    	         int x;</a:t>
            </a:r>
          </a:p>
          <a:p>
            <a:pPr eaLnBrk="1" hangingPunct="1">
              <a:buClr>
                <a:srgbClr val="35742A"/>
              </a:buClr>
              <a:buSzPct val="65000"/>
              <a:buFont typeface="Wingdings" panose="05000000000000000000" pitchFamily="2" charset="2"/>
              <a:buNone/>
            </a:pPr>
            <a:r>
              <a:rPr lang="en-US" altLang="en-US"/>
              <a:t>		public :  </a:t>
            </a:r>
          </a:p>
          <a:p>
            <a:pPr eaLnBrk="1" hangingPunct="1">
              <a:buClr>
                <a:srgbClr val="35742A"/>
              </a:buClr>
              <a:buSzPct val="65000"/>
              <a:buFont typeface="Wingdings" panose="05000000000000000000" pitchFamily="2" charset="2"/>
              <a:buNone/>
            </a:pPr>
            <a:r>
              <a:rPr lang="en-US" altLang="en-US"/>
              <a:t>		        B( ) { cout&lt;&lt;”B::B( )   Ctor…”&lt;&lt;endl;}</a:t>
            </a:r>
          </a:p>
          <a:p>
            <a:pPr eaLnBrk="1" hangingPunct="1">
              <a:buClr>
                <a:srgbClr val="35742A"/>
              </a:buClr>
              <a:buSzPct val="65000"/>
              <a:buFont typeface="Wingdings" panose="05000000000000000000" pitchFamily="2" charset="2"/>
              <a:buNone/>
            </a:pPr>
            <a:r>
              <a:rPr lang="en-US" altLang="en-US"/>
              <a:t>	};</a:t>
            </a:r>
          </a:p>
          <a:p>
            <a:pPr eaLnBrk="1" hangingPunct="1">
              <a:buClr>
                <a:srgbClr val="35742A"/>
              </a:buClr>
              <a:buSzPct val="65000"/>
              <a:buFont typeface="Wingdings" panose="05000000000000000000" pitchFamily="2" charset="2"/>
              <a:buNone/>
            </a:pPr>
            <a:r>
              <a:rPr lang="en-US" altLang="en-US" b="1"/>
              <a:t>class D : public B</a:t>
            </a:r>
          </a:p>
          <a:p>
            <a:pPr eaLnBrk="1" hangingPunct="1">
              <a:buClr>
                <a:srgbClr val="35742A"/>
              </a:buClr>
              <a:buSzPct val="65000"/>
              <a:buFont typeface="Wingdings" panose="05000000000000000000" pitchFamily="2" charset="2"/>
              <a:buNone/>
            </a:pPr>
            <a:r>
              <a:rPr lang="en-US" altLang="en-US"/>
              <a:t>	{</a:t>
            </a:r>
          </a:p>
          <a:p>
            <a:pPr eaLnBrk="1" hangingPunct="1">
              <a:buClr>
                <a:srgbClr val="35742A"/>
              </a:buClr>
              <a:buSzPct val="65000"/>
              <a:buFont typeface="Wingdings" panose="05000000000000000000" pitchFamily="2" charset="2"/>
              <a:buNone/>
            </a:pPr>
            <a:r>
              <a:rPr lang="en-US" altLang="en-US"/>
              <a:t>	    	       int y;</a:t>
            </a:r>
          </a:p>
          <a:p>
            <a:pPr eaLnBrk="1" hangingPunct="1">
              <a:buClr>
                <a:srgbClr val="35742A"/>
              </a:buClr>
              <a:buSzPct val="65000"/>
              <a:buFont typeface="Wingdings" panose="05000000000000000000" pitchFamily="2" charset="2"/>
              <a:buNone/>
            </a:pPr>
            <a:r>
              <a:rPr lang="en-US" altLang="en-US"/>
              <a:t>		public :  </a:t>
            </a:r>
          </a:p>
          <a:p>
            <a:pPr eaLnBrk="1" hangingPunct="1">
              <a:buClr>
                <a:srgbClr val="35742A"/>
              </a:buClr>
              <a:buSzPct val="65000"/>
              <a:buFont typeface="Wingdings" panose="05000000000000000000" pitchFamily="2" charset="2"/>
              <a:buNone/>
            </a:pPr>
            <a:r>
              <a:rPr lang="en-US" altLang="en-US"/>
              <a:t>		       D( ) { cout&lt;&lt;”D::D()    Ctor …”&lt;&lt;endl;}</a:t>
            </a:r>
          </a:p>
          <a:p>
            <a:pPr eaLnBrk="1" hangingPunct="1">
              <a:buClr>
                <a:srgbClr val="35742A"/>
              </a:buClr>
              <a:buSzPct val="65000"/>
              <a:buFont typeface="Wingdings" panose="05000000000000000000" pitchFamily="2" charset="2"/>
              <a:buNone/>
            </a:pPr>
            <a:r>
              <a:rPr lang="en-US" altLang="en-US"/>
              <a:t>	};</a:t>
            </a:r>
          </a:p>
          <a:p>
            <a:pPr eaLnBrk="1" hangingPunct="1">
              <a:buClr>
                <a:srgbClr val="35742A"/>
              </a:buClr>
              <a:buSzPct val="65000"/>
              <a:buFont typeface="Wingdings" panose="05000000000000000000" pitchFamily="2" charset="2"/>
              <a:buNone/>
            </a:pPr>
            <a:r>
              <a:rPr lang="en-US" altLang="en-US"/>
              <a:t>main( )</a:t>
            </a:r>
          </a:p>
          <a:p>
            <a:pPr eaLnBrk="1" hangingPunct="1">
              <a:buClr>
                <a:srgbClr val="35742A"/>
              </a:buClr>
              <a:buSzPct val="65000"/>
              <a:buFont typeface="Wingdings" panose="05000000000000000000" pitchFamily="2" charset="2"/>
              <a:buNone/>
            </a:pPr>
            <a:r>
              <a:rPr lang="en-US" altLang="en-US"/>
              <a:t>	{</a:t>
            </a:r>
          </a:p>
          <a:p>
            <a:pPr eaLnBrk="1" hangingPunct="1">
              <a:buClr>
                <a:srgbClr val="35742A"/>
              </a:buClr>
              <a:buSzPct val="65000"/>
              <a:buFont typeface="Wingdings" panose="05000000000000000000" pitchFamily="2" charset="2"/>
              <a:buNone/>
            </a:pPr>
            <a:r>
              <a:rPr lang="en-US" altLang="en-US"/>
              <a:t>	       </a:t>
            </a:r>
            <a:r>
              <a:rPr lang="en-US" altLang="en-US" b="1"/>
              <a:t>D d;</a:t>
            </a:r>
          </a:p>
          <a:p>
            <a:pPr eaLnBrk="1" hangingPunct="1">
              <a:buClr>
                <a:srgbClr val="35742A"/>
              </a:buClr>
              <a:buSzPct val="65000"/>
              <a:buFont typeface="Wingdings" panose="05000000000000000000" pitchFamily="2" charset="2"/>
              <a:buNone/>
            </a:pPr>
            <a:r>
              <a:rPr lang="en-US" altLang="en-US"/>
              <a:t>	}</a:t>
            </a:r>
          </a:p>
        </p:txBody>
      </p:sp>
      <p:sp>
        <p:nvSpPr>
          <p:cNvPr id="55301" name="Rectangle 4">
            <a:extLst>
              <a:ext uri="{FF2B5EF4-FFF2-40B4-BE49-F238E27FC236}">
                <a16:creationId xmlns:a16="http://schemas.microsoft.com/office/drawing/2014/main" id="{4278C959-A298-4896-792E-0555C312FD51}"/>
              </a:ext>
            </a:extLst>
          </p:cNvPr>
          <p:cNvSpPr>
            <a:spLocks noChangeArrowheads="1"/>
          </p:cNvSpPr>
          <p:nvPr/>
        </p:nvSpPr>
        <p:spPr bwMode="auto">
          <a:xfrm>
            <a:off x="6934200" y="5334000"/>
            <a:ext cx="1905000" cy="708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a:solidFill>
                  <a:srgbClr val="FF3300"/>
                </a:solidFill>
              </a:rPr>
              <a:t>B::B( ) Ctor …</a:t>
            </a:r>
          </a:p>
          <a:p>
            <a:r>
              <a:rPr lang="en-US" altLang="en-US" sz="2000" b="1">
                <a:solidFill>
                  <a:srgbClr val="FF3300"/>
                </a:solidFill>
              </a:rPr>
              <a:t>D::D( ) Ctor …</a:t>
            </a:r>
          </a:p>
        </p:txBody>
      </p:sp>
      <p:sp>
        <p:nvSpPr>
          <p:cNvPr id="55302" name="TextBox 1">
            <a:extLst>
              <a:ext uri="{FF2B5EF4-FFF2-40B4-BE49-F238E27FC236}">
                <a16:creationId xmlns:a16="http://schemas.microsoft.com/office/drawing/2014/main" id="{47582AB9-54DC-6179-980A-97E0A6C66396}"/>
              </a:ext>
            </a:extLst>
          </p:cNvPr>
          <p:cNvSpPr txBox="1">
            <a:spLocks noChangeArrowheads="1"/>
          </p:cNvSpPr>
          <p:nvPr/>
        </p:nvSpPr>
        <p:spPr bwMode="auto">
          <a:xfrm>
            <a:off x="304800" y="5562600"/>
            <a:ext cx="6172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solidFill>
                  <a:srgbClr val="C00000"/>
                </a:solidFill>
              </a:rPr>
              <a:t>Note</a:t>
            </a:r>
            <a:r>
              <a:rPr lang="en-IN" altLang="en-US" b="1"/>
              <a:t> :  When an object of the derived class is created, the constructor of the base class is executed first and later the constructor of the derived class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4FCAEC0C-5697-3283-35CE-169C49DB3DF8}"/>
              </a:ext>
            </a:extLst>
          </p:cNvPr>
          <p:cNvSpPr>
            <a:spLocks noGrp="1"/>
          </p:cNvSpPr>
          <p:nvPr>
            <p:ph type="title"/>
          </p:nvPr>
        </p:nvSpPr>
        <p:spPr/>
        <p:txBody>
          <a:bodyPr/>
          <a:lstStyle/>
          <a:p>
            <a:r>
              <a:rPr lang="en-IN" altLang="en-US" sz="3600"/>
              <a:t>Why the base class’s constructor is called on creating an object of derived class?</a:t>
            </a:r>
            <a:br>
              <a:rPr lang="en-IN" altLang="en-US" sz="3600"/>
            </a:br>
            <a:endParaRPr lang="en-IN" altLang="en-US" sz="3600"/>
          </a:p>
        </p:txBody>
      </p:sp>
      <p:sp>
        <p:nvSpPr>
          <p:cNvPr id="3" name="Content Placeholder 2">
            <a:extLst>
              <a:ext uri="{FF2B5EF4-FFF2-40B4-BE49-F238E27FC236}">
                <a16:creationId xmlns:a16="http://schemas.microsoft.com/office/drawing/2014/main" id="{8FD263DB-5B15-FAFC-64BD-A4D3106B703F}"/>
              </a:ext>
            </a:extLst>
          </p:cNvPr>
          <p:cNvSpPr>
            <a:spLocks noGrp="1"/>
          </p:cNvSpPr>
          <p:nvPr>
            <p:ph idx="1"/>
          </p:nvPr>
        </p:nvSpPr>
        <p:spPr/>
        <p:txBody>
          <a:bodyPr/>
          <a:lstStyle/>
          <a:p>
            <a:pPr>
              <a:defRPr/>
            </a:pPr>
            <a:endParaRPr lang="en-IN" sz="2000" b="1" dirty="0"/>
          </a:p>
          <a:p>
            <a:pPr>
              <a:defRPr/>
            </a:pPr>
            <a:r>
              <a:rPr lang="en-IN" sz="2000" b="1" dirty="0"/>
              <a:t>What happens when a class is inherited from other?</a:t>
            </a:r>
          </a:p>
          <a:p>
            <a:pPr>
              <a:defRPr/>
            </a:pPr>
            <a:r>
              <a:rPr lang="en-IN" sz="2000" dirty="0"/>
              <a:t>The data members and member functions of base class comes automatically in derived class based on the access </a:t>
            </a:r>
            <a:r>
              <a:rPr lang="en-IN" sz="2000" dirty="0" err="1"/>
              <a:t>specifier</a:t>
            </a:r>
            <a:r>
              <a:rPr lang="en-IN" sz="2000" dirty="0"/>
              <a:t> but the definition of these members exists in base class only</a:t>
            </a:r>
          </a:p>
          <a:p>
            <a:pPr>
              <a:defRPr/>
            </a:pPr>
            <a:r>
              <a:rPr lang="en-IN" sz="2000" dirty="0"/>
              <a:t>So, when we create an object of derived class, all of the members of derived class must be initialized but the inherited members in derived class can only be initialized by the base class’s constructor as the definition of these members exists in base class only. This is why the constructor of </a:t>
            </a:r>
            <a:r>
              <a:rPr lang="en-IN" sz="2000" b="1" dirty="0"/>
              <a:t>base class is called first to initialize all the inherited  members</a:t>
            </a:r>
            <a:endParaRPr lang="en-IN" sz="2000" dirty="0"/>
          </a:p>
          <a:p>
            <a:pPr>
              <a:defRPr/>
            </a:pPr>
            <a:endParaRPr lang="en-IN" sz="2000" dirty="0"/>
          </a:p>
        </p:txBody>
      </p:sp>
      <p:sp>
        <p:nvSpPr>
          <p:cNvPr id="56324" name="Slide Number Placeholder 3">
            <a:extLst>
              <a:ext uri="{FF2B5EF4-FFF2-40B4-BE49-F238E27FC236}">
                <a16:creationId xmlns:a16="http://schemas.microsoft.com/office/drawing/2014/main" id="{0210199B-598C-43E5-FE34-0AB785EA4FE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875FE95-431B-4A1E-858B-E40FD30AF1D7}"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883C92AD-D1CE-6E87-E0E5-34BF638AC44D}"/>
              </a:ext>
            </a:extLst>
          </p:cNvPr>
          <p:cNvSpPr>
            <a:spLocks noGrp="1"/>
          </p:cNvSpPr>
          <p:nvPr>
            <p:ph type="title"/>
          </p:nvPr>
        </p:nvSpPr>
        <p:spPr/>
        <p:txBody>
          <a:bodyPr/>
          <a:lstStyle/>
          <a:p>
            <a:r>
              <a:rPr lang="en-US" altLang="en-US"/>
              <a:t>Derived Class Constructors</a:t>
            </a:r>
            <a:endParaRPr lang="en-IN" altLang="en-US"/>
          </a:p>
        </p:txBody>
      </p:sp>
      <p:sp>
        <p:nvSpPr>
          <p:cNvPr id="57347" name="Slide Number Placeholder 3">
            <a:extLst>
              <a:ext uri="{FF2B5EF4-FFF2-40B4-BE49-F238E27FC236}">
                <a16:creationId xmlns:a16="http://schemas.microsoft.com/office/drawing/2014/main" id="{8DC2B6FA-299A-C258-D28F-525341B0AA6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114FDF1-251B-444B-BE31-E2FF7F2310BA}"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
        <p:nvSpPr>
          <p:cNvPr id="57348" name="Rectangle 3">
            <a:extLst>
              <a:ext uri="{FF2B5EF4-FFF2-40B4-BE49-F238E27FC236}">
                <a16:creationId xmlns:a16="http://schemas.microsoft.com/office/drawing/2014/main" id="{E0FFDF54-3C43-BCB9-1CB1-6EBD2A5C827B}"/>
              </a:ext>
            </a:extLst>
          </p:cNvPr>
          <p:cNvSpPr txBox="1">
            <a:spLocks noChangeArrowheads="1"/>
          </p:cNvSpPr>
          <p:nvPr/>
        </p:nvSpPr>
        <p:spPr bwMode="auto">
          <a:xfrm>
            <a:off x="381000" y="1143000"/>
            <a:ext cx="73152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rgbClr val="35742A"/>
              </a:buClr>
              <a:buSzPct val="65000"/>
              <a:buFont typeface="Wingdings" panose="05000000000000000000" pitchFamily="2" charset="2"/>
              <a:buNone/>
            </a:pPr>
            <a:r>
              <a:rPr lang="en-US" altLang="en-US" sz="1600" b="1"/>
              <a:t>class B</a:t>
            </a:r>
          </a:p>
          <a:p>
            <a:pPr eaLnBrk="1" hangingPunct="1">
              <a:spcBef>
                <a:spcPct val="20000"/>
              </a:spcBef>
              <a:buClr>
                <a:srgbClr val="35742A"/>
              </a:buClr>
              <a:buSzPct val="65000"/>
              <a:buFont typeface="Wingdings" panose="05000000000000000000" pitchFamily="2" charset="2"/>
              <a:buNone/>
            </a:pPr>
            <a:r>
              <a:rPr lang="en-US" altLang="en-US" sz="1600" b="1"/>
              <a:t>{</a:t>
            </a:r>
          </a:p>
          <a:p>
            <a:pPr eaLnBrk="1" hangingPunct="1">
              <a:spcBef>
                <a:spcPct val="20000"/>
              </a:spcBef>
              <a:buClr>
                <a:srgbClr val="35742A"/>
              </a:buClr>
              <a:buSzPct val="65000"/>
              <a:buFont typeface="Wingdings" panose="05000000000000000000" pitchFamily="2" charset="2"/>
              <a:buNone/>
            </a:pPr>
            <a:r>
              <a:rPr lang="en-US" altLang="en-US" sz="1600" b="1"/>
              <a:t>	    	int a;</a:t>
            </a:r>
          </a:p>
          <a:p>
            <a:pPr eaLnBrk="1" hangingPunct="1">
              <a:spcBef>
                <a:spcPct val="20000"/>
              </a:spcBef>
              <a:buClr>
                <a:srgbClr val="35742A"/>
              </a:buClr>
              <a:buSzPct val="65000"/>
              <a:buFont typeface="Wingdings" panose="05000000000000000000" pitchFamily="2" charset="2"/>
              <a:buNone/>
            </a:pPr>
            <a:r>
              <a:rPr lang="en-US" altLang="en-US" sz="1600" b="1"/>
              <a:t>		public :  </a:t>
            </a:r>
          </a:p>
          <a:p>
            <a:pPr eaLnBrk="1" hangingPunct="1">
              <a:spcBef>
                <a:spcPct val="20000"/>
              </a:spcBef>
              <a:buClr>
                <a:srgbClr val="35742A"/>
              </a:buClr>
              <a:buSzPct val="65000"/>
              <a:buFont typeface="Wingdings" panose="05000000000000000000" pitchFamily="2" charset="2"/>
              <a:buNone/>
            </a:pPr>
            <a:r>
              <a:rPr lang="en-US" altLang="en-US" sz="1600" b="1"/>
              <a:t>		B( ) { a = 0; cout&lt;&lt;”B::B( ) Ctor…”&lt;&lt;endl;}</a:t>
            </a:r>
          </a:p>
          <a:p>
            <a:pPr eaLnBrk="1" hangingPunct="1">
              <a:spcBef>
                <a:spcPct val="20000"/>
              </a:spcBef>
              <a:buClr>
                <a:srgbClr val="35742A"/>
              </a:buClr>
              <a:buSzPct val="65000"/>
              <a:buFont typeface="Wingdings" panose="05000000000000000000" pitchFamily="2" charset="2"/>
              <a:buNone/>
            </a:pPr>
            <a:r>
              <a:rPr lang="en-US" altLang="en-US" sz="1600" b="1"/>
              <a:t> 		B(int x) { a =x; cout&lt;&lt;”B::B(int) Ctor…”&lt;&lt;endl;}</a:t>
            </a:r>
          </a:p>
          <a:p>
            <a:pPr eaLnBrk="1" hangingPunct="1">
              <a:spcBef>
                <a:spcPct val="20000"/>
              </a:spcBef>
              <a:buClr>
                <a:srgbClr val="35742A"/>
              </a:buClr>
              <a:buSzPct val="65000"/>
              <a:buFont typeface="Wingdings" panose="05000000000000000000" pitchFamily="2" charset="2"/>
              <a:buNone/>
            </a:pPr>
            <a:r>
              <a:rPr lang="en-US" altLang="en-US" sz="1600" b="1"/>
              <a:t>};</a:t>
            </a:r>
          </a:p>
          <a:p>
            <a:pPr eaLnBrk="1" hangingPunct="1">
              <a:spcBef>
                <a:spcPct val="20000"/>
              </a:spcBef>
              <a:buClr>
                <a:srgbClr val="35742A"/>
              </a:buClr>
              <a:buSzPct val="65000"/>
              <a:buFont typeface="Wingdings" panose="05000000000000000000" pitchFamily="2" charset="2"/>
              <a:buNone/>
            </a:pPr>
            <a:r>
              <a:rPr lang="en-US" altLang="en-US" sz="1600" b="1"/>
              <a:t>class D : public B</a:t>
            </a:r>
          </a:p>
          <a:p>
            <a:pPr eaLnBrk="1" hangingPunct="1">
              <a:spcBef>
                <a:spcPct val="20000"/>
              </a:spcBef>
              <a:buClr>
                <a:srgbClr val="35742A"/>
              </a:buClr>
              <a:buSzPct val="65000"/>
              <a:buFont typeface="Wingdings" panose="05000000000000000000" pitchFamily="2" charset="2"/>
              <a:buNone/>
            </a:pPr>
            <a:r>
              <a:rPr lang="en-US" altLang="en-US" sz="1600" b="1"/>
              <a:t>{	    	int  b;</a:t>
            </a:r>
          </a:p>
          <a:p>
            <a:pPr eaLnBrk="1" hangingPunct="1">
              <a:spcBef>
                <a:spcPct val="20000"/>
              </a:spcBef>
              <a:buClr>
                <a:srgbClr val="35742A"/>
              </a:buClr>
              <a:buSzPct val="65000"/>
              <a:buFont typeface="Wingdings" panose="05000000000000000000" pitchFamily="2" charset="2"/>
              <a:buNone/>
            </a:pPr>
            <a:r>
              <a:rPr lang="en-US" altLang="en-US" sz="1600" b="1"/>
              <a:t>		public :  </a:t>
            </a:r>
          </a:p>
          <a:p>
            <a:pPr eaLnBrk="1" hangingPunct="1">
              <a:spcBef>
                <a:spcPct val="20000"/>
              </a:spcBef>
              <a:buClr>
                <a:srgbClr val="35742A"/>
              </a:buClr>
              <a:buSzPct val="65000"/>
              <a:buFont typeface="Wingdings" panose="05000000000000000000" pitchFamily="2" charset="2"/>
              <a:buNone/>
            </a:pPr>
            <a:r>
              <a:rPr lang="en-US" altLang="en-US" sz="1600" b="1"/>
              <a:t>		D( ) { b =0; cout&lt;&lt;”D::D( ) Ctor…”&lt;&lt;endl;}            </a:t>
            </a:r>
          </a:p>
          <a:p>
            <a:pPr eaLnBrk="1" hangingPunct="1">
              <a:spcBef>
                <a:spcPct val="20000"/>
              </a:spcBef>
              <a:buClr>
                <a:srgbClr val="35742A"/>
              </a:buClr>
              <a:buSzPct val="65000"/>
              <a:buFont typeface="Wingdings" panose="05000000000000000000" pitchFamily="2" charset="2"/>
              <a:buNone/>
            </a:pPr>
            <a:r>
              <a:rPr lang="en-US" altLang="en-US" sz="1600" b="1"/>
              <a:t>		D(int x) { b =x; cout&lt;&lt;”D::D(int) Ctor…”&lt;&lt;endl;}</a:t>
            </a:r>
          </a:p>
          <a:p>
            <a:pPr eaLnBrk="1" hangingPunct="1">
              <a:spcBef>
                <a:spcPct val="20000"/>
              </a:spcBef>
              <a:buClr>
                <a:srgbClr val="35742A"/>
              </a:buClr>
              <a:buSzPct val="65000"/>
              <a:buFont typeface="Wingdings" panose="05000000000000000000" pitchFamily="2" charset="2"/>
              <a:buNone/>
            </a:pPr>
            <a:r>
              <a:rPr lang="en-US" altLang="en-US" sz="1600" b="1"/>
              <a:t>		</a:t>
            </a:r>
            <a:r>
              <a:rPr lang="en-US" altLang="en-US" sz="1600" b="1">
                <a:solidFill>
                  <a:srgbClr val="C00000"/>
                </a:solidFill>
              </a:rPr>
              <a:t>D(int x, int y) : B(y)</a:t>
            </a:r>
          </a:p>
          <a:p>
            <a:pPr eaLnBrk="1" hangingPunct="1">
              <a:spcBef>
                <a:spcPct val="20000"/>
              </a:spcBef>
              <a:buClr>
                <a:srgbClr val="35742A"/>
              </a:buClr>
              <a:buSzPct val="65000"/>
              <a:buFont typeface="Wingdings" panose="05000000000000000000" pitchFamily="2" charset="2"/>
              <a:buNone/>
            </a:pPr>
            <a:r>
              <a:rPr lang="en-US" altLang="en-US" sz="1600" b="1"/>
              <a:t>		{ b =x; cout&lt;&lt;”D::D(int, int) Ctor…”&lt;&lt;endl;}</a:t>
            </a:r>
          </a:p>
          <a:p>
            <a:pPr eaLnBrk="1" hangingPunct="1">
              <a:spcBef>
                <a:spcPct val="20000"/>
              </a:spcBef>
              <a:buClr>
                <a:srgbClr val="35742A"/>
              </a:buClr>
              <a:buSzPct val="65000"/>
              <a:buFont typeface="Wingdings" panose="05000000000000000000" pitchFamily="2" charset="2"/>
              <a:buNone/>
            </a:pPr>
            <a:r>
              <a:rPr lang="en-US" altLang="en-US" sz="1600" b="1"/>
              <a:t>};</a:t>
            </a:r>
          </a:p>
        </p:txBody>
      </p:sp>
      <p:sp>
        <p:nvSpPr>
          <p:cNvPr id="57349" name="Rectangle 5">
            <a:extLst>
              <a:ext uri="{FF2B5EF4-FFF2-40B4-BE49-F238E27FC236}">
                <a16:creationId xmlns:a16="http://schemas.microsoft.com/office/drawing/2014/main" id="{29C5988E-FA6E-0BAF-DD88-6DCBC42E7626}"/>
              </a:ext>
            </a:extLst>
          </p:cNvPr>
          <p:cNvSpPr>
            <a:spLocks noChangeArrowheads="1"/>
          </p:cNvSpPr>
          <p:nvPr/>
        </p:nvSpPr>
        <p:spPr bwMode="auto">
          <a:xfrm>
            <a:off x="6400800" y="1158875"/>
            <a:ext cx="3048000"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b="1"/>
              <a:t>main( )</a:t>
            </a:r>
          </a:p>
          <a:p>
            <a:pPr eaLnBrk="1" hangingPunct="1">
              <a:buFont typeface="Wingdings" panose="05000000000000000000" pitchFamily="2" charset="2"/>
              <a:buNone/>
            </a:pPr>
            <a:r>
              <a:rPr lang="en-US" altLang="en-US" b="1"/>
              <a:t>{</a:t>
            </a:r>
          </a:p>
          <a:p>
            <a:pPr eaLnBrk="1" hangingPunct="1">
              <a:buFont typeface="Wingdings" panose="05000000000000000000" pitchFamily="2" charset="2"/>
              <a:buNone/>
            </a:pPr>
            <a:r>
              <a:rPr lang="en-US" altLang="en-US" b="1"/>
              <a:t>	D d;</a:t>
            </a:r>
          </a:p>
          <a:p>
            <a:pPr eaLnBrk="1" hangingPunct="1">
              <a:buFont typeface="Wingdings" panose="05000000000000000000" pitchFamily="2" charset="2"/>
              <a:buNone/>
            </a:pPr>
            <a:r>
              <a:rPr lang="en-US" altLang="en-US" b="1"/>
              <a:t>	D d1(10);</a:t>
            </a:r>
          </a:p>
          <a:p>
            <a:pPr eaLnBrk="1" hangingPunct="1">
              <a:buFont typeface="Wingdings" panose="05000000000000000000" pitchFamily="2" charset="2"/>
              <a:buNone/>
            </a:pPr>
            <a:r>
              <a:rPr lang="en-US" altLang="en-US" b="1"/>
              <a:t>	D d2(10, 20);</a:t>
            </a:r>
          </a:p>
          <a:p>
            <a:pPr eaLnBrk="1" hangingPunct="1">
              <a:buFont typeface="Wingdings" panose="05000000000000000000" pitchFamily="2" charset="2"/>
              <a:buNone/>
            </a:pPr>
            <a:r>
              <a:rPr lang="en-US" altLang="en-US" b="1"/>
              <a:t>}</a:t>
            </a:r>
          </a:p>
        </p:txBody>
      </p:sp>
      <p:sp>
        <p:nvSpPr>
          <p:cNvPr id="57350" name="Rectangle 4">
            <a:extLst>
              <a:ext uri="{FF2B5EF4-FFF2-40B4-BE49-F238E27FC236}">
                <a16:creationId xmlns:a16="http://schemas.microsoft.com/office/drawing/2014/main" id="{E54D1D7A-5AD7-306B-BCFF-4699428C0B55}"/>
              </a:ext>
            </a:extLst>
          </p:cNvPr>
          <p:cNvSpPr>
            <a:spLocks noChangeArrowheads="1"/>
          </p:cNvSpPr>
          <p:nvPr/>
        </p:nvSpPr>
        <p:spPr bwMode="auto">
          <a:xfrm>
            <a:off x="6469063" y="4629150"/>
            <a:ext cx="2454275" cy="15684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solidFill>
                  <a:srgbClr val="FF3300"/>
                </a:solidFill>
              </a:rPr>
              <a:t>B::B( ) Ctor…</a:t>
            </a:r>
          </a:p>
          <a:p>
            <a:r>
              <a:rPr lang="en-US" altLang="en-US" sz="1600" b="1">
                <a:solidFill>
                  <a:srgbClr val="FF3300"/>
                </a:solidFill>
              </a:rPr>
              <a:t>D::D( ) Ctor…</a:t>
            </a:r>
          </a:p>
          <a:p>
            <a:r>
              <a:rPr lang="en-US" altLang="en-US" sz="1600" b="1">
                <a:solidFill>
                  <a:srgbClr val="FF3300"/>
                </a:solidFill>
              </a:rPr>
              <a:t>B::B( ) Ctor…</a:t>
            </a:r>
          </a:p>
          <a:p>
            <a:r>
              <a:rPr lang="en-US" altLang="en-US" sz="1600" b="1">
                <a:solidFill>
                  <a:srgbClr val="FF3300"/>
                </a:solidFill>
              </a:rPr>
              <a:t>D::D(int) Ctor…</a:t>
            </a:r>
          </a:p>
          <a:p>
            <a:r>
              <a:rPr lang="en-US" altLang="en-US" sz="1600" b="1">
                <a:solidFill>
                  <a:srgbClr val="FF3300"/>
                </a:solidFill>
              </a:rPr>
              <a:t>B::B(int) Ctor…</a:t>
            </a:r>
          </a:p>
          <a:p>
            <a:r>
              <a:rPr lang="en-US" altLang="en-US" sz="1600" b="1">
                <a:solidFill>
                  <a:srgbClr val="FF3300"/>
                </a:solidFill>
              </a:rPr>
              <a:t>D::D(int, int) Ctor…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DB0B09F0-E695-E584-7855-244C6D6E8D74}"/>
              </a:ext>
            </a:extLst>
          </p:cNvPr>
          <p:cNvSpPr>
            <a:spLocks noGrp="1"/>
          </p:cNvSpPr>
          <p:nvPr>
            <p:ph type="title"/>
          </p:nvPr>
        </p:nvSpPr>
        <p:spPr/>
        <p:txBody>
          <a:bodyPr/>
          <a:lstStyle/>
          <a:p>
            <a:r>
              <a:rPr lang="en-US" altLang="en-US"/>
              <a:t>Derived Class Destructors</a:t>
            </a:r>
            <a:endParaRPr lang="en-IN" altLang="en-US"/>
          </a:p>
        </p:txBody>
      </p:sp>
      <p:sp>
        <p:nvSpPr>
          <p:cNvPr id="58371" name="Slide Number Placeholder 3">
            <a:extLst>
              <a:ext uri="{FF2B5EF4-FFF2-40B4-BE49-F238E27FC236}">
                <a16:creationId xmlns:a16="http://schemas.microsoft.com/office/drawing/2014/main" id="{6EFD1930-02B9-FEAE-9285-AED2A2B7320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1CDAE64-A9D0-4C67-8E88-BD475549826B}" type="slidenum">
              <a:rPr lang="en-US" altLang="en-US">
                <a:latin typeface="Times New Roman" panose="02020603050405020304" pitchFamily="18" charset="0"/>
              </a:rPr>
              <a:pPr/>
              <a:t>46</a:t>
            </a:fld>
            <a:endParaRPr lang="en-US" altLang="en-US">
              <a:latin typeface="Times New Roman" panose="02020603050405020304" pitchFamily="18" charset="0"/>
            </a:endParaRPr>
          </a:p>
        </p:txBody>
      </p:sp>
      <p:sp>
        <p:nvSpPr>
          <p:cNvPr id="58372" name="Rectangle 4">
            <a:extLst>
              <a:ext uri="{FF2B5EF4-FFF2-40B4-BE49-F238E27FC236}">
                <a16:creationId xmlns:a16="http://schemas.microsoft.com/office/drawing/2014/main" id="{B546A99A-1BC0-B12C-3958-C1132A8938C7}"/>
              </a:ext>
            </a:extLst>
          </p:cNvPr>
          <p:cNvSpPr>
            <a:spLocks noChangeArrowheads="1"/>
          </p:cNvSpPr>
          <p:nvPr/>
        </p:nvSpPr>
        <p:spPr bwMode="auto">
          <a:xfrm>
            <a:off x="609600" y="1295400"/>
            <a:ext cx="807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solidFill>
                  <a:srgbClr val="C00000"/>
                </a:solidFill>
              </a:rPr>
              <a:t>Derived class destructors are called before base class destructors</a:t>
            </a:r>
            <a:endParaRPr lang="en-IN" altLang="en-US" b="1">
              <a:solidFill>
                <a:srgbClr val="C00000"/>
              </a:solidFill>
            </a:endParaRPr>
          </a:p>
        </p:txBody>
      </p:sp>
      <p:sp>
        <p:nvSpPr>
          <p:cNvPr id="6" name="Rectangle 4">
            <a:extLst>
              <a:ext uri="{FF2B5EF4-FFF2-40B4-BE49-F238E27FC236}">
                <a16:creationId xmlns:a16="http://schemas.microsoft.com/office/drawing/2014/main" id="{5B0F3D0E-BB31-D6BB-8C16-5D28820D84D2}"/>
              </a:ext>
            </a:extLst>
          </p:cNvPr>
          <p:cNvSpPr>
            <a:spLocks noChangeArrowheads="1"/>
          </p:cNvSpPr>
          <p:nvPr/>
        </p:nvSpPr>
        <p:spPr bwMode="auto">
          <a:xfrm>
            <a:off x="685800" y="1600200"/>
            <a:ext cx="76962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defRPr/>
            </a:pPr>
            <a:r>
              <a:rPr lang="en-US" b="1" dirty="0">
                <a:latin typeface="+mn-lt"/>
              </a:rPr>
              <a:t>class B</a:t>
            </a:r>
          </a:p>
          <a:p>
            <a:pPr eaLnBrk="0" hangingPunct="0">
              <a:defRPr/>
            </a:pPr>
            <a:r>
              <a:rPr lang="en-US" b="1" dirty="0">
                <a:latin typeface="+mn-lt"/>
              </a:rPr>
              <a:t>{</a:t>
            </a:r>
          </a:p>
          <a:p>
            <a:pPr eaLnBrk="0" hangingPunct="0">
              <a:defRPr/>
            </a:pPr>
            <a:r>
              <a:rPr lang="en-US" b="1" dirty="0">
                <a:latin typeface="+mn-lt"/>
              </a:rPr>
              <a:t>    	      </a:t>
            </a:r>
            <a:r>
              <a:rPr lang="en-US" b="1" dirty="0" err="1">
                <a:latin typeface="+mn-lt"/>
              </a:rPr>
              <a:t>int</a:t>
            </a:r>
            <a:r>
              <a:rPr lang="en-US" b="1" dirty="0">
                <a:latin typeface="+mn-lt"/>
              </a:rPr>
              <a:t> x;</a:t>
            </a:r>
          </a:p>
          <a:p>
            <a:pPr eaLnBrk="0" hangingPunct="0">
              <a:defRPr/>
            </a:pPr>
            <a:r>
              <a:rPr lang="en-US" b="1" dirty="0">
                <a:latin typeface="+mn-lt"/>
              </a:rPr>
              <a:t>	public :  </a:t>
            </a:r>
          </a:p>
          <a:p>
            <a:pPr eaLnBrk="0" hangingPunct="0">
              <a:defRPr/>
            </a:pPr>
            <a:r>
              <a:rPr lang="en-US" b="1" dirty="0">
                <a:latin typeface="+mn-lt"/>
              </a:rPr>
              <a:t>	     B( ) { </a:t>
            </a:r>
            <a:r>
              <a:rPr lang="en-US" b="1" dirty="0" err="1">
                <a:latin typeface="+mn-lt"/>
              </a:rPr>
              <a:t>cout</a:t>
            </a:r>
            <a:r>
              <a:rPr lang="en-US" b="1" dirty="0">
                <a:latin typeface="+mn-lt"/>
              </a:rPr>
              <a:t>&lt;&lt;”B Constructor Invoked…”&lt;&lt;</a:t>
            </a:r>
            <a:r>
              <a:rPr lang="en-US" b="1" dirty="0" err="1">
                <a:latin typeface="+mn-lt"/>
              </a:rPr>
              <a:t>endl</a:t>
            </a:r>
            <a:r>
              <a:rPr lang="en-US" b="1" dirty="0">
                <a:latin typeface="+mn-lt"/>
              </a:rPr>
              <a:t>; }</a:t>
            </a:r>
          </a:p>
          <a:p>
            <a:pPr eaLnBrk="0" hangingPunct="0">
              <a:defRPr/>
            </a:pPr>
            <a:r>
              <a:rPr lang="en-US" b="1" dirty="0">
                <a:latin typeface="+mn-lt"/>
              </a:rPr>
              <a:t>	    ~B( ) { </a:t>
            </a:r>
            <a:r>
              <a:rPr lang="en-US" b="1" dirty="0" err="1">
                <a:latin typeface="+mn-lt"/>
              </a:rPr>
              <a:t>cout</a:t>
            </a:r>
            <a:r>
              <a:rPr lang="en-US" b="1" dirty="0">
                <a:latin typeface="+mn-lt"/>
              </a:rPr>
              <a:t>&lt;&lt;”B Destructor Invoked …”&lt;&lt;</a:t>
            </a:r>
            <a:r>
              <a:rPr lang="en-US" b="1" dirty="0" err="1">
                <a:latin typeface="+mn-lt"/>
              </a:rPr>
              <a:t>endl</a:t>
            </a:r>
            <a:r>
              <a:rPr lang="en-US" b="1" dirty="0">
                <a:latin typeface="+mn-lt"/>
              </a:rPr>
              <a:t>; }</a:t>
            </a:r>
          </a:p>
          <a:p>
            <a:pPr eaLnBrk="0" hangingPunct="0">
              <a:defRPr/>
            </a:pPr>
            <a:r>
              <a:rPr lang="en-US" b="1" dirty="0">
                <a:latin typeface="+mn-lt"/>
              </a:rPr>
              <a:t>};</a:t>
            </a:r>
          </a:p>
          <a:p>
            <a:pPr eaLnBrk="0" hangingPunct="0">
              <a:defRPr/>
            </a:pPr>
            <a:r>
              <a:rPr lang="en-US" b="1" dirty="0">
                <a:latin typeface="+mn-lt"/>
              </a:rPr>
              <a:t>class D : public B</a:t>
            </a:r>
          </a:p>
          <a:p>
            <a:pPr eaLnBrk="0" hangingPunct="0">
              <a:defRPr/>
            </a:pPr>
            <a:r>
              <a:rPr lang="en-US" b="1" dirty="0">
                <a:latin typeface="+mn-lt"/>
              </a:rPr>
              <a:t>{</a:t>
            </a:r>
          </a:p>
          <a:p>
            <a:pPr eaLnBrk="0" hangingPunct="0">
              <a:defRPr/>
            </a:pPr>
            <a:r>
              <a:rPr lang="en-US" b="1" dirty="0">
                <a:latin typeface="+mn-lt"/>
              </a:rPr>
              <a:t>    	          </a:t>
            </a:r>
            <a:r>
              <a:rPr lang="en-US" b="1" dirty="0" err="1">
                <a:latin typeface="+mn-lt"/>
              </a:rPr>
              <a:t>int</a:t>
            </a:r>
            <a:r>
              <a:rPr lang="en-US" b="1" dirty="0">
                <a:latin typeface="+mn-lt"/>
              </a:rPr>
              <a:t> y;</a:t>
            </a:r>
          </a:p>
          <a:p>
            <a:pPr eaLnBrk="0" hangingPunct="0">
              <a:defRPr/>
            </a:pPr>
            <a:r>
              <a:rPr lang="en-US" b="1" dirty="0">
                <a:latin typeface="+mn-lt"/>
              </a:rPr>
              <a:t>	public :  </a:t>
            </a:r>
          </a:p>
          <a:p>
            <a:pPr eaLnBrk="0" hangingPunct="0">
              <a:defRPr/>
            </a:pPr>
            <a:r>
              <a:rPr lang="en-US" b="1" dirty="0">
                <a:latin typeface="+mn-lt"/>
              </a:rPr>
              <a:t>	         D( )   { </a:t>
            </a:r>
            <a:r>
              <a:rPr lang="en-US" b="1" dirty="0" err="1">
                <a:latin typeface="+mn-lt"/>
              </a:rPr>
              <a:t>cout</a:t>
            </a:r>
            <a:r>
              <a:rPr lang="en-US" b="1" dirty="0">
                <a:latin typeface="+mn-lt"/>
              </a:rPr>
              <a:t>&lt;&lt;”D Constructor Invoked …”&lt;&lt;</a:t>
            </a:r>
            <a:r>
              <a:rPr lang="en-US" b="1" dirty="0" err="1">
                <a:latin typeface="+mn-lt"/>
              </a:rPr>
              <a:t>endl</a:t>
            </a:r>
            <a:r>
              <a:rPr lang="en-US" b="1" dirty="0">
                <a:latin typeface="+mn-lt"/>
              </a:rPr>
              <a:t>; }</a:t>
            </a:r>
          </a:p>
          <a:p>
            <a:pPr eaLnBrk="0" hangingPunct="0">
              <a:defRPr/>
            </a:pPr>
            <a:r>
              <a:rPr lang="en-US" b="1" dirty="0">
                <a:latin typeface="+mn-lt"/>
              </a:rPr>
              <a:t>         	        ~ D( ) { </a:t>
            </a:r>
            <a:r>
              <a:rPr lang="en-US" b="1" dirty="0" err="1">
                <a:latin typeface="+mn-lt"/>
              </a:rPr>
              <a:t>cout</a:t>
            </a:r>
            <a:r>
              <a:rPr lang="en-US" b="1" dirty="0">
                <a:latin typeface="+mn-lt"/>
              </a:rPr>
              <a:t>&lt;&lt;”D Destructor Invoked…”&lt;&lt;</a:t>
            </a:r>
            <a:r>
              <a:rPr lang="en-US" b="1" dirty="0" err="1">
                <a:latin typeface="+mn-lt"/>
              </a:rPr>
              <a:t>endl</a:t>
            </a:r>
            <a:r>
              <a:rPr lang="en-US" b="1" dirty="0">
                <a:latin typeface="+mn-lt"/>
              </a:rPr>
              <a:t>; }</a:t>
            </a:r>
          </a:p>
          <a:p>
            <a:pPr eaLnBrk="0" hangingPunct="0">
              <a:defRPr/>
            </a:pPr>
            <a:r>
              <a:rPr lang="en-US" b="1" dirty="0">
                <a:latin typeface="+mn-lt"/>
              </a:rPr>
              <a:t>};</a:t>
            </a:r>
          </a:p>
          <a:p>
            <a:pPr eaLnBrk="0" hangingPunct="0">
              <a:defRPr/>
            </a:pPr>
            <a:r>
              <a:rPr lang="en-US" b="1" dirty="0">
                <a:latin typeface="+mn-lt"/>
              </a:rPr>
              <a:t>main( )</a:t>
            </a:r>
          </a:p>
          <a:p>
            <a:pPr eaLnBrk="0" hangingPunct="0">
              <a:defRPr/>
            </a:pPr>
            <a:r>
              <a:rPr lang="en-US" b="1" dirty="0">
                <a:latin typeface="+mn-lt"/>
              </a:rPr>
              <a:t>{       D </a:t>
            </a:r>
            <a:r>
              <a:rPr lang="en-US" b="1" dirty="0" err="1">
                <a:latin typeface="+mn-lt"/>
              </a:rPr>
              <a:t>d</a:t>
            </a:r>
            <a:r>
              <a:rPr lang="en-US" b="1" dirty="0">
                <a:latin typeface="+mn-lt"/>
              </a:rPr>
              <a:t>;	} </a:t>
            </a:r>
          </a:p>
        </p:txBody>
      </p:sp>
      <p:sp>
        <p:nvSpPr>
          <p:cNvPr id="58374" name="Rectangle 5">
            <a:extLst>
              <a:ext uri="{FF2B5EF4-FFF2-40B4-BE49-F238E27FC236}">
                <a16:creationId xmlns:a16="http://schemas.microsoft.com/office/drawing/2014/main" id="{922BB636-94DF-A82D-3A40-6DEE66AEC96B}"/>
              </a:ext>
            </a:extLst>
          </p:cNvPr>
          <p:cNvSpPr>
            <a:spLocks noChangeArrowheads="1"/>
          </p:cNvSpPr>
          <p:nvPr/>
        </p:nvSpPr>
        <p:spPr bwMode="auto">
          <a:xfrm>
            <a:off x="5795963" y="5626100"/>
            <a:ext cx="2586037" cy="10795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a:solidFill>
                  <a:srgbClr val="FF3300"/>
                </a:solidFill>
              </a:rPr>
              <a:t>B Constructor Invoked…</a:t>
            </a:r>
          </a:p>
          <a:p>
            <a:r>
              <a:rPr lang="en-US" altLang="en-US" sz="1600" b="1">
                <a:solidFill>
                  <a:srgbClr val="FF3300"/>
                </a:solidFill>
              </a:rPr>
              <a:t>D Constructor Invoked…</a:t>
            </a:r>
          </a:p>
          <a:p>
            <a:r>
              <a:rPr lang="en-US" altLang="en-US" sz="1600" b="1">
                <a:solidFill>
                  <a:srgbClr val="FF3300"/>
                </a:solidFill>
              </a:rPr>
              <a:t>D Destructor Invoked…</a:t>
            </a:r>
          </a:p>
          <a:p>
            <a:r>
              <a:rPr lang="en-US" altLang="en-US" sz="1600" b="1">
                <a:solidFill>
                  <a:srgbClr val="FF3300"/>
                </a:solidFill>
              </a:rPr>
              <a:t>B Destructor Invoked …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4CBA4201-7A23-E72D-ADBB-D1FD2B9EF3A9}"/>
              </a:ext>
            </a:extLst>
          </p:cNvPr>
          <p:cNvSpPr>
            <a:spLocks noGrp="1"/>
          </p:cNvSpPr>
          <p:nvPr>
            <p:ph type="title"/>
          </p:nvPr>
        </p:nvSpPr>
        <p:spPr/>
        <p:txBody>
          <a:bodyPr/>
          <a:lstStyle/>
          <a:p>
            <a:r>
              <a:rPr lang="en-IN" altLang="en-US"/>
              <a:t>Single Inheritance</a:t>
            </a:r>
          </a:p>
        </p:txBody>
      </p:sp>
      <p:sp>
        <p:nvSpPr>
          <p:cNvPr id="59395" name="Slide Number Placeholder 3">
            <a:extLst>
              <a:ext uri="{FF2B5EF4-FFF2-40B4-BE49-F238E27FC236}">
                <a16:creationId xmlns:a16="http://schemas.microsoft.com/office/drawing/2014/main" id="{5AA5E829-5F34-0C7C-05A7-500276586E1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09CDF31-58DB-4546-85D0-3BB398B860BE}" type="slidenum">
              <a:rPr lang="en-US" altLang="en-US">
                <a:latin typeface="Times New Roman" panose="02020603050405020304" pitchFamily="18" charset="0"/>
              </a:rPr>
              <a:pPr/>
              <a:t>47</a:t>
            </a:fld>
            <a:endParaRPr lang="en-US" altLang="en-US">
              <a:latin typeface="Times New Roman" panose="02020603050405020304" pitchFamily="18" charset="0"/>
            </a:endParaRPr>
          </a:p>
        </p:txBody>
      </p:sp>
      <p:sp>
        <p:nvSpPr>
          <p:cNvPr id="59396" name="Rectangle 3">
            <a:extLst>
              <a:ext uri="{FF2B5EF4-FFF2-40B4-BE49-F238E27FC236}">
                <a16:creationId xmlns:a16="http://schemas.microsoft.com/office/drawing/2014/main" id="{63D41D51-F7B4-9B48-5C5D-26373657486E}"/>
              </a:ext>
            </a:extLst>
          </p:cNvPr>
          <p:cNvSpPr txBox="1">
            <a:spLocks noChangeArrowheads="1"/>
          </p:cNvSpPr>
          <p:nvPr/>
        </p:nvSpPr>
        <p:spPr bwMode="auto">
          <a:xfrm>
            <a:off x="381000" y="914400"/>
            <a:ext cx="4283075"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class A {</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public:</a:t>
            </a:r>
          </a:p>
          <a:p>
            <a:pPr>
              <a:spcBef>
                <a:spcPct val="20000"/>
              </a:spcBef>
              <a:buClr>
                <a:srgbClr val="35742A"/>
              </a:buClr>
              <a:buSzPct val="65000"/>
            </a:pPr>
            <a:r>
              <a:rPr lang="pt-BR" altLang="en-US" sz="1600" b="1">
                <a:latin typeface="Courier New" panose="02070309020205020404" pitchFamily="49" charset="0"/>
                <a:cs typeface="Courier New" panose="02070309020205020404" pitchFamily="49" charset="0"/>
              </a:rPr>
              <a:t>A(int num): aInt(num)  {</a:t>
            </a:r>
          </a:p>
          <a:p>
            <a:pPr>
              <a:spcBef>
                <a:spcPct val="20000"/>
              </a:spcBef>
              <a:buClr>
                <a:srgbClr val="35742A"/>
              </a:buClr>
              <a:buSzPct val="65000"/>
            </a:pPr>
            <a:r>
              <a:rPr lang="pt-BR" altLang="en-US" sz="1600" b="1">
                <a:latin typeface="Courier New" panose="02070309020205020404" pitchFamily="49" charset="0"/>
                <a:cs typeface="Courier New" panose="02070309020205020404" pitchFamily="49" charset="0"/>
              </a:rPr>
              <a:t>cout &lt;&lt; "A::constructor"&lt;&lt;endl;;}</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~A() {</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  cout &lt;&lt;"A::destructor"&lt;&lt;endl;}</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protected:</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int aInt;</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a:t>
            </a:r>
          </a:p>
          <a:p>
            <a:pPr>
              <a:spcBef>
                <a:spcPct val="20000"/>
              </a:spcBef>
              <a:buClr>
                <a:srgbClr val="35742A"/>
              </a:buClr>
              <a:buSzPct val="65000"/>
            </a:pPr>
            <a:endParaRPr lang="en-US" altLang="en-US" sz="1600" b="1">
              <a:latin typeface="Courier New" panose="02070309020205020404" pitchFamily="49" charset="0"/>
              <a:cs typeface="Courier New" panose="02070309020205020404" pitchFamily="49" charset="0"/>
            </a:endParaRP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class B: public A {</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public:</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B(int numa, int numb)</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 : A(numa), bInt(numb) {</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cout &lt;&lt; "B::constructor"&lt;&lt;endl;}</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~B() {</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  cout &lt;&lt; "B::destructor"&lt;&lt;endl;}</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protected:</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int bInt;</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a:t>
            </a:r>
          </a:p>
        </p:txBody>
      </p:sp>
      <p:sp>
        <p:nvSpPr>
          <p:cNvPr id="59397" name="Rectangle 4">
            <a:extLst>
              <a:ext uri="{FF2B5EF4-FFF2-40B4-BE49-F238E27FC236}">
                <a16:creationId xmlns:a16="http://schemas.microsoft.com/office/drawing/2014/main" id="{30ADA780-C92B-6999-20B0-FD926850C35A}"/>
              </a:ext>
            </a:extLst>
          </p:cNvPr>
          <p:cNvSpPr txBox="1">
            <a:spLocks noChangeArrowheads="1"/>
          </p:cNvSpPr>
          <p:nvPr/>
        </p:nvSpPr>
        <p:spPr bwMode="auto">
          <a:xfrm>
            <a:off x="4648200" y="609600"/>
            <a:ext cx="44196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669925" indent="-325438" eaLnBrk="0" hangingPunct="0">
              <a:defRPr>
                <a:solidFill>
                  <a:schemeClr val="tx1"/>
                </a:solidFill>
                <a:latin typeface="Arial" panose="020B0604020202020204" pitchFamily="34" charset="0"/>
              </a:defRPr>
            </a:lvl2pPr>
            <a:lvl3pPr marL="1022350" indent="-350838"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20000"/>
              </a:spcBef>
              <a:buClr>
                <a:schemeClr val="accent1"/>
              </a:buClr>
              <a:buSzPct val="65000"/>
            </a:pPr>
            <a:endParaRPr lang="en-US" altLang="en-US" sz="800">
              <a:latin typeface="Courier New" panose="02070309020205020404" pitchFamily="49" charset="0"/>
              <a:cs typeface="Courier New" panose="02070309020205020404" pitchFamily="49" charset="0"/>
            </a:endParaRPr>
          </a:p>
          <a:p>
            <a:pPr>
              <a:spcBef>
                <a:spcPct val="20000"/>
              </a:spcBef>
              <a:buClr>
                <a:schemeClr val="accent1"/>
              </a:buClr>
              <a:buSzPct val="65000"/>
            </a:pPr>
            <a:endParaRPr lang="en-US" altLang="en-US" sz="1600" b="1">
              <a:latin typeface="Courier New" panose="02070309020205020404" pitchFamily="49" charset="0"/>
              <a:cs typeface="Courier New" panose="02070309020205020404" pitchFamily="49" charset="0"/>
            </a:endParaRPr>
          </a:p>
          <a:p>
            <a:pPr>
              <a:spcBef>
                <a:spcPct val="20000"/>
              </a:spcBef>
              <a:buClr>
                <a:schemeClr val="accent1"/>
              </a:buClr>
              <a:buSzPct val="65000"/>
            </a:pPr>
            <a:endParaRPr lang="en-US" altLang="en-US" sz="1600" b="1">
              <a:latin typeface="Courier New" panose="02070309020205020404" pitchFamily="49" charset="0"/>
              <a:cs typeface="Courier New" panose="02070309020205020404" pitchFamily="49" charset="0"/>
            </a:endParaRPr>
          </a:p>
          <a:p>
            <a:pPr>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int main (int, char * []){</a:t>
            </a:r>
          </a:p>
          <a:p>
            <a:pPr>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  B b(2, 3);</a:t>
            </a:r>
          </a:p>
          <a:p>
            <a:pPr>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  return 0;</a:t>
            </a:r>
          </a:p>
          <a:p>
            <a:pPr>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a:t>
            </a:r>
          </a:p>
          <a:p>
            <a:pPr>
              <a:spcBef>
                <a:spcPct val="20000"/>
              </a:spcBef>
              <a:buClr>
                <a:schemeClr val="accent1"/>
              </a:buClr>
              <a:buSzPct val="65000"/>
            </a:pPr>
            <a:endParaRPr lang="en-US" altLang="en-US" sz="1600">
              <a:latin typeface="Courier New" panose="02070309020205020404" pitchFamily="49" charset="0"/>
              <a:cs typeface="Courier New" panose="02070309020205020404" pitchFamily="49" charset="0"/>
            </a:endParaRPr>
          </a:p>
          <a:p>
            <a:pPr eaLnBrk="1" hangingPunct="1">
              <a:lnSpc>
                <a:spcPct val="80000"/>
              </a:lnSpc>
              <a:spcBef>
                <a:spcPct val="20000"/>
              </a:spcBef>
              <a:buClr>
                <a:schemeClr val="accent1"/>
              </a:buClr>
              <a:buSzPct val="65000"/>
            </a:pPr>
            <a:r>
              <a:rPr lang="en-US" altLang="en-US" sz="1600">
                <a:latin typeface="Courier New" panose="02070309020205020404" pitchFamily="49" charset="0"/>
                <a:cs typeface="Courier New" panose="02070309020205020404" pitchFamily="49" charset="0"/>
              </a:rPr>
              <a:t>Output:</a:t>
            </a:r>
          </a:p>
          <a:p>
            <a:pPr eaLnBrk="1" hangingPunct="1">
              <a:lnSpc>
                <a:spcPct val="80000"/>
              </a:lnSpc>
              <a:spcBef>
                <a:spcPct val="20000"/>
              </a:spcBef>
              <a:buClr>
                <a:schemeClr val="accent1"/>
              </a:buClr>
              <a:buSzPct val="65000"/>
            </a:pPr>
            <a:endParaRPr lang="en-US" altLang="en-US" sz="1600" b="1">
              <a:latin typeface="Courier New" panose="02070309020205020404" pitchFamily="49" charset="0"/>
              <a:cs typeface="Courier New" panose="02070309020205020404" pitchFamily="49" charset="0"/>
            </a:endParaRP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A::constructor</a:t>
            </a: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B::constructor</a:t>
            </a:r>
            <a:endParaRPr lang="en-US" altLang="en-US" sz="900" b="1">
              <a:latin typeface="Courier New" panose="02070309020205020404" pitchFamily="49" charset="0"/>
              <a:cs typeface="Courier New" panose="02070309020205020404" pitchFamily="49" charset="0"/>
            </a:endParaRP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B::destructor</a:t>
            </a: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A::destructor</a:t>
            </a:r>
          </a:p>
          <a:p>
            <a:pPr eaLnBrk="1" hangingPunct="1">
              <a:lnSpc>
                <a:spcPct val="80000"/>
              </a:lnSpc>
              <a:spcBef>
                <a:spcPct val="20000"/>
              </a:spcBef>
              <a:buClr>
                <a:schemeClr val="accent1"/>
              </a:buClr>
              <a:buSzPct val="65000"/>
            </a:pPr>
            <a:endParaRPr lang="en-US" altLang="en-US" sz="1600">
              <a:cs typeface="Arial" panose="020B0604020202020204" pitchFamily="34" charset="0"/>
            </a:endParaRPr>
          </a:p>
          <a:p>
            <a:pPr lvl="1" eaLnBrk="1" hangingPunct="1">
              <a:lnSpc>
                <a:spcPct val="90000"/>
              </a:lnSpc>
              <a:spcBef>
                <a:spcPct val="20000"/>
              </a:spcBef>
              <a:buClr>
                <a:schemeClr val="accent2"/>
              </a:buClr>
              <a:buSzPct val="60000"/>
              <a:buFont typeface="Wingdings" panose="05000000000000000000" pitchFamily="2" charset="2"/>
              <a:buChar char="q"/>
            </a:pPr>
            <a:r>
              <a:rPr lang="en-US" altLang="en-US" sz="2600">
                <a:ea typeface="MS PGothic" panose="020B0600070205080204" pitchFamily="34" charset="-128"/>
                <a:cs typeface="Arial" panose="020B0604020202020204" pitchFamily="34" charset="0"/>
              </a:rPr>
              <a:t> </a:t>
            </a:r>
            <a:r>
              <a:rPr lang="en-US" altLang="en-US" sz="2400" b="1">
                <a:ea typeface="MS PGothic" panose="020B0600070205080204" pitchFamily="34" charset="-128"/>
                <a:cs typeface="Arial" panose="020B0604020202020204" pitchFamily="34" charset="0"/>
              </a:rPr>
              <a:t>Order of execution </a:t>
            </a:r>
          </a:p>
          <a:p>
            <a:pPr lvl="2" eaLnBrk="1" hangingPunct="1">
              <a:lnSpc>
                <a:spcPct val="90000"/>
              </a:lnSpc>
              <a:spcBef>
                <a:spcPct val="20000"/>
              </a:spcBef>
              <a:buClr>
                <a:schemeClr val="accent1"/>
              </a:buClr>
              <a:buSzPct val="65000"/>
              <a:buFont typeface="Wingdings" panose="05000000000000000000" pitchFamily="2" charset="2"/>
              <a:buChar char="n"/>
            </a:pPr>
            <a:r>
              <a:rPr lang="en-US" altLang="en-US" sz="2000">
                <a:ea typeface="MS PGothic" panose="020B0600070205080204" pitchFamily="34" charset="-128"/>
                <a:cs typeface="Arial" panose="020B0604020202020204" pitchFamily="34" charset="0"/>
              </a:rPr>
              <a:t>constructors: base class first then derived class</a:t>
            </a:r>
          </a:p>
          <a:p>
            <a:pPr lvl="2" eaLnBrk="1" hangingPunct="1">
              <a:lnSpc>
                <a:spcPct val="90000"/>
              </a:lnSpc>
              <a:spcBef>
                <a:spcPct val="20000"/>
              </a:spcBef>
              <a:buClr>
                <a:schemeClr val="accent1"/>
              </a:buClr>
              <a:buSzPct val="65000"/>
              <a:buFont typeface="Wingdings" panose="05000000000000000000" pitchFamily="2" charset="2"/>
              <a:buChar char="n"/>
            </a:pPr>
            <a:r>
              <a:rPr lang="en-US" altLang="en-US" sz="2000">
                <a:ea typeface="MS PGothic" panose="020B0600070205080204" pitchFamily="34" charset="-128"/>
                <a:cs typeface="Arial" panose="020B0604020202020204" pitchFamily="34" charset="0"/>
              </a:rPr>
              <a:t>destructors: reverse of constructors</a:t>
            </a:r>
            <a:endParaRPr lang="en-US" altLang="en-US" sz="2400">
              <a:ea typeface="MS PGothic" panose="020B0600070205080204" pitchFamily="34" charset="-128"/>
              <a:cs typeface="Arial" panose="020B0604020202020204" pitchFamily="34" charset="0"/>
            </a:endParaRPr>
          </a:p>
          <a:p>
            <a:pPr eaLnBrk="1" hangingPunct="1">
              <a:lnSpc>
                <a:spcPct val="80000"/>
              </a:lnSpc>
              <a:spcBef>
                <a:spcPct val="20000"/>
              </a:spcBef>
              <a:buClr>
                <a:schemeClr val="accent1"/>
              </a:buClr>
              <a:buSzPct val="65000"/>
            </a:pPr>
            <a:endParaRPr lang="en-US" altLang="en-US" sz="1600">
              <a:cs typeface="Arial" panose="020B0604020202020204" pitchFamily="34" charset="0"/>
            </a:endParaRPr>
          </a:p>
          <a:p>
            <a:pPr>
              <a:spcBef>
                <a:spcPct val="20000"/>
              </a:spcBef>
              <a:buClr>
                <a:schemeClr val="accent1"/>
              </a:buClr>
              <a:buSzPct val="65000"/>
            </a:pPr>
            <a:endParaRPr lang="en-US" altLang="en-US" sz="1600">
              <a:latin typeface="Courier New" panose="02070309020205020404" pitchFamily="49" charset="0"/>
              <a:cs typeface="Courier New" panose="02070309020205020404" pitchFamily="49" charset="0"/>
            </a:endParaRPr>
          </a:p>
          <a:p>
            <a:pPr eaLnBrk="1" hangingPunct="1">
              <a:lnSpc>
                <a:spcPct val="80000"/>
              </a:lnSpc>
              <a:spcBef>
                <a:spcPct val="20000"/>
              </a:spcBef>
              <a:buClr>
                <a:schemeClr val="accent1"/>
              </a:buClr>
              <a:buSzPct val="65000"/>
            </a:pPr>
            <a:endParaRPr lang="en-US" altLang="en-US" sz="2000">
              <a:cs typeface="Arial" panose="020B0604020202020204" pitchFamily="34" charset="0"/>
            </a:endParaRPr>
          </a:p>
          <a:p>
            <a:pPr eaLnBrk="1" hangingPunct="1">
              <a:lnSpc>
                <a:spcPct val="80000"/>
              </a:lnSpc>
              <a:spcBef>
                <a:spcPct val="20000"/>
              </a:spcBef>
              <a:buClr>
                <a:schemeClr val="accent1"/>
              </a:buClr>
              <a:buSzPct val="65000"/>
            </a:pPr>
            <a:endParaRPr lang="en-US" altLang="en-US" sz="2000">
              <a:cs typeface="Arial" panose="020B0604020202020204" pitchFamily="34" charset="0"/>
            </a:endParaRPr>
          </a:p>
          <a:p>
            <a:pPr eaLnBrk="1" hangingPunct="1">
              <a:lnSpc>
                <a:spcPct val="80000"/>
              </a:lnSpc>
              <a:spcBef>
                <a:spcPct val="20000"/>
              </a:spcBef>
              <a:buClr>
                <a:schemeClr val="accent1"/>
              </a:buClr>
              <a:buSzPct val="65000"/>
            </a:pPr>
            <a:endParaRPr lang="en-US" altLang="en-US" sz="2000">
              <a:cs typeface="Arial" panose="020B0604020202020204" pitchFamily="34" charset="0"/>
            </a:endParaRPr>
          </a:p>
        </p:txBody>
      </p:sp>
      <p:sp>
        <p:nvSpPr>
          <p:cNvPr id="7" name="Rounded Rectangle 6">
            <a:extLst>
              <a:ext uri="{FF2B5EF4-FFF2-40B4-BE49-F238E27FC236}">
                <a16:creationId xmlns:a16="http://schemas.microsoft.com/office/drawing/2014/main" id="{754E6647-6D58-FEB3-BACA-B5EAC20FCF8F}"/>
              </a:ext>
            </a:extLst>
          </p:cNvPr>
          <p:cNvSpPr/>
          <p:nvPr/>
        </p:nvSpPr>
        <p:spPr>
          <a:xfrm>
            <a:off x="7315200" y="2362200"/>
            <a:ext cx="914400" cy="457200"/>
          </a:xfrm>
          <a:prstGeom prst="roundRect">
            <a:avLst>
              <a:gd name="adj" fmla="val 500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latin typeface="Courier New" panose="02070309020205020404" pitchFamily="49" charset="0"/>
                <a:cs typeface="Courier New" panose="02070309020205020404" pitchFamily="49" charset="0"/>
              </a:rPr>
              <a:t>A</a:t>
            </a:r>
          </a:p>
        </p:txBody>
      </p:sp>
      <p:sp>
        <p:nvSpPr>
          <p:cNvPr id="8" name="Rounded Rectangle 7">
            <a:extLst>
              <a:ext uri="{FF2B5EF4-FFF2-40B4-BE49-F238E27FC236}">
                <a16:creationId xmlns:a16="http://schemas.microsoft.com/office/drawing/2014/main" id="{8C65A830-954E-15D8-FAE7-FC4B7F2970D4}"/>
              </a:ext>
            </a:extLst>
          </p:cNvPr>
          <p:cNvSpPr/>
          <p:nvPr/>
        </p:nvSpPr>
        <p:spPr>
          <a:xfrm>
            <a:off x="7315200" y="3505200"/>
            <a:ext cx="914400" cy="457200"/>
          </a:xfrm>
          <a:prstGeom prst="roundRect">
            <a:avLst>
              <a:gd name="adj" fmla="val 500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latin typeface="Courier New" panose="02070309020205020404" pitchFamily="49" charset="0"/>
                <a:cs typeface="Courier New" panose="02070309020205020404" pitchFamily="49" charset="0"/>
              </a:rPr>
              <a:t>B</a:t>
            </a:r>
          </a:p>
        </p:txBody>
      </p:sp>
      <p:cxnSp>
        <p:nvCxnSpPr>
          <p:cNvPr id="9" name="Straight Arrow Connector 8">
            <a:extLst>
              <a:ext uri="{FF2B5EF4-FFF2-40B4-BE49-F238E27FC236}">
                <a16:creationId xmlns:a16="http://schemas.microsoft.com/office/drawing/2014/main" id="{666205AC-F214-C2FE-6651-264C00464988}"/>
              </a:ext>
            </a:extLst>
          </p:cNvPr>
          <p:cNvCxnSpPr>
            <a:cxnSpLocks noChangeShapeType="1"/>
            <a:stCxn id="7" idx="2"/>
            <a:endCxn id="8" idx="0"/>
          </p:cNvCxnSpPr>
          <p:nvPr/>
        </p:nvCxnSpPr>
        <p:spPr bwMode="auto">
          <a:xfrm>
            <a:off x="7772400" y="2819400"/>
            <a:ext cx="0" cy="685800"/>
          </a:xfrm>
          <a:prstGeom prst="straightConnector1">
            <a:avLst/>
          </a:prstGeom>
          <a:noFill/>
          <a:ln w="25400">
            <a:solidFill>
              <a:srgbClr val="00B0F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C21E465F-6889-E597-BA5C-39C6E839EB2F}"/>
              </a:ext>
            </a:extLst>
          </p:cNvPr>
          <p:cNvSpPr>
            <a:spLocks noGrp="1"/>
          </p:cNvSpPr>
          <p:nvPr>
            <p:ph type="title"/>
          </p:nvPr>
        </p:nvSpPr>
        <p:spPr/>
        <p:txBody>
          <a:bodyPr/>
          <a:lstStyle/>
          <a:p>
            <a:r>
              <a:rPr lang="en-US" altLang="en-US" sz="4400">
                <a:latin typeface="Arial" panose="020B0604020202020204" pitchFamily="34" charset="0"/>
                <a:cs typeface="Arial" panose="020B0604020202020204" pitchFamily="34" charset="0"/>
              </a:rPr>
              <a:t>Single Inheritance – Contd.</a:t>
            </a:r>
            <a:endParaRPr lang="en-IN" altLang="en-US"/>
          </a:p>
        </p:txBody>
      </p:sp>
      <p:sp>
        <p:nvSpPr>
          <p:cNvPr id="60419" name="Slide Number Placeholder 3">
            <a:extLst>
              <a:ext uri="{FF2B5EF4-FFF2-40B4-BE49-F238E27FC236}">
                <a16:creationId xmlns:a16="http://schemas.microsoft.com/office/drawing/2014/main" id="{42D5039C-B93C-F599-4037-3B4BFF02C7D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79CF565-4316-4352-8D0D-83AF765166E8}" type="slidenum">
              <a:rPr lang="en-US" altLang="en-US">
                <a:latin typeface="Times New Roman" panose="02020603050405020304" pitchFamily="18" charset="0"/>
              </a:rPr>
              <a:pPr/>
              <a:t>48</a:t>
            </a:fld>
            <a:endParaRPr lang="en-US" altLang="en-US">
              <a:latin typeface="Times New Roman" panose="02020603050405020304" pitchFamily="18" charset="0"/>
            </a:endParaRPr>
          </a:p>
        </p:txBody>
      </p:sp>
      <p:sp>
        <p:nvSpPr>
          <p:cNvPr id="60420" name="Rectangle 3">
            <a:extLst>
              <a:ext uri="{FF2B5EF4-FFF2-40B4-BE49-F238E27FC236}">
                <a16:creationId xmlns:a16="http://schemas.microsoft.com/office/drawing/2014/main" id="{03042682-9CDB-681E-E6FA-D365E4AC4625}"/>
              </a:ext>
            </a:extLst>
          </p:cNvPr>
          <p:cNvSpPr txBox="1">
            <a:spLocks noChangeArrowheads="1"/>
          </p:cNvSpPr>
          <p:nvPr/>
        </p:nvSpPr>
        <p:spPr bwMode="auto">
          <a:xfrm>
            <a:off x="381000" y="1219200"/>
            <a:ext cx="45720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20000"/>
              </a:spcBef>
              <a:buClr>
                <a:srgbClr val="35742A"/>
              </a:buClr>
              <a:buSzPct val="65000"/>
            </a:pPr>
            <a:r>
              <a:rPr lang="en-US" altLang="en-US" sz="1600">
                <a:latin typeface="Courier New" panose="02070309020205020404" pitchFamily="49" charset="0"/>
                <a:cs typeface="Courier New" panose="02070309020205020404" pitchFamily="49" charset="0"/>
              </a:rPr>
              <a:t>// A and B are as declared</a:t>
            </a:r>
          </a:p>
          <a:p>
            <a:pPr>
              <a:spcBef>
                <a:spcPct val="20000"/>
              </a:spcBef>
              <a:buClr>
                <a:srgbClr val="35742A"/>
              </a:buClr>
              <a:buSzPct val="65000"/>
            </a:pPr>
            <a:r>
              <a:rPr lang="en-US" altLang="en-US" sz="1600">
                <a:latin typeface="Courier New" panose="02070309020205020404" pitchFamily="49" charset="0"/>
                <a:cs typeface="Courier New" panose="02070309020205020404" pitchFamily="49" charset="0"/>
              </a:rPr>
              <a:t>// in the previous slide</a:t>
            </a:r>
          </a:p>
          <a:p>
            <a:pPr>
              <a:spcBef>
                <a:spcPct val="20000"/>
              </a:spcBef>
              <a:buClr>
                <a:srgbClr val="35742A"/>
              </a:buClr>
              <a:buSzPct val="65000"/>
            </a:pPr>
            <a:endParaRPr lang="en-US" altLang="en-US" sz="1600">
              <a:latin typeface="Courier New" panose="02070309020205020404" pitchFamily="49" charset="0"/>
              <a:cs typeface="Courier New" panose="02070309020205020404" pitchFamily="49" charset="0"/>
            </a:endParaRPr>
          </a:p>
          <a:p>
            <a:pPr>
              <a:spcBef>
                <a:spcPct val="20000"/>
              </a:spcBef>
              <a:buClr>
                <a:srgbClr val="35742A"/>
              </a:buClr>
              <a:buSzPct val="65000"/>
            </a:pPr>
            <a:r>
              <a:rPr lang="en-US" altLang="en-US" sz="1600" b="1">
                <a:solidFill>
                  <a:srgbClr val="C00000"/>
                </a:solidFill>
                <a:latin typeface="Courier New" panose="02070309020205020404" pitchFamily="49" charset="0"/>
                <a:cs typeface="Courier New" panose="02070309020205020404" pitchFamily="49" charset="0"/>
              </a:rPr>
              <a:t>class C: public B {</a:t>
            </a:r>
          </a:p>
          <a:p>
            <a:pPr>
              <a:spcBef>
                <a:spcPct val="20000"/>
              </a:spcBef>
              <a:buClr>
                <a:srgbClr val="35742A"/>
              </a:buClr>
              <a:buSzPct val="65000"/>
            </a:pPr>
            <a:r>
              <a:rPr lang="en-US" altLang="en-US" sz="1600">
                <a:latin typeface="Courier New" panose="02070309020205020404" pitchFamily="49" charset="0"/>
                <a:cs typeface="Courier New" panose="02070309020205020404" pitchFamily="49" charset="0"/>
              </a:rPr>
              <a:t>public:</a:t>
            </a:r>
          </a:p>
          <a:p>
            <a:pPr>
              <a:spcBef>
                <a:spcPct val="20000"/>
              </a:spcBef>
              <a:buClr>
                <a:srgbClr val="35742A"/>
              </a:buClr>
              <a:buSzPct val="65000"/>
            </a:pPr>
            <a:r>
              <a:rPr lang="en-US" altLang="en-US" sz="1600">
                <a:latin typeface="Courier New" panose="02070309020205020404" pitchFamily="49" charset="0"/>
                <a:cs typeface="Courier New" panose="02070309020205020404" pitchFamily="49" charset="0"/>
              </a:rPr>
              <a:t>C(int numa, int numb, string s )</a:t>
            </a:r>
          </a:p>
          <a:p>
            <a:pPr>
              <a:spcBef>
                <a:spcPct val="20000"/>
              </a:spcBef>
              <a:buClr>
                <a:srgbClr val="35742A"/>
              </a:buClr>
              <a:buSzPct val="65000"/>
            </a:pPr>
            <a:r>
              <a:rPr lang="en-US" altLang="en-US" sz="1600">
                <a:latin typeface="Courier New" panose="02070309020205020404" pitchFamily="49" charset="0"/>
                <a:cs typeface="Courier New" panose="02070309020205020404" pitchFamily="49" charset="0"/>
              </a:rPr>
              <a:t>: B(numa, numb), cStr(s) {</a:t>
            </a:r>
          </a:p>
          <a:p>
            <a:pPr>
              <a:spcBef>
                <a:spcPct val="20000"/>
              </a:spcBef>
              <a:buClr>
                <a:srgbClr val="35742A"/>
              </a:buClr>
              <a:buSzPct val="65000"/>
            </a:pPr>
            <a:r>
              <a:rPr lang="en-US" altLang="en-US" sz="1600">
                <a:latin typeface="Courier New" panose="02070309020205020404" pitchFamily="49" charset="0"/>
                <a:cs typeface="Courier New" panose="02070309020205020404" pitchFamily="49" charset="0"/>
              </a:rPr>
              <a:t>  cout &lt;&lt; "C::constructor"&lt;&lt;endl;}</a:t>
            </a:r>
          </a:p>
          <a:p>
            <a:pPr>
              <a:spcBef>
                <a:spcPct val="20000"/>
              </a:spcBef>
              <a:buClr>
                <a:srgbClr val="35742A"/>
              </a:buClr>
              <a:buSzPct val="65000"/>
            </a:pPr>
            <a:r>
              <a:rPr lang="fr-FR" altLang="en-US" sz="1600">
                <a:latin typeface="Courier New" panose="02070309020205020404" pitchFamily="49" charset="0"/>
                <a:cs typeface="Courier New" panose="02070309020205020404" pitchFamily="49" charset="0"/>
              </a:rPr>
              <a:t>~C() {</a:t>
            </a:r>
          </a:p>
          <a:p>
            <a:pPr>
              <a:spcBef>
                <a:spcPct val="20000"/>
              </a:spcBef>
              <a:buClr>
                <a:srgbClr val="35742A"/>
              </a:buClr>
              <a:buSzPct val="65000"/>
            </a:pPr>
            <a:r>
              <a:rPr lang="fr-FR" altLang="en-US" sz="1600">
                <a:latin typeface="Courier New" panose="02070309020205020404" pitchFamily="49" charset="0"/>
                <a:cs typeface="Courier New" panose="02070309020205020404" pitchFamily="49" charset="0"/>
              </a:rPr>
              <a:t>  cout &lt;&lt; "C::destructor"&lt;&lt;endl;}</a:t>
            </a:r>
          </a:p>
          <a:p>
            <a:pPr>
              <a:spcBef>
                <a:spcPct val="20000"/>
              </a:spcBef>
              <a:buClr>
                <a:srgbClr val="35742A"/>
              </a:buClr>
              <a:buSzPct val="65000"/>
            </a:pPr>
            <a:r>
              <a:rPr lang="en-US" altLang="en-US" sz="1600">
                <a:latin typeface="Courier New" panose="02070309020205020404" pitchFamily="49" charset="0"/>
                <a:cs typeface="Courier New" panose="02070309020205020404" pitchFamily="49" charset="0"/>
              </a:rPr>
              <a:t>protected:</a:t>
            </a:r>
          </a:p>
          <a:p>
            <a:pPr>
              <a:spcBef>
                <a:spcPct val="20000"/>
              </a:spcBef>
              <a:buClr>
                <a:srgbClr val="35742A"/>
              </a:buClr>
              <a:buSzPct val="65000"/>
            </a:pPr>
            <a:r>
              <a:rPr lang="en-US" altLang="en-US" sz="1600">
                <a:latin typeface="Courier New" panose="02070309020205020404" pitchFamily="49" charset="0"/>
                <a:cs typeface="Courier New" panose="02070309020205020404" pitchFamily="49" charset="0"/>
              </a:rPr>
              <a:t>  string cStr;  </a:t>
            </a:r>
          </a:p>
          <a:p>
            <a:pPr>
              <a:spcBef>
                <a:spcPct val="20000"/>
              </a:spcBef>
              <a:buClr>
                <a:srgbClr val="35742A"/>
              </a:buClr>
              <a:buSzPct val="65000"/>
            </a:pPr>
            <a:r>
              <a:rPr lang="en-US" altLang="en-US" sz="1600">
                <a:latin typeface="Courier New" panose="02070309020205020404" pitchFamily="49" charset="0"/>
                <a:cs typeface="Courier New" panose="02070309020205020404" pitchFamily="49" charset="0"/>
              </a:rPr>
              <a:t>};</a:t>
            </a:r>
          </a:p>
          <a:p>
            <a:pPr>
              <a:spcBef>
                <a:spcPct val="20000"/>
              </a:spcBef>
              <a:buClr>
                <a:srgbClr val="35742A"/>
              </a:buClr>
              <a:buSzPct val="65000"/>
            </a:pPr>
            <a:endParaRPr lang="en-US" altLang="en-US" sz="1600">
              <a:latin typeface="Courier New" panose="02070309020205020404" pitchFamily="49" charset="0"/>
              <a:cs typeface="Courier New" panose="02070309020205020404" pitchFamily="49" charset="0"/>
            </a:endParaRPr>
          </a:p>
          <a:p>
            <a:pPr>
              <a:spcBef>
                <a:spcPct val="20000"/>
              </a:spcBef>
              <a:buClr>
                <a:srgbClr val="35742A"/>
              </a:buClr>
              <a:buSzPct val="65000"/>
            </a:pPr>
            <a:r>
              <a:rPr lang="en-US" altLang="en-US" sz="1600">
                <a:latin typeface="Courier New" panose="02070309020205020404" pitchFamily="49" charset="0"/>
                <a:cs typeface="Courier New" panose="02070309020205020404" pitchFamily="49" charset="0"/>
              </a:rPr>
              <a:t>int main () {</a:t>
            </a:r>
          </a:p>
          <a:p>
            <a:pPr>
              <a:spcBef>
                <a:spcPct val="20000"/>
              </a:spcBef>
              <a:buClr>
                <a:srgbClr val="35742A"/>
              </a:buClr>
              <a:buSzPct val="65000"/>
            </a:pPr>
            <a:r>
              <a:rPr lang="en-US" altLang="en-US" sz="1600">
                <a:latin typeface="Courier New" panose="02070309020205020404" pitchFamily="49" charset="0"/>
                <a:cs typeface="Courier New" panose="02070309020205020404" pitchFamily="49" charset="0"/>
              </a:rPr>
              <a:t>  C c(4, 7, "hello");</a:t>
            </a:r>
          </a:p>
          <a:p>
            <a:pPr>
              <a:spcBef>
                <a:spcPct val="20000"/>
              </a:spcBef>
              <a:buClr>
                <a:srgbClr val="35742A"/>
              </a:buClr>
              <a:buSzPct val="65000"/>
            </a:pPr>
            <a:r>
              <a:rPr lang="en-US" altLang="en-US" sz="1600">
                <a:latin typeface="Courier New" panose="02070309020205020404" pitchFamily="49" charset="0"/>
                <a:cs typeface="Courier New" panose="02070309020205020404" pitchFamily="49" charset="0"/>
              </a:rPr>
              <a:t>  return 0;</a:t>
            </a:r>
          </a:p>
          <a:p>
            <a:pPr>
              <a:spcBef>
                <a:spcPct val="20000"/>
              </a:spcBef>
              <a:buClr>
                <a:srgbClr val="35742A"/>
              </a:buClr>
              <a:buSzPct val="65000"/>
            </a:pPr>
            <a:r>
              <a:rPr lang="en-US" altLang="en-US" sz="1600">
                <a:latin typeface="Courier New" panose="02070309020205020404" pitchFamily="49" charset="0"/>
                <a:cs typeface="Courier New" panose="02070309020205020404" pitchFamily="49" charset="0"/>
              </a:rPr>
              <a:t>}</a:t>
            </a:r>
          </a:p>
        </p:txBody>
      </p:sp>
      <p:sp>
        <p:nvSpPr>
          <p:cNvPr id="60421" name="Rectangle 4">
            <a:extLst>
              <a:ext uri="{FF2B5EF4-FFF2-40B4-BE49-F238E27FC236}">
                <a16:creationId xmlns:a16="http://schemas.microsoft.com/office/drawing/2014/main" id="{7D0791CF-8CDA-74BC-1A1B-382E766AAC30}"/>
              </a:ext>
            </a:extLst>
          </p:cNvPr>
          <p:cNvSpPr txBox="1">
            <a:spLocks noChangeArrowheads="1"/>
          </p:cNvSpPr>
          <p:nvPr/>
        </p:nvSpPr>
        <p:spPr bwMode="auto">
          <a:xfrm>
            <a:off x="5029200" y="1295400"/>
            <a:ext cx="40386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80000"/>
              </a:lnSpc>
              <a:spcBef>
                <a:spcPct val="20000"/>
              </a:spcBef>
              <a:buClr>
                <a:schemeClr val="accent1"/>
              </a:buClr>
              <a:buSzPct val="65000"/>
            </a:pPr>
            <a:r>
              <a:rPr lang="en-US" altLang="en-US" sz="2000" b="1">
                <a:latin typeface="Courier New" panose="02070309020205020404" pitchFamily="49" charset="0"/>
                <a:cs typeface="Courier New" panose="02070309020205020404" pitchFamily="49" charset="0"/>
              </a:rPr>
              <a:t>Output:</a:t>
            </a:r>
          </a:p>
          <a:p>
            <a:pPr eaLnBrk="1" hangingPunct="1">
              <a:lnSpc>
                <a:spcPct val="80000"/>
              </a:lnSpc>
              <a:spcBef>
                <a:spcPct val="20000"/>
              </a:spcBef>
              <a:buClr>
                <a:schemeClr val="accent1"/>
              </a:buClr>
              <a:buSzPct val="65000"/>
            </a:pPr>
            <a:endParaRPr lang="en-US" altLang="en-US" sz="2000">
              <a:latin typeface="Courier New" panose="02070309020205020404" pitchFamily="49" charset="0"/>
              <a:cs typeface="Courier New" panose="02070309020205020404" pitchFamily="49" charset="0"/>
            </a:endParaRPr>
          </a:p>
          <a:p>
            <a:pPr eaLnBrk="1" hangingPunct="1">
              <a:lnSpc>
                <a:spcPct val="80000"/>
              </a:lnSpc>
              <a:spcBef>
                <a:spcPct val="20000"/>
              </a:spcBef>
              <a:buClr>
                <a:schemeClr val="accent1"/>
              </a:buClr>
              <a:buSzPct val="65000"/>
            </a:pPr>
            <a:r>
              <a:rPr lang="en-US" altLang="en-US" sz="2000">
                <a:latin typeface="Courier New" panose="02070309020205020404" pitchFamily="49" charset="0"/>
                <a:cs typeface="Courier New" panose="02070309020205020404" pitchFamily="49" charset="0"/>
              </a:rPr>
              <a:t>A::constructor</a:t>
            </a:r>
          </a:p>
          <a:p>
            <a:pPr eaLnBrk="1" hangingPunct="1">
              <a:lnSpc>
                <a:spcPct val="80000"/>
              </a:lnSpc>
              <a:spcBef>
                <a:spcPct val="20000"/>
              </a:spcBef>
              <a:buClr>
                <a:schemeClr val="accent1"/>
              </a:buClr>
              <a:buSzPct val="65000"/>
            </a:pPr>
            <a:r>
              <a:rPr lang="en-US" altLang="en-US" sz="2000">
                <a:latin typeface="Courier New" panose="02070309020205020404" pitchFamily="49" charset="0"/>
                <a:cs typeface="Courier New" panose="02070309020205020404" pitchFamily="49" charset="0"/>
              </a:rPr>
              <a:t>B::constructor</a:t>
            </a:r>
          </a:p>
          <a:p>
            <a:pPr eaLnBrk="1" hangingPunct="1">
              <a:lnSpc>
                <a:spcPct val="80000"/>
              </a:lnSpc>
              <a:spcBef>
                <a:spcPct val="20000"/>
              </a:spcBef>
              <a:buClr>
                <a:schemeClr val="accent1"/>
              </a:buClr>
              <a:buSzPct val="65000"/>
            </a:pPr>
            <a:r>
              <a:rPr lang="en-US" altLang="en-US" sz="2000">
                <a:latin typeface="Courier New" panose="02070309020205020404" pitchFamily="49" charset="0"/>
                <a:cs typeface="Courier New" panose="02070309020205020404" pitchFamily="49" charset="0"/>
              </a:rPr>
              <a:t>C::constructor</a:t>
            </a:r>
          </a:p>
          <a:p>
            <a:pPr eaLnBrk="1" hangingPunct="1">
              <a:lnSpc>
                <a:spcPct val="80000"/>
              </a:lnSpc>
              <a:spcBef>
                <a:spcPct val="20000"/>
              </a:spcBef>
              <a:buClr>
                <a:schemeClr val="accent1"/>
              </a:buClr>
              <a:buSzPct val="65000"/>
            </a:pPr>
            <a:r>
              <a:rPr lang="en-US" altLang="en-US" sz="2000">
                <a:latin typeface="Courier New" panose="02070309020205020404" pitchFamily="49" charset="0"/>
                <a:cs typeface="Courier New" panose="02070309020205020404" pitchFamily="49" charset="0"/>
              </a:rPr>
              <a:t>C::destructor</a:t>
            </a:r>
          </a:p>
          <a:p>
            <a:pPr eaLnBrk="1" hangingPunct="1">
              <a:lnSpc>
                <a:spcPct val="80000"/>
              </a:lnSpc>
              <a:spcBef>
                <a:spcPct val="20000"/>
              </a:spcBef>
              <a:buClr>
                <a:schemeClr val="accent1"/>
              </a:buClr>
              <a:buSzPct val="65000"/>
            </a:pPr>
            <a:r>
              <a:rPr lang="en-US" altLang="en-US" sz="2000">
                <a:latin typeface="Courier New" panose="02070309020205020404" pitchFamily="49" charset="0"/>
                <a:cs typeface="Courier New" panose="02070309020205020404" pitchFamily="49" charset="0"/>
              </a:rPr>
              <a:t>B::destructor</a:t>
            </a:r>
          </a:p>
          <a:p>
            <a:pPr eaLnBrk="1" hangingPunct="1">
              <a:lnSpc>
                <a:spcPct val="80000"/>
              </a:lnSpc>
              <a:spcBef>
                <a:spcPct val="20000"/>
              </a:spcBef>
              <a:buClr>
                <a:schemeClr val="accent1"/>
              </a:buClr>
              <a:buSzPct val="65000"/>
            </a:pPr>
            <a:r>
              <a:rPr lang="en-US" altLang="en-US" sz="2000">
                <a:latin typeface="Courier New" panose="02070309020205020404" pitchFamily="49" charset="0"/>
                <a:cs typeface="Courier New" panose="02070309020205020404" pitchFamily="49" charset="0"/>
              </a:rPr>
              <a:t>A::destructor</a:t>
            </a:r>
          </a:p>
          <a:p>
            <a:pPr eaLnBrk="1" hangingPunct="1">
              <a:lnSpc>
                <a:spcPct val="80000"/>
              </a:lnSpc>
              <a:spcBef>
                <a:spcPct val="20000"/>
              </a:spcBef>
              <a:buClr>
                <a:schemeClr val="accent1"/>
              </a:buClr>
              <a:buSzPct val="65000"/>
            </a:pPr>
            <a:endParaRPr lang="en-US" altLang="en-US" sz="2000">
              <a:cs typeface="Arial" panose="020B0604020202020204" pitchFamily="34" charset="0"/>
            </a:endParaRPr>
          </a:p>
          <a:p>
            <a:pPr eaLnBrk="1" hangingPunct="1">
              <a:lnSpc>
                <a:spcPct val="80000"/>
              </a:lnSpc>
              <a:spcBef>
                <a:spcPct val="20000"/>
              </a:spcBef>
              <a:buClr>
                <a:schemeClr val="accent1"/>
              </a:buClr>
              <a:buSzPct val="65000"/>
            </a:pPr>
            <a:endParaRPr lang="en-US" altLang="en-US" sz="2000">
              <a:cs typeface="Arial" panose="020B0604020202020204" pitchFamily="34" charset="0"/>
            </a:endParaRPr>
          </a:p>
        </p:txBody>
      </p:sp>
      <p:sp>
        <p:nvSpPr>
          <p:cNvPr id="7" name="Rounded Rectangle 6">
            <a:extLst>
              <a:ext uri="{FF2B5EF4-FFF2-40B4-BE49-F238E27FC236}">
                <a16:creationId xmlns:a16="http://schemas.microsoft.com/office/drawing/2014/main" id="{08399CD3-6BA1-5AD4-EBDF-59B741FB3925}"/>
              </a:ext>
            </a:extLst>
          </p:cNvPr>
          <p:cNvSpPr/>
          <p:nvPr/>
        </p:nvSpPr>
        <p:spPr>
          <a:xfrm>
            <a:off x="7696200" y="3048000"/>
            <a:ext cx="914400" cy="457200"/>
          </a:xfrm>
          <a:prstGeom prst="roundRect">
            <a:avLst>
              <a:gd name="adj" fmla="val 500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ourier New" panose="02070309020205020404" pitchFamily="49" charset="0"/>
                <a:cs typeface="Courier New" panose="02070309020205020404" pitchFamily="49" charset="0"/>
              </a:rPr>
              <a:t>A</a:t>
            </a:r>
          </a:p>
        </p:txBody>
      </p:sp>
      <p:sp>
        <p:nvSpPr>
          <p:cNvPr id="8" name="Rounded Rectangle 7">
            <a:extLst>
              <a:ext uri="{FF2B5EF4-FFF2-40B4-BE49-F238E27FC236}">
                <a16:creationId xmlns:a16="http://schemas.microsoft.com/office/drawing/2014/main" id="{21FFD801-1B58-8874-AECA-8C7A0881C212}"/>
              </a:ext>
            </a:extLst>
          </p:cNvPr>
          <p:cNvSpPr/>
          <p:nvPr/>
        </p:nvSpPr>
        <p:spPr>
          <a:xfrm>
            <a:off x="7696200" y="4191000"/>
            <a:ext cx="914400" cy="457200"/>
          </a:xfrm>
          <a:prstGeom prst="roundRect">
            <a:avLst>
              <a:gd name="adj" fmla="val 500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ourier New" panose="02070309020205020404" pitchFamily="49" charset="0"/>
                <a:cs typeface="Courier New" panose="02070309020205020404" pitchFamily="49" charset="0"/>
              </a:rPr>
              <a:t>B</a:t>
            </a:r>
          </a:p>
        </p:txBody>
      </p:sp>
      <p:cxnSp>
        <p:nvCxnSpPr>
          <p:cNvPr id="9" name="Straight Arrow Connector 8">
            <a:extLst>
              <a:ext uri="{FF2B5EF4-FFF2-40B4-BE49-F238E27FC236}">
                <a16:creationId xmlns:a16="http://schemas.microsoft.com/office/drawing/2014/main" id="{66D8BC57-8073-C53E-56F5-9DABF49EA739}"/>
              </a:ext>
            </a:extLst>
          </p:cNvPr>
          <p:cNvCxnSpPr>
            <a:cxnSpLocks noChangeShapeType="1"/>
          </p:cNvCxnSpPr>
          <p:nvPr/>
        </p:nvCxnSpPr>
        <p:spPr bwMode="auto">
          <a:xfrm>
            <a:off x="8153400" y="3505200"/>
            <a:ext cx="0" cy="685800"/>
          </a:xfrm>
          <a:prstGeom prst="straightConnector1">
            <a:avLst/>
          </a:prstGeom>
          <a:noFill/>
          <a:ln w="25400">
            <a:solidFill>
              <a:srgbClr val="00B0F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0" name="Rounded Rectangle 9">
            <a:extLst>
              <a:ext uri="{FF2B5EF4-FFF2-40B4-BE49-F238E27FC236}">
                <a16:creationId xmlns:a16="http://schemas.microsoft.com/office/drawing/2014/main" id="{817A77FF-92CC-6AA8-86BE-70B10A1D001F}"/>
              </a:ext>
            </a:extLst>
          </p:cNvPr>
          <p:cNvSpPr/>
          <p:nvPr/>
        </p:nvSpPr>
        <p:spPr>
          <a:xfrm>
            <a:off x="7696200" y="5334000"/>
            <a:ext cx="914400" cy="457200"/>
          </a:xfrm>
          <a:prstGeom prst="roundRect">
            <a:avLst>
              <a:gd name="adj" fmla="val 500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ourier New" panose="02070309020205020404" pitchFamily="49" charset="0"/>
                <a:cs typeface="Courier New" panose="02070309020205020404" pitchFamily="49" charset="0"/>
              </a:rPr>
              <a:t>C</a:t>
            </a:r>
          </a:p>
        </p:txBody>
      </p:sp>
      <p:cxnSp>
        <p:nvCxnSpPr>
          <p:cNvPr id="11" name="Straight Arrow Connector 10">
            <a:extLst>
              <a:ext uri="{FF2B5EF4-FFF2-40B4-BE49-F238E27FC236}">
                <a16:creationId xmlns:a16="http://schemas.microsoft.com/office/drawing/2014/main" id="{6A51935A-D809-774F-CE70-80F4BD6F9A05}"/>
              </a:ext>
            </a:extLst>
          </p:cNvPr>
          <p:cNvCxnSpPr>
            <a:cxnSpLocks noChangeShapeType="1"/>
          </p:cNvCxnSpPr>
          <p:nvPr/>
        </p:nvCxnSpPr>
        <p:spPr bwMode="auto">
          <a:xfrm>
            <a:off x="8169275" y="4648200"/>
            <a:ext cx="0" cy="685800"/>
          </a:xfrm>
          <a:prstGeom prst="straightConnector1">
            <a:avLst/>
          </a:prstGeom>
          <a:noFill/>
          <a:ln w="25400">
            <a:solidFill>
              <a:srgbClr val="00B0F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5CD7EFCE-CCFA-132C-EEEE-5819ABAA442D}"/>
              </a:ext>
            </a:extLst>
          </p:cNvPr>
          <p:cNvSpPr>
            <a:spLocks noGrp="1"/>
          </p:cNvSpPr>
          <p:nvPr>
            <p:ph type="title"/>
          </p:nvPr>
        </p:nvSpPr>
        <p:spPr/>
        <p:txBody>
          <a:bodyPr/>
          <a:lstStyle/>
          <a:p>
            <a:r>
              <a:rPr lang="en-US" altLang="en-US" sz="4000">
                <a:latin typeface="Arial" panose="020B0604020202020204" pitchFamily="34" charset="0"/>
                <a:cs typeface="Arial" panose="020B0604020202020204" pitchFamily="34" charset="0"/>
              </a:rPr>
              <a:t>Multiple Inheritance</a:t>
            </a:r>
            <a:endParaRPr lang="en-IN" altLang="en-US" sz="4000"/>
          </a:p>
        </p:txBody>
      </p:sp>
      <p:sp>
        <p:nvSpPr>
          <p:cNvPr id="61443" name="Slide Number Placeholder 3">
            <a:extLst>
              <a:ext uri="{FF2B5EF4-FFF2-40B4-BE49-F238E27FC236}">
                <a16:creationId xmlns:a16="http://schemas.microsoft.com/office/drawing/2014/main" id="{9AE26D2C-8084-5CDE-936D-6EE3B281CF2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5309E7C-90C6-431E-A040-DB416650FE78}" type="slidenum">
              <a:rPr lang="en-US" altLang="en-US">
                <a:latin typeface="Times New Roman" panose="02020603050405020304" pitchFamily="18" charset="0"/>
              </a:rPr>
              <a:pPr/>
              <a:t>49</a:t>
            </a:fld>
            <a:endParaRPr lang="en-US" altLang="en-US">
              <a:latin typeface="Times New Roman" panose="02020603050405020304" pitchFamily="18" charset="0"/>
            </a:endParaRPr>
          </a:p>
        </p:txBody>
      </p:sp>
      <p:sp>
        <p:nvSpPr>
          <p:cNvPr id="61444" name="Rectangle 3">
            <a:extLst>
              <a:ext uri="{FF2B5EF4-FFF2-40B4-BE49-F238E27FC236}">
                <a16:creationId xmlns:a16="http://schemas.microsoft.com/office/drawing/2014/main" id="{83B96B56-3574-3893-9EEE-29B89E43B3A3}"/>
              </a:ext>
            </a:extLst>
          </p:cNvPr>
          <p:cNvSpPr txBox="1">
            <a:spLocks noChangeArrowheads="1"/>
          </p:cNvSpPr>
          <p:nvPr/>
        </p:nvSpPr>
        <p:spPr bwMode="auto">
          <a:xfrm>
            <a:off x="381000" y="914400"/>
            <a:ext cx="45720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20000"/>
              </a:spcBef>
              <a:buClr>
                <a:srgbClr val="35742A"/>
              </a:buClr>
              <a:buSzPct val="65000"/>
            </a:pPr>
            <a:r>
              <a:rPr lang="en-US" altLang="en-US" sz="1600">
                <a:solidFill>
                  <a:srgbClr val="C00000"/>
                </a:solidFill>
                <a:latin typeface="Courier New" panose="02070309020205020404" pitchFamily="49" charset="0"/>
                <a:cs typeface="Courier New" panose="02070309020205020404" pitchFamily="49" charset="0"/>
              </a:rPr>
              <a:t>class X {</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public:</a:t>
            </a:r>
            <a:endParaRPr lang="fr-FR" altLang="en-US" sz="1600">
              <a:cs typeface="Arial" panose="020B0604020202020204" pitchFamily="34" charset="0"/>
            </a:endParaRPr>
          </a:p>
          <a:p>
            <a:pPr>
              <a:spcBef>
                <a:spcPct val="20000"/>
              </a:spcBef>
              <a:buClr>
                <a:srgbClr val="35742A"/>
              </a:buClr>
              <a:buSzPct val="65000"/>
            </a:pPr>
            <a:r>
              <a:rPr lang="fr-FR" altLang="en-US" sz="1600" b="1">
                <a:latin typeface="Courier New" panose="02070309020205020404" pitchFamily="49" charset="0"/>
                <a:cs typeface="Courier New" panose="02070309020205020404" pitchFamily="49" charset="0"/>
              </a:rPr>
              <a:t>X(): xChar('D')  {cout &lt;&lt; "X::default constructor"&lt;&lt;endl;;}</a:t>
            </a:r>
            <a:endParaRPr lang="en-US" altLang="en-US" sz="1600" b="1">
              <a:latin typeface="Courier New" panose="02070309020205020404" pitchFamily="49" charset="0"/>
              <a:cs typeface="Courier New" panose="02070309020205020404" pitchFamily="49" charset="0"/>
            </a:endParaRPr>
          </a:p>
          <a:p>
            <a:pPr>
              <a:spcBef>
                <a:spcPct val="20000"/>
              </a:spcBef>
              <a:buClr>
                <a:srgbClr val="35742A"/>
              </a:buClr>
              <a:buSzPct val="65000"/>
            </a:pPr>
            <a:r>
              <a:rPr lang="fr-FR" altLang="en-US" sz="1600" b="1">
                <a:latin typeface="Courier New" panose="02070309020205020404" pitchFamily="49" charset="0"/>
                <a:cs typeface="Courier New" panose="02070309020205020404" pitchFamily="49" charset="0"/>
              </a:rPr>
              <a:t>X(char c): xChar(c)  {cout &lt;&lt; "X::constructor"&lt;&lt;endl;;}</a:t>
            </a:r>
          </a:p>
          <a:p>
            <a:pPr>
              <a:spcBef>
                <a:spcPct val="20000"/>
              </a:spcBef>
              <a:buClr>
                <a:srgbClr val="35742A"/>
              </a:buClr>
              <a:buSzPct val="65000"/>
            </a:pPr>
            <a:r>
              <a:rPr lang="fr-FR" altLang="en-US" sz="1600" b="1">
                <a:latin typeface="Courier New" panose="02070309020205020404" pitchFamily="49" charset="0"/>
                <a:cs typeface="Courier New" panose="02070309020205020404" pitchFamily="49" charset="0"/>
              </a:rPr>
              <a:t>~X() {</a:t>
            </a:r>
          </a:p>
          <a:p>
            <a:pPr>
              <a:spcBef>
                <a:spcPct val="20000"/>
              </a:spcBef>
              <a:buClr>
                <a:srgbClr val="35742A"/>
              </a:buClr>
              <a:buSzPct val="65000"/>
            </a:pPr>
            <a:r>
              <a:rPr lang="fr-FR" altLang="en-US" sz="1600" b="1">
                <a:latin typeface="Courier New" panose="02070309020205020404" pitchFamily="49" charset="0"/>
                <a:cs typeface="Courier New" panose="02070309020205020404" pitchFamily="49" charset="0"/>
              </a:rPr>
              <a:t>cout &lt;&lt; "X::destructor"&lt;&lt;endl;}</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protected:</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char xChar;</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a:t>
            </a:r>
          </a:p>
          <a:p>
            <a:pPr>
              <a:spcBef>
                <a:spcPct val="20000"/>
              </a:spcBef>
              <a:buClr>
                <a:srgbClr val="35742A"/>
              </a:buClr>
              <a:buSzPct val="65000"/>
            </a:pPr>
            <a:endParaRPr lang="en-US" altLang="en-US" sz="900" b="1">
              <a:latin typeface="Courier New" panose="02070309020205020404" pitchFamily="49" charset="0"/>
              <a:cs typeface="Courier New" panose="02070309020205020404" pitchFamily="49" charset="0"/>
            </a:endParaRPr>
          </a:p>
          <a:p>
            <a:pPr>
              <a:spcBef>
                <a:spcPct val="20000"/>
              </a:spcBef>
              <a:buClr>
                <a:srgbClr val="35742A"/>
              </a:buClr>
              <a:buSzPct val="65000"/>
            </a:pPr>
            <a:r>
              <a:rPr lang="en-US" altLang="en-US" sz="1600" b="1">
                <a:solidFill>
                  <a:srgbClr val="C00000"/>
                </a:solidFill>
                <a:latin typeface="Courier New" panose="02070309020205020404" pitchFamily="49" charset="0"/>
                <a:cs typeface="Courier New" panose="02070309020205020404" pitchFamily="49" charset="0"/>
              </a:rPr>
              <a:t>class Y {</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public:</a:t>
            </a:r>
          </a:p>
          <a:p>
            <a:pPr>
              <a:spcBef>
                <a:spcPct val="20000"/>
              </a:spcBef>
              <a:buClr>
                <a:srgbClr val="35742A"/>
              </a:buClr>
              <a:buSzPct val="65000"/>
            </a:pPr>
            <a:r>
              <a:rPr lang="es-ES" altLang="en-US" sz="1600" b="1">
                <a:latin typeface="Courier New" panose="02070309020205020404" pitchFamily="49" charset="0"/>
                <a:cs typeface="Courier New" panose="02070309020205020404" pitchFamily="49" charset="0"/>
              </a:rPr>
              <a:t>Y(char c): yChar(c)  {</a:t>
            </a:r>
          </a:p>
          <a:p>
            <a:pPr>
              <a:spcBef>
                <a:spcPct val="20000"/>
              </a:spcBef>
              <a:buClr>
                <a:srgbClr val="35742A"/>
              </a:buClr>
              <a:buSzPct val="65000"/>
            </a:pPr>
            <a:r>
              <a:rPr lang="es-ES" altLang="en-US" sz="1600" b="1">
                <a:latin typeface="Courier New" panose="02070309020205020404" pitchFamily="49" charset="0"/>
                <a:cs typeface="Courier New" panose="02070309020205020404" pitchFamily="49" charset="0"/>
              </a:rPr>
              <a:t>cout &lt;&lt; "Y::constructor"&lt;&lt;endl;;}</a:t>
            </a:r>
          </a:p>
          <a:p>
            <a:pPr>
              <a:spcBef>
                <a:spcPct val="20000"/>
              </a:spcBef>
              <a:buClr>
                <a:srgbClr val="35742A"/>
              </a:buClr>
              <a:buSzPct val="65000"/>
            </a:pPr>
            <a:r>
              <a:rPr lang="es-ES" altLang="en-US" sz="1600" b="1">
                <a:latin typeface="Courier New" panose="02070309020205020404" pitchFamily="49" charset="0"/>
                <a:cs typeface="Courier New" panose="02070309020205020404" pitchFamily="49" charset="0"/>
              </a:rPr>
              <a:t>~Y() {cout &lt;&lt; "Y::destructor"&lt;&lt;endl;}</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protected:</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char yChar;</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a:t>
            </a:r>
          </a:p>
        </p:txBody>
      </p:sp>
      <p:sp>
        <p:nvSpPr>
          <p:cNvPr id="61445" name="Rectangle 4">
            <a:extLst>
              <a:ext uri="{FF2B5EF4-FFF2-40B4-BE49-F238E27FC236}">
                <a16:creationId xmlns:a16="http://schemas.microsoft.com/office/drawing/2014/main" id="{67875149-10EA-02F1-1D85-3BAA24F1DBF6}"/>
              </a:ext>
            </a:extLst>
          </p:cNvPr>
          <p:cNvSpPr txBox="1">
            <a:spLocks noChangeArrowheads="1"/>
          </p:cNvSpPr>
          <p:nvPr/>
        </p:nvSpPr>
        <p:spPr bwMode="auto">
          <a:xfrm>
            <a:off x="4572000" y="990600"/>
            <a:ext cx="44958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20000"/>
              </a:spcBef>
              <a:buClr>
                <a:schemeClr val="accent1"/>
              </a:buClr>
              <a:buSzPct val="65000"/>
            </a:pPr>
            <a:r>
              <a:rPr lang="en-US" altLang="en-US" sz="1600">
                <a:solidFill>
                  <a:srgbClr val="C00000"/>
                </a:solidFill>
                <a:latin typeface="Courier New" panose="02070309020205020404" pitchFamily="49" charset="0"/>
                <a:cs typeface="Courier New" panose="02070309020205020404" pitchFamily="49" charset="0"/>
              </a:rPr>
              <a:t>class Z : public X, public Y</a:t>
            </a:r>
            <a:r>
              <a:rPr lang="en-US" altLang="en-US" sz="1600" b="1">
                <a:latin typeface="Courier New" panose="02070309020205020404" pitchFamily="49" charset="0"/>
                <a:cs typeface="Courier New" panose="02070309020205020404" pitchFamily="49" charset="0"/>
              </a:rPr>
              <a:t> {</a:t>
            </a:r>
          </a:p>
          <a:p>
            <a:pPr>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public:</a:t>
            </a:r>
          </a:p>
          <a:p>
            <a:pPr>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Z(char xC,char yC, int num)</a:t>
            </a:r>
          </a:p>
          <a:p>
            <a:pPr>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 : X(xC), Y(yC), zInt(num) {</a:t>
            </a:r>
          </a:p>
          <a:p>
            <a:pPr>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  cout &lt;&lt; "Z::constructor"&lt;&lt;endl;}</a:t>
            </a:r>
          </a:p>
          <a:p>
            <a:pPr>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~Z() {</a:t>
            </a:r>
          </a:p>
          <a:p>
            <a:pPr>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  cout &lt;&lt; "Z::destructor"&lt;&lt;endl;}</a:t>
            </a:r>
          </a:p>
          <a:p>
            <a:pPr>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protected:</a:t>
            </a:r>
          </a:p>
          <a:p>
            <a:pPr>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  int zInt;</a:t>
            </a:r>
          </a:p>
          <a:p>
            <a:pPr>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a:t>
            </a: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int main () {</a:t>
            </a:r>
          </a:p>
          <a:p>
            <a:pPr eaLnBrk="1" hangingPunct="1">
              <a:lnSpc>
                <a:spcPct val="80000"/>
              </a:lnSpc>
              <a:spcBef>
                <a:spcPct val="20000"/>
              </a:spcBef>
              <a:buClr>
                <a:schemeClr val="accent1"/>
              </a:buClr>
              <a:buSzPct val="65000"/>
            </a:pPr>
            <a:r>
              <a:rPr lang="pl-PL" altLang="en-US" sz="1600" b="1">
                <a:latin typeface="Courier New" panose="02070309020205020404" pitchFamily="49" charset="0"/>
                <a:cs typeface="Courier New" panose="02070309020205020404" pitchFamily="49" charset="0"/>
              </a:rPr>
              <a:t>Z zObj('z', 'b', 8);</a:t>
            </a:r>
            <a:endParaRPr lang="en-US" altLang="en-US" sz="1600" b="1">
              <a:latin typeface="Courier New" panose="02070309020205020404" pitchFamily="49" charset="0"/>
              <a:cs typeface="Courier New" panose="02070309020205020404" pitchFamily="49" charset="0"/>
            </a:endParaRP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return 0; }</a:t>
            </a:r>
          </a:p>
          <a:p>
            <a:pPr eaLnBrk="1" hangingPunct="1">
              <a:lnSpc>
                <a:spcPct val="80000"/>
              </a:lnSpc>
              <a:spcBef>
                <a:spcPct val="20000"/>
              </a:spcBef>
              <a:buClr>
                <a:schemeClr val="accent1"/>
              </a:buClr>
              <a:buSzPct val="65000"/>
            </a:pPr>
            <a:endParaRPr lang="en-US" altLang="en-US" sz="1600" b="1">
              <a:solidFill>
                <a:schemeClr val="accent2"/>
              </a:solidFill>
              <a:latin typeface="Courier New" panose="02070309020205020404" pitchFamily="49" charset="0"/>
              <a:cs typeface="Courier New" panose="02070309020205020404" pitchFamily="49" charset="0"/>
            </a:endParaRPr>
          </a:p>
          <a:p>
            <a:pPr eaLnBrk="1" hangingPunct="1">
              <a:lnSpc>
                <a:spcPct val="80000"/>
              </a:lnSpc>
              <a:spcBef>
                <a:spcPct val="20000"/>
              </a:spcBef>
              <a:buClr>
                <a:schemeClr val="accent1"/>
              </a:buClr>
              <a:buSzPct val="65000"/>
            </a:pPr>
            <a:r>
              <a:rPr lang="en-US" altLang="en-US" sz="1600" b="1">
                <a:solidFill>
                  <a:srgbClr val="C00000"/>
                </a:solidFill>
                <a:latin typeface="Courier New" panose="02070309020205020404" pitchFamily="49" charset="0"/>
                <a:cs typeface="Courier New" panose="02070309020205020404" pitchFamily="49" charset="0"/>
              </a:rPr>
              <a:t>Output:</a:t>
            </a: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X::constructor</a:t>
            </a: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Y::constructor</a:t>
            </a: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Z::constructor</a:t>
            </a: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Z::destructor</a:t>
            </a: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Y::destructor</a:t>
            </a: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X::destructor</a:t>
            </a:r>
            <a:endParaRPr lang="en-US" altLang="en-US" sz="1600" b="1">
              <a:solidFill>
                <a:schemeClr val="accent2"/>
              </a:solidFill>
              <a:latin typeface="Courier New" panose="02070309020205020404" pitchFamily="49" charset="0"/>
              <a:cs typeface="Courier New" panose="02070309020205020404" pitchFamily="49" charset="0"/>
            </a:endParaRPr>
          </a:p>
          <a:p>
            <a:pPr eaLnBrk="1" hangingPunct="1">
              <a:lnSpc>
                <a:spcPct val="80000"/>
              </a:lnSpc>
              <a:spcBef>
                <a:spcPct val="20000"/>
              </a:spcBef>
              <a:buClr>
                <a:schemeClr val="accent1"/>
              </a:buClr>
              <a:buSzPct val="65000"/>
            </a:pPr>
            <a:endParaRPr lang="en-US" altLang="en-US" sz="1600" b="1">
              <a:solidFill>
                <a:schemeClr val="accent2"/>
              </a:solidFill>
              <a:latin typeface="Courier New" panose="02070309020205020404" pitchFamily="49" charset="0"/>
              <a:cs typeface="Courier New" panose="02070309020205020404" pitchFamily="49" charset="0"/>
            </a:endParaRPr>
          </a:p>
        </p:txBody>
      </p:sp>
      <p:sp>
        <p:nvSpPr>
          <p:cNvPr id="7" name="Rounded Rectangle 6">
            <a:extLst>
              <a:ext uri="{FF2B5EF4-FFF2-40B4-BE49-F238E27FC236}">
                <a16:creationId xmlns:a16="http://schemas.microsoft.com/office/drawing/2014/main" id="{34067D9A-E0C9-9FCF-4E7C-AF5B8B7E944D}"/>
              </a:ext>
            </a:extLst>
          </p:cNvPr>
          <p:cNvSpPr/>
          <p:nvPr/>
        </p:nvSpPr>
        <p:spPr>
          <a:xfrm>
            <a:off x="6553200" y="4618038"/>
            <a:ext cx="914400" cy="457200"/>
          </a:xfrm>
          <a:prstGeom prst="roundRect">
            <a:avLst>
              <a:gd name="adj" fmla="val 500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ourier New" panose="02070309020205020404" pitchFamily="49" charset="0"/>
                <a:cs typeface="Courier New" panose="02070309020205020404" pitchFamily="49" charset="0"/>
              </a:rPr>
              <a:t>X</a:t>
            </a:r>
          </a:p>
        </p:txBody>
      </p:sp>
      <p:sp>
        <p:nvSpPr>
          <p:cNvPr id="8" name="Rounded Rectangle 7">
            <a:extLst>
              <a:ext uri="{FF2B5EF4-FFF2-40B4-BE49-F238E27FC236}">
                <a16:creationId xmlns:a16="http://schemas.microsoft.com/office/drawing/2014/main" id="{8685113F-B63E-0414-CF45-3766C739A4CA}"/>
              </a:ext>
            </a:extLst>
          </p:cNvPr>
          <p:cNvSpPr/>
          <p:nvPr/>
        </p:nvSpPr>
        <p:spPr>
          <a:xfrm>
            <a:off x="7924800" y="4602163"/>
            <a:ext cx="914400" cy="457200"/>
          </a:xfrm>
          <a:prstGeom prst="roundRect">
            <a:avLst>
              <a:gd name="adj" fmla="val 500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ourier New" panose="02070309020205020404" pitchFamily="49" charset="0"/>
                <a:cs typeface="Courier New" panose="02070309020205020404" pitchFamily="49" charset="0"/>
              </a:rPr>
              <a:t>Y</a:t>
            </a:r>
          </a:p>
        </p:txBody>
      </p:sp>
      <p:cxnSp>
        <p:nvCxnSpPr>
          <p:cNvPr id="9" name="Straight Arrow Connector 8">
            <a:extLst>
              <a:ext uri="{FF2B5EF4-FFF2-40B4-BE49-F238E27FC236}">
                <a16:creationId xmlns:a16="http://schemas.microsoft.com/office/drawing/2014/main" id="{A05F2CC3-B706-70F7-B5A0-962B5A77485C}"/>
              </a:ext>
            </a:extLst>
          </p:cNvPr>
          <p:cNvCxnSpPr>
            <a:cxnSpLocks noChangeShapeType="1"/>
          </p:cNvCxnSpPr>
          <p:nvPr/>
        </p:nvCxnSpPr>
        <p:spPr bwMode="auto">
          <a:xfrm>
            <a:off x="7010400" y="5075238"/>
            <a:ext cx="685800" cy="669925"/>
          </a:xfrm>
          <a:prstGeom prst="straightConnector1">
            <a:avLst/>
          </a:prstGeom>
          <a:noFill/>
          <a:ln w="25400">
            <a:solidFill>
              <a:srgbClr val="00B0F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0" name="Rounded Rectangle 9">
            <a:extLst>
              <a:ext uri="{FF2B5EF4-FFF2-40B4-BE49-F238E27FC236}">
                <a16:creationId xmlns:a16="http://schemas.microsoft.com/office/drawing/2014/main" id="{336E3972-2661-74CD-85C1-A2812C560C31}"/>
              </a:ext>
            </a:extLst>
          </p:cNvPr>
          <p:cNvSpPr/>
          <p:nvPr/>
        </p:nvSpPr>
        <p:spPr>
          <a:xfrm>
            <a:off x="7239000" y="5761038"/>
            <a:ext cx="914400" cy="457200"/>
          </a:xfrm>
          <a:prstGeom prst="roundRect">
            <a:avLst>
              <a:gd name="adj" fmla="val 500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ourier New" panose="02070309020205020404" pitchFamily="49" charset="0"/>
                <a:cs typeface="Courier New" panose="02070309020205020404" pitchFamily="49" charset="0"/>
              </a:rPr>
              <a:t>Z</a:t>
            </a:r>
          </a:p>
        </p:txBody>
      </p:sp>
      <p:cxnSp>
        <p:nvCxnSpPr>
          <p:cNvPr id="11" name="Straight Arrow Connector 10">
            <a:extLst>
              <a:ext uri="{FF2B5EF4-FFF2-40B4-BE49-F238E27FC236}">
                <a16:creationId xmlns:a16="http://schemas.microsoft.com/office/drawing/2014/main" id="{C271CBC3-2758-D5CF-9009-7A15BE19E5FB}"/>
              </a:ext>
            </a:extLst>
          </p:cNvPr>
          <p:cNvCxnSpPr>
            <a:cxnSpLocks noChangeShapeType="1"/>
          </p:cNvCxnSpPr>
          <p:nvPr/>
        </p:nvCxnSpPr>
        <p:spPr bwMode="auto">
          <a:xfrm flipH="1">
            <a:off x="7696200" y="5059363"/>
            <a:ext cx="701675" cy="685800"/>
          </a:xfrm>
          <a:prstGeom prst="straightConnector1">
            <a:avLst/>
          </a:prstGeom>
          <a:noFill/>
          <a:ln w="25400">
            <a:solidFill>
              <a:srgbClr val="00B0F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0F34C709-FB73-471C-0F97-8A17935F7CBA}"/>
              </a:ext>
            </a:extLst>
          </p:cNvPr>
          <p:cNvSpPr>
            <a:spLocks noGrp="1"/>
          </p:cNvSpPr>
          <p:nvPr>
            <p:ph type="title"/>
          </p:nvPr>
        </p:nvSpPr>
        <p:spPr/>
        <p:txBody>
          <a:bodyPr/>
          <a:lstStyle/>
          <a:p>
            <a:r>
              <a:rPr lang="en-US" altLang="en-US" sz="3600">
                <a:latin typeface="Arial" panose="020B0604020202020204" pitchFamily="34" charset="0"/>
                <a:cs typeface="Arial" panose="020B0604020202020204" pitchFamily="34" charset="0"/>
              </a:rPr>
              <a:t>Multiple Inheritance – Contd.</a:t>
            </a:r>
            <a:endParaRPr lang="en-IN" altLang="en-US" sz="3600"/>
          </a:p>
        </p:txBody>
      </p:sp>
      <p:sp>
        <p:nvSpPr>
          <p:cNvPr id="62467" name="Slide Number Placeholder 3">
            <a:extLst>
              <a:ext uri="{FF2B5EF4-FFF2-40B4-BE49-F238E27FC236}">
                <a16:creationId xmlns:a16="http://schemas.microsoft.com/office/drawing/2014/main" id="{DE1559BA-72D9-8AB6-B1D1-146C762CAE7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24627B2-CEE1-435F-A930-068CB9D5213A}" type="slidenum">
              <a:rPr lang="en-US" altLang="en-US">
                <a:latin typeface="Times New Roman" panose="02020603050405020304" pitchFamily="18" charset="0"/>
              </a:rPr>
              <a:pPr/>
              <a:t>50</a:t>
            </a:fld>
            <a:endParaRPr lang="en-US" altLang="en-US">
              <a:latin typeface="Times New Roman" panose="02020603050405020304" pitchFamily="18" charset="0"/>
            </a:endParaRPr>
          </a:p>
        </p:txBody>
      </p:sp>
      <p:sp>
        <p:nvSpPr>
          <p:cNvPr id="62468" name="Rectangle 3">
            <a:extLst>
              <a:ext uri="{FF2B5EF4-FFF2-40B4-BE49-F238E27FC236}">
                <a16:creationId xmlns:a16="http://schemas.microsoft.com/office/drawing/2014/main" id="{0A7B4C0E-C8C5-879C-EFE6-888B19E852F2}"/>
              </a:ext>
            </a:extLst>
          </p:cNvPr>
          <p:cNvSpPr txBox="1">
            <a:spLocks noChangeArrowheads="1"/>
          </p:cNvSpPr>
          <p:nvPr/>
        </p:nvSpPr>
        <p:spPr bwMode="auto">
          <a:xfrm>
            <a:off x="381000" y="914400"/>
            <a:ext cx="45720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20000"/>
              </a:spcBef>
              <a:buClr>
                <a:srgbClr val="35742A"/>
              </a:buClr>
              <a:buSzPct val="65000"/>
            </a:pPr>
            <a:r>
              <a:rPr lang="en-US" altLang="en-US" sz="1600" b="1">
                <a:solidFill>
                  <a:srgbClr val="C00000"/>
                </a:solidFill>
                <a:latin typeface="Courier New" panose="02070309020205020404" pitchFamily="49" charset="0"/>
                <a:cs typeface="Courier New" panose="02070309020205020404" pitchFamily="49" charset="0"/>
              </a:rPr>
              <a:t>class MI: public C, public Z </a:t>
            </a:r>
            <a:r>
              <a:rPr lang="en-US" altLang="en-US" sz="1600" b="1">
                <a:latin typeface="Courier New" panose="02070309020205020404" pitchFamily="49" charset="0"/>
                <a:cs typeface="Courier New" panose="02070309020205020404" pitchFamily="49" charset="0"/>
              </a:rPr>
              <a:t>{</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public:</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MI(int numa, int numb, string s, char xC, char yC, int numZ )</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 C(numa, numb, s), Z(xC, yC, numZ) {cout &lt;&lt; "MI::constructor"&lt;&lt;endl;}</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~MI() { cout &lt;&lt; "MI::destructor"&lt;&lt;endl;}</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protected:</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 string cStr;</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a:t>
            </a:r>
          </a:p>
        </p:txBody>
      </p:sp>
      <p:sp>
        <p:nvSpPr>
          <p:cNvPr id="6" name="Rounded Rectangle 5">
            <a:extLst>
              <a:ext uri="{FF2B5EF4-FFF2-40B4-BE49-F238E27FC236}">
                <a16:creationId xmlns:a16="http://schemas.microsoft.com/office/drawing/2014/main" id="{E521EDD4-00B9-61E4-561E-3D4CF197D1D7}"/>
              </a:ext>
            </a:extLst>
          </p:cNvPr>
          <p:cNvSpPr/>
          <p:nvPr/>
        </p:nvSpPr>
        <p:spPr>
          <a:xfrm>
            <a:off x="2514600" y="4175125"/>
            <a:ext cx="914400" cy="457200"/>
          </a:xfrm>
          <a:prstGeom prst="roundRect">
            <a:avLst>
              <a:gd name="adj" fmla="val 500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ourier New" panose="02070309020205020404" pitchFamily="49" charset="0"/>
                <a:cs typeface="Courier New" panose="02070309020205020404" pitchFamily="49" charset="0"/>
              </a:rPr>
              <a:t>X</a:t>
            </a:r>
          </a:p>
        </p:txBody>
      </p:sp>
      <p:sp>
        <p:nvSpPr>
          <p:cNvPr id="7" name="Rounded Rectangle 6">
            <a:extLst>
              <a:ext uri="{FF2B5EF4-FFF2-40B4-BE49-F238E27FC236}">
                <a16:creationId xmlns:a16="http://schemas.microsoft.com/office/drawing/2014/main" id="{1865157F-69A5-F5EB-AFA4-932E9E1929E7}"/>
              </a:ext>
            </a:extLst>
          </p:cNvPr>
          <p:cNvSpPr/>
          <p:nvPr/>
        </p:nvSpPr>
        <p:spPr>
          <a:xfrm>
            <a:off x="3886200" y="4159250"/>
            <a:ext cx="914400" cy="457200"/>
          </a:xfrm>
          <a:prstGeom prst="roundRect">
            <a:avLst>
              <a:gd name="adj" fmla="val 500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ourier New" panose="02070309020205020404" pitchFamily="49" charset="0"/>
                <a:cs typeface="Courier New" panose="02070309020205020404" pitchFamily="49" charset="0"/>
              </a:rPr>
              <a:t>Y</a:t>
            </a:r>
          </a:p>
        </p:txBody>
      </p:sp>
      <p:sp>
        <p:nvSpPr>
          <p:cNvPr id="8" name="Rounded Rectangle 7">
            <a:extLst>
              <a:ext uri="{FF2B5EF4-FFF2-40B4-BE49-F238E27FC236}">
                <a16:creationId xmlns:a16="http://schemas.microsoft.com/office/drawing/2014/main" id="{9BBAFF2D-6374-9DFD-65D7-6E392C40BA82}"/>
              </a:ext>
            </a:extLst>
          </p:cNvPr>
          <p:cNvSpPr/>
          <p:nvPr/>
        </p:nvSpPr>
        <p:spPr>
          <a:xfrm>
            <a:off x="3200400" y="5318125"/>
            <a:ext cx="914400" cy="457200"/>
          </a:xfrm>
          <a:prstGeom prst="roundRect">
            <a:avLst>
              <a:gd name="adj" fmla="val 500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ourier New" panose="02070309020205020404" pitchFamily="49" charset="0"/>
                <a:cs typeface="Courier New" panose="02070309020205020404" pitchFamily="49" charset="0"/>
              </a:rPr>
              <a:t>Z</a:t>
            </a:r>
          </a:p>
        </p:txBody>
      </p:sp>
      <p:cxnSp>
        <p:nvCxnSpPr>
          <p:cNvPr id="9" name="Straight Arrow Connector 8">
            <a:extLst>
              <a:ext uri="{FF2B5EF4-FFF2-40B4-BE49-F238E27FC236}">
                <a16:creationId xmlns:a16="http://schemas.microsoft.com/office/drawing/2014/main" id="{C9485B41-744F-3C12-ABA8-260A4EE898E1}"/>
              </a:ext>
            </a:extLst>
          </p:cNvPr>
          <p:cNvCxnSpPr>
            <a:cxnSpLocks noChangeShapeType="1"/>
          </p:cNvCxnSpPr>
          <p:nvPr/>
        </p:nvCxnSpPr>
        <p:spPr bwMode="auto">
          <a:xfrm flipH="1">
            <a:off x="3657600" y="4616450"/>
            <a:ext cx="701675" cy="685800"/>
          </a:xfrm>
          <a:prstGeom prst="straightConnector1">
            <a:avLst/>
          </a:prstGeom>
          <a:noFill/>
          <a:ln w="25400">
            <a:solidFill>
              <a:srgbClr val="00B0F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0" name="Straight Arrow Connector 9">
            <a:extLst>
              <a:ext uri="{FF2B5EF4-FFF2-40B4-BE49-F238E27FC236}">
                <a16:creationId xmlns:a16="http://schemas.microsoft.com/office/drawing/2014/main" id="{35B9D86F-8612-6102-0E98-C61FDE9C964B}"/>
              </a:ext>
            </a:extLst>
          </p:cNvPr>
          <p:cNvCxnSpPr>
            <a:cxnSpLocks noChangeShapeType="1"/>
            <a:endCxn id="8" idx="0"/>
          </p:cNvCxnSpPr>
          <p:nvPr/>
        </p:nvCxnSpPr>
        <p:spPr bwMode="auto">
          <a:xfrm>
            <a:off x="2971800" y="4632325"/>
            <a:ext cx="685800" cy="685800"/>
          </a:xfrm>
          <a:prstGeom prst="straightConnector1">
            <a:avLst/>
          </a:prstGeom>
          <a:noFill/>
          <a:ln w="25400">
            <a:solidFill>
              <a:srgbClr val="00B0F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1" name="Rounded Rectangle 10">
            <a:extLst>
              <a:ext uri="{FF2B5EF4-FFF2-40B4-BE49-F238E27FC236}">
                <a16:creationId xmlns:a16="http://schemas.microsoft.com/office/drawing/2014/main" id="{8912EED9-3C77-B7B3-F627-32399E885693}"/>
              </a:ext>
            </a:extLst>
          </p:cNvPr>
          <p:cNvSpPr/>
          <p:nvPr/>
        </p:nvSpPr>
        <p:spPr>
          <a:xfrm>
            <a:off x="1143000" y="4022725"/>
            <a:ext cx="914400" cy="457200"/>
          </a:xfrm>
          <a:prstGeom prst="roundRect">
            <a:avLst>
              <a:gd name="adj" fmla="val 500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ourier New" panose="02070309020205020404" pitchFamily="49" charset="0"/>
                <a:cs typeface="Courier New" panose="02070309020205020404" pitchFamily="49" charset="0"/>
              </a:rPr>
              <a:t>A</a:t>
            </a:r>
          </a:p>
        </p:txBody>
      </p:sp>
      <p:sp>
        <p:nvSpPr>
          <p:cNvPr id="12" name="Rounded Rectangle 11">
            <a:extLst>
              <a:ext uri="{FF2B5EF4-FFF2-40B4-BE49-F238E27FC236}">
                <a16:creationId xmlns:a16="http://schemas.microsoft.com/office/drawing/2014/main" id="{D69B6705-7133-61AC-AC9B-81B887723C85}"/>
              </a:ext>
            </a:extLst>
          </p:cNvPr>
          <p:cNvSpPr/>
          <p:nvPr/>
        </p:nvSpPr>
        <p:spPr>
          <a:xfrm>
            <a:off x="1143000" y="4784725"/>
            <a:ext cx="914400" cy="457200"/>
          </a:xfrm>
          <a:prstGeom prst="roundRect">
            <a:avLst>
              <a:gd name="adj" fmla="val 500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ourier New" panose="02070309020205020404" pitchFamily="49" charset="0"/>
                <a:cs typeface="Courier New" panose="02070309020205020404" pitchFamily="49" charset="0"/>
              </a:rPr>
              <a:t>B</a:t>
            </a:r>
          </a:p>
        </p:txBody>
      </p:sp>
      <p:cxnSp>
        <p:nvCxnSpPr>
          <p:cNvPr id="13" name="Straight Arrow Connector 12">
            <a:extLst>
              <a:ext uri="{FF2B5EF4-FFF2-40B4-BE49-F238E27FC236}">
                <a16:creationId xmlns:a16="http://schemas.microsoft.com/office/drawing/2014/main" id="{81343C64-9C83-410D-CB2F-D0A81E5BBB7E}"/>
              </a:ext>
            </a:extLst>
          </p:cNvPr>
          <p:cNvCxnSpPr>
            <a:cxnSpLocks noChangeShapeType="1"/>
          </p:cNvCxnSpPr>
          <p:nvPr/>
        </p:nvCxnSpPr>
        <p:spPr bwMode="auto">
          <a:xfrm>
            <a:off x="1600200" y="4479925"/>
            <a:ext cx="0" cy="327025"/>
          </a:xfrm>
          <a:prstGeom prst="straightConnector1">
            <a:avLst/>
          </a:prstGeom>
          <a:noFill/>
          <a:ln w="25400">
            <a:solidFill>
              <a:srgbClr val="00B0F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4" name="Rounded Rectangle 13">
            <a:extLst>
              <a:ext uri="{FF2B5EF4-FFF2-40B4-BE49-F238E27FC236}">
                <a16:creationId xmlns:a16="http://schemas.microsoft.com/office/drawing/2014/main" id="{AC719CFB-E3C4-376B-BB49-A74AE28404B0}"/>
              </a:ext>
            </a:extLst>
          </p:cNvPr>
          <p:cNvSpPr/>
          <p:nvPr/>
        </p:nvSpPr>
        <p:spPr>
          <a:xfrm>
            <a:off x="1143000" y="5622925"/>
            <a:ext cx="914400" cy="457200"/>
          </a:xfrm>
          <a:prstGeom prst="roundRect">
            <a:avLst>
              <a:gd name="adj" fmla="val 500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ourier New" panose="02070309020205020404" pitchFamily="49" charset="0"/>
                <a:cs typeface="Courier New" panose="02070309020205020404" pitchFamily="49" charset="0"/>
              </a:rPr>
              <a:t>C</a:t>
            </a:r>
          </a:p>
        </p:txBody>
      </p:sp>
      <p:cxnSp>
        <p:nvCxnSpPr>
          <p:cNvPr id="15" name="Straight Arrow Connector 14">
            <a:extLst>
              <a:ext uri="{FF2B5EF4-FFF2-40B4-BE49-F238E27FC236}">
                <a16:creationId xmlns:a16="http://schemas.microsoft.com/office/drawing/2014/main" id="{2DF9EE03-1EF2-8A56-55A9-EDB594618D53}"/>
              </a:ext>
            </a:extLst>
          </p:cNvPr>
          <p:cNvCxnSpPr>
            <a:cxnSpLocks noChangeShapeType="1"/>
          </p:cNvCxnSpPr>
          <p:nvPr/>
        </p:nvCxnSpPr>
        <p:spPr bwMode="auto">
          <a:xfrm flipH="1">
            <a:off x="1600200" y="5241925"/>
            <a:ext cx="15875" cy="381000"/>
          </a:xfrm>
          <a:prstGeom prst="straightConnector1">
            <a:avLst/>
          </a:prstGeom>
          <a:noFill/>
          <a:ln w="25400">
            <a:solidFill>
              <a:srgbClr val="00B0F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6" name="Rounded Rectangle 15">
            <a:extLst>
              <a:ext uri="{FF2B5EF4-FFF2-40B4-BE49-F238E27FC236}">
                <a16:creationId xmlns:a16="http://schemas.microsoft.com/office/drawing/2014/main" id="{72ABE568-02FA-C3F7-6E7A-E5270142B684}"/>
              </a:ext>
            </a:extLst>
          </p:cNvPr>
          <p:cNvSpPr/>
          <p:nvPr/>
        </p:nvSpPr>
        <p:spPr>
          <a:xfrm>
            <a:off x="2498725" y="6248400"/>
            <a:ext cx="914400" cy="457200"/>
          </a:xfrm>
          <a:prstGeom prst="roundRect">
            <a:avLst>
              <a:gd name="adj" fmla="val 500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ourier New" panose="02070309020205020404" pitchFamily="49" charset="0"/>
                <a:cs typeface="Courier New" panose="02070309020205020404" pitchFamily="49" charset="0"/>
              </a:rPr>
              <a:t>MI</a:t>
            </a:r>
          </a:p>
        </p:txBody>
      </p:sp>
      <p:cxnSp>
        <p:nvCxnSpPr>
          <p:cNvPr id="17" name="Straight Arrow Connector 16">
            <a:extLst>
              <a:ext uri="{FF2B5EF4-FFF2-40B4-BE49-F238E27FC236}">
                <a16:creationId xmlns:a16="http://schemas.microsoft.com/office/drawing/2014/main" id="{44687BF4-12D9-ED11-8C6B-9312F4DC1AAA}"/>
              </a:ext>
            </a:extLst>
          </p:cNvPr>
          <p:cNvCxnSpPr>
            <a:cxnSpLocks noChangeShapeType="1"/>
            <a:endCxn id="16" idx="0"/>
          </p:cNvCxnSpPr>
          <p:nvPr/>
        </p:nvCxnSpPr>
        <p:spPr bwMode="auto">
          <a:xfrm>
            <a:off x="1570038" y="6011863"/>
            <a:ext cx="1385887" cy="236537"/>
          </a:xfrm>
          <a:prstGeom prst="straightConnector1">
            <a:avLst/>
          </a:prstGeom>
          <a:noFill/>
          <a:ln w="25400">
            <a:solidFill>
              <a:srgbClr val="00B0F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8" name="Straight Arrow Connector 17">
            <a:extLst>
              <a:ext uri="{FF2B5EF4-FFF2-40B4-BE49-F238E27FC236}">
                <a16:creationId xmlns:a16="http://schemas.microsoft.com/office/drawing/2014/main" id="{E284929A-A834-6790-A539-DACCF81D2BCD}"/>
              </a:ext>
            </a:extLst>
          </p:cNvPr>
          <p:cNvCxnSpPr>
            <a:cxnSpLocks noChangeShapeType="1"/>
          </p:cNvCxnSpPr>
          <p:nvPr/>
        </p:nvCxnSpPr>
        <p:spPr bwMode="auto">
          <a:xfrm flipH="1">
            <a:off x="2971800" y="5775325"/>
            <a:ext cx="669925" cy="473075"/>
          </a:xfrm>
          <a:prstGeom prst="straightConnector1">
            <a:avLst/>
          </a:prstGeom>
          <a:noFill/>
          <a:ln w="25400">
            <a:solidFill>
              <a:srgbClr val="00B0F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62482" name="Rectangle 4">
            <a:extLst>
              <a:ext uri="{FF2B5EF4-FFF2-40B4-BE49-F238E27FC236}">
                <a16:creationId xmlns:a16="http://schemas.microsoft.com/office/drawing/2014/main" id="{5D413905-E7CA-6BF4-6266-C9BE0218F692}"/>
              </a:ext>
            </a:extLst>
          </p:cNvPr>
          <p:cNvSpPr txBox="1">
            <a:spLocks noChangeArrowheads="1"/>
          </p:cNvSpPr>
          <p:nvPr/>
        </p:nvSpPr>
        <p:spPr bwMode="auto">
          <a:xfrm>
            <a:off x="5029200" y="990600"/>
            <a:ext cx="41910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80000"/>
              </a:lnSpc>
              <a:spcBef>
                <a:spcPct val="20000"/>
              </a:spcBef>
              <a:buClr>
                <a:schemeClr val="accent1"/>
              </a:buClr>
              <a:buSzPct val="65000"/>
            </a:pPr>
            <a:r>
              <a:rPr lang="it-IT" altLang="en-US" sz="1600" b="1">
                <a:latin typeface="Courier New" panose="02070309020205020404" pitchFamily="49" charset="0"/>
                <a:cs typeface="Courier New" panose="02070309020205020404" pitchFamily="49" charset="0"/>
              </a:rPr>
              <a:t>int main ( ) {</a:t>
            </a:r>
          </a:p>
          <a:p>
            <a:pPr eaLnBrk="1" hangingPunct="1">
              <a:lnSpc>
                <a:spcPct val="80000"/>
              </a:lnSpc>
              <a:spcBef>
                <a:spcPct val="20000"/>
              </a:spcBef>
              <a:buClr>
                <a:schemeClr val="accent1"/>
              </a:buClr>
              <a:buSzPct val="65000"/>
            </a:pPr>
            <a:r>
              <a:rPr lang="it-IT" altLang="en-US" sz="1600" b="1">
                <a:latin typeface="Courier New" panose="02070309020205020404" pitchFamily="49" charset="0"/>
                <a:cs typeface="Courier New" panose="02070309020205020404" pitchFamily="49" charset="0"/>
              </a:rPr>
              <a:t> </a:t>
            </a:r>
            <a:r>
              <a:rPr lang="it-IT" altLang="en-US" sz="1600" b="1">
                <a:solidFill>
                  <a:srgbClr val="C00000"/>
                </a:solidFill>
                <a:latin typeface="Courier New" panose="02070309020205020404" pitchFamily="49" charset="0"/>
                <a:cs typeface="Courier New" panose="02070309020205020404" pitchFamily="49" charset="0"/>
              </a:rPr>
              <a:t>MI mi(2,4,"eve", 'r', 's', 26);</a:t>
            </a:r>
          </a:p>
          <a:p>
            <a:pPr eaLnBrk="1" hangingPunct="1">
              <a:lnSpc>
                <a:spcPct val="80000"/>
              </a:lnSpc>
              <a:spcBef>
                <a:spcPct val="20000"/>
              </a:spcBef>
              <a:buClr>
                <a:schemeClr val="accent1"/>
              </a:buClr>
              <a:buSzPct val="65000"/>
            </a:pPr>
            <a:r>
              <a:rPr lang="it-IT" altLang="en-US" sz="1600" b="1">
                <a:latin typeface="Courier New" panose="02070309020205020404" pitchFamily="49" charset="0"/>
                <a:cs typeface="Courier New" panose="02070309020205020404" pitchFamily="49" charset="0"/>
              </a:rPr>
              <a:t> return 0;</a:t>
            </a:r>
          </a:p>
          <a:p>
            <a:pPr eaLnBrk="1" hangingPunct="1">
              <a:lnSpc>
                <a:spcPct val="80000"/>
              </a:lnSpc>
              <a:spcBef>
                <a:spcPct val="20000"/>
              </a:spcBef>
              <a:buClr>
                <a:schemeClr val="accent1"/>
              </a:buClr>
              <a:buSzPct val="65000"/>
            </a:pPr>
            <a:r>
              <a:rPr lang="it-IT" altLang="en-US" sz="1600" b="1">
                <a:latin typeface="Courier New" panose="02070309020205020404" pitchFamily="49" charset="0"/>
                <a:cs typeface="Courier New" panose="02070309020205020404" pitchFamily="49" charset="0"/>
              </a:rPr>
              <a:t>}</a:t>
            </a:r>
          </a:p>
          <a:p>
            <a:pPr eaLnBrk="1" hangingPunct="1">
              <a:lnSpc>
                <a:spcPct val="80000"/>
              </a:lnSpc>
              <a:spcBef>
                <a:spcPct val="20000"/>
              </a:spcBef>
              <a:buClr>
                <a:schemeClr val="accent1"/>
              </a:buClr>
              <a:buSzPct val="65000"/>
            </a:pPr>
            <a:endParaRPr lang="en-US" altLang="en-US" sz="1600" b="1">
              <a:solidFill>
                <a:schemeClr val="accent2"/>
              </a:solidFill>
              <a:latin typeface="Courier New" panose="02070309020205020404" pitchFamily="49" charset="0"/>
              <a:cs typeface="Courier New" panose="02070309020205020404" pitchFamily="49" charset="0"/>
            </a:endParaRPr>
          </a:p>
          <a:p>
            <a:pPr eaLnBrk="1" hangingPunct="1">
              <a:lnSpc>
                <a:spcPct val="80000"/>
              </a:lnSpc>
              <a:spcBef>
                <a:spcPct val="20000"/>
              </a:spcBef>
              <a:buClr>
                <a:schemeClr val="accent1"/>
              </a:buClr>
              <a:buSzPct val="65000"/>
            </a:pPr>
            <a:r>
              <a:rPr lang="en-US" altLang="en-US" sz="1600" b="1">
                <a:solidFill>
                  <a:srgbClr val="C00000"/>
                </a:solidFill>
                <a:latin typeface="Courier New" panose="02070309020205020404" pitchFamily="49" charset="0"/>
                <a:cs typeface="Courier New" panose="02070309020205020404" pitchFamily="49" charset="0"/>
              </a:rPr>
              <a:t>Output:</a:t>
            </a:r>
          </a:p>
          <a:p>
            <a:pPr eaLnBrk="1" hangingPunct="1">
              <a:lnSpc>
                <a:spcPct val="80000"/>
              </a:lnSpc>
              <a:spcBef>
                <a:spcPct val="20000"/>
              </a:spcBef>
              <a:buClr>
                <a:schemeClr val="accent1"/>
              </a:buClr>
              <a:buSzPct val="65000"/>
            </a:pPr>
            <a:endParaRPr lang="en-US" altLang="en-US" sz="1600" b="1">
              <a:latin typeface="Courier New" panose="02070309020205020404" pitchFamily="49" charset="0"/>
              <a:cs typeface="Courier New" panose="02070309020205020404" pitchFamily="49" charset="0"/>
            </a:endParaRPr>
          </a:p>
          <a:p>
            <a:pPr eaLnBrk="1" hangingPunct="1">
              <a:lnSpc>
                <a:spcPct val="80000"/>
              </a:lnSpc>
              <a:spcBef>
                <a:spcPct val="20000"/>
              </a:spcBef>
              <a:buClr>
                <a:schemeClr val="accent1"/>
              </a:buClr>
              <a:buSzPct val="65000"/>
            </a:pPr>
            <a:r>
              <a:rPr lang="es-ES" altLang="en-US" sz="1600" b="1">
                <a:latin typeface="Courier New" panose="02070309020205020404" pitchFamily="49" charset="0"/>
                <a:cs typeface="Courier New" panose="02070309020205020404" pitchFamily="49" charset="0"/>
              </a:rPr>
              <a:t>A::constructor</a:t>
            </a:r>
          </a:p>
          <a:p>
            <a:pPr eaLnBrk="1" hangingPunct="1">
              <a:lnSpc>
                <a:spcPct val="80000"/>
              </a:lnSpc>
              <a:spcBef>
                <a:spcPct val="20000"/>
              </a:spcBef>
              <a:buClr>
                <a:schemeClr val="accent1"/>
              </a:buClr>
              <a:buSzPct val="65000"/>
            </a:pPr>
            <a:r>
              <a:rPr lang="es-ES" altLang="en-US" sz="1600" b="1">
                <a:latin typeface="Courier New" panose="02070309020205020404" pitchFamily="49" charset="0"/>
                <a:cs typeface="Courier New" panose="02070309020205020404" pitchFamily="49" charset="0"/>
              </a:rPr>
              <a:t>B::constructor</a:t>
            </a:r>
          </a:p>
          <a:p>
            <a:pPr eaLnBrk="1" hangingPunct="1">
              <a:lnSpc>
                <a:spcPct val="80000"/>
              </a:lnSpc>
              <a:spcBef>
                <a:spcPct val="20000"/>
              </a:spcBef>
              <a:buClr>
                <a:schemeClr val="accent1"/>
              </a:buClr>
              <a:buSzPct val="65000"/>
            </a:pPr>
            <a:r>
              <a:rPr lang="es-ES" altLang="en-US" sz="1600" b="1">
                <a:latin typeface="Courier New" panose="02070309020205020404" pitchFamily="49" charset="0"/>
                <a:cs typeface="Courier New" panose="02070309020205020404" pitchFamily="49" charset="0"/>
              </a:rPr>
              <a:t>C::constructor</a:t>
            </a:r>
          </a:p>
          <a:p>
            <a:pPr eaLnBrk="1" hangingPunct="1">
              <a:lnSpc>
                <a:spcPct val="80000"/>
              </a:lnSpc>
              <a:spcBef>
                <a:spcPct val="20000"/>
              </a:spcBef>
              <a:buClr>
                <a:schemeClr val="accent1"/>
              </a:buClr>
              <a:buSzPct val="65000"/>
            </a:pPr>
            <a:r>
              <a:rPr lang="es-ES" altLang="en-US" sz="1600" b="1">
                <a:latin typeface="Courier New" panose="02070309020205020404" pitchFamily="49" charset="0"/>
                <a:cs typeface="Courier New" panose="02070309020205020404" pitchFamily="49" charset="0"/>
              </a:rPr>
              <a:t>X::constructor</a:t>
            </a:r>
          </a:p>
          <a:p>
            <a:pPr eaLnBrk="1" hangingPunct="1">
              <a:lnSpc>
                <a:spcPct val="80000"/>
              </a:lnSpc>
              <a:spcBef>
                <a:spcPct val="20000"/>
              </a:spcBef>
              <a:buClr>
                <a:schemeClr val="accent1"/>
              </a:buClr>
              <a:buSzPct val="65000"/>
            </a:pPr>
            <a:r>
              <a:rPr lang="es-ES" altLang="en-US" sz="1600" b="1">
                <a:latin typeface="Courier New" panose="02070309020205020404" pitchFamily="49" charset="0"/>
                <a:cs typeface="Courier New" panose="02070309020205020404" pitchFamily="49" charset="0"/>
              </a:rPr>
              <a:t>Y::constructor</a:t>
            </a:r>
          </a:p>
          <a:p>
            <a:pPr eaLnBrk="1" hangingPunct="1">
              <a:lnSpc>
                <a:spcPct val="80000"/>
              </a:lnSpc>
              <a:spcBef>
                <a:spcPct val="20000"/>
              </a:spcBef>
              <a:buClr>
                <a:schemeClr val="accent1"/>
              </a:buClr>
              <a:buSzPct val="65000"/>
            </a:pPr>
            <a:r>
              <a:rPr lang="es-ES" altLang="en-US" sz="1600" b="1">
                <a:latin typeface="Courier New" panose="02070309020205020404" pitchFamily="49" charset="0"/>
                <a:cs typeface="Courier New" panose="02070309020205020404" pitchFamily="49" charset="0"/>
              </a:rPr>
              <a:t>Z::constructor</a:t>
            </a:r>
          </a:p>
          <a:p>
            <a:pPr eaLnBrk="1" hangingPunct="1">
              <a:lnSpc>
                <a:spcPct val="80000"/>
              </a:lnSpc>
              <a:spcBef>
                <a:spcPct val="20000"/>
              </a:spcBef>
              <a:buClr>
                <a:schemeClr val="accent1"/>
              </a:buClr>
              <a:buSzPct val="65000"/>
            </a:pPr>
            <a:r>
              <a:rPr lang="es-ES" altLang="en-US" sz="1600" b="1">
                <a:latin typeface="Courier New" panose="02070309020205020404" pitchFamily="49" charset="0"/>
                <a:cs typeface="Courier New" panose="02070309020205020404" pitchFamily="49" charset="0"/>
              </a:rPr>
              <a:t>MI::constructor</a:t>
            </a:r>
          </a:p>
          <a:p>
            <a:pPr eaLnBrk="1" hangingPunct="1">
              <a:lnSpc>
                <a:spcPct val="80000"/>
              </a:lnSpc>
              <a:spcBef>
                <a:spcPct val="20000"/>
              </a:spcBef>
              <a:buClr>
                <a:schemeClr val="accent1"/>
              </a:buClr>
              <a:buSzPct val="65000"/>
            </a:pPr>
            <a:r>
              <a:rPr lang="es-ES" altLang="en-US" sz="1600" b="1">
                <a:latin typeface="Courier New" panose="02070309020205020404" pitchFamily="49" charset="0"/>
                <a:cs typeface="Courier New" panose="02070309020205020404" pitchFamily="49" charset="0"/>
              </a:rPr>
              <a:t>MI::destructor</a:t>
            </a:r>
          </a:p>
          <a:p>
            <a:pPr eaLnBrk="1" hangingPunct="1">
              <a:lnSpc>
                <a:spcPct val="80000"/>
              </a:lnSpc>
              <a:spcBef>
                <a:spcPct val="20000"/>
              </a:spcBef>
              <a:buClr>
                <a:schemeClr val="accent1"/>
              </a:buClr>
              <a:buSzPct val="65000"/>
            </a:pPr>
            <a:r>
              <a:rPr lang="es-ES" altLang="en-US" sz="1600" b="1">
                <a:latin typeface="Courier New" panose="02070309020205020404" pitchFamily="49" charset="0"/>
                <a:cs typeface="Courier New" panose="02070309020205020404" pitchFamily="49" charset="0"/>
              </a:rPr>
              <a:t>Z::destructor</a:t>
            </a:r>
          </a:p>
          <a:p>
            <a:pPr eaLnBrk="1" hangingPunct="1">
              <a:lnSpc>
                <a:spcPct val="80000"/>
              </a:lnSpc>
              <a:spcBef>
                <a:spcPct val="20000"/>
              </a:spcBef>
              <a:buClr>
                <a:schemeClr val="accent1"/>
              </a:buClr>
              <a:buSzPct val="65000"/>
            </a:pPr>
            <a:r>
              <a:rPr lang="es-ES" altLang="en-US" sz="1600" b="1">
                <a:latin typeface="Courier New" panose="02070309020205020404" pitchFamily="49" charset="0"/>
                <a:cs typeface="Courier New" panose="02070309020205020404" pitchFamily="49" charset="0"/>
              </a:rPr>
              <a:t>Y::destructor</a:t>
            </a:r>
          </a:p>
          <a:p>
            <a:pPr eaLnBrk="1" hangingPunct="1">
              <a:lnSpc>
                <a:spcPct val="80000"/>
              </a:lnSpc>
              <a:spcBef>
                <a:spcPct val="20000"/>
              </a:spcBef>
              <a:buClr>
                <a:schemeClr val="accent1"/>
              </a:buClr>
              <a:buSzPct val="65000"/>
            </a:pPr>
            <a:r>
              <a:rPr lang="es-ES" altLang="en-US" sz="1600" b="1">
                <a:latin typeface="Courier New" panose="02070309020205020404" pitchFamily="49" charset="0"/>
                <a:cs typeface="Courier New" panose="02070309020205020404" pitchFamily="49" charset="0"/>
              </a:rPr>
              <a:t>X::destructor</a:t>
            </a:r>
          </a:p>
          <a:p>
            <a:pPr eaLnBrk="1" hangingPunct="1">
              <a:lnSpc>
                <a:spcPct val="80000"/>
              </a:lnSpc>
              <a:spcBef>
                <a:spcPct val="20000"/>
              </a:spcBef>
              <a:buClr>
                <a:schemeClr val="accent1"/>
              </a:buClr>
              <a:buSzPct val="65000"/>
            </a:pPr>
            <a:r>
              <a:rPr lang="es-ES" altLang="en-US" sz="1600" b="1">
                <a:latin typeface="Courier New" panose="02070309020205020404" pitchFamily="49" charset="0"/>
                <a:cs typeface="Courier New" panose="02070309020205020404" pitchFamily="49" charset="0"/>
              </a:rPr>
              <a:t>C::destructor</a:t>
            </a:r>
          </a:p>
          <a:p>
            <a:pPr eaLnBrk="1" hangingPunct="1">
              <a:lnSpc>
                <a:spcPct val="80000"/>
              </a:lnSpc>
              <a:spcBef>
                <a:spcPct val="20000"/>
              </a:spcBef>
              <a:buClr>
                <a:schemeClr val="accent1"/>
              </a:buClr>
              <a:buSzPct val="65000"/>
            </a:pPr>
            <a:r>
              <a:rPr lang="es-ES" altLang="en-US" sz="1600" b="1">
                <a:latin typeface="Courier New" panose="02070309020205020404" pitchFamily="49" charset="0"/>
                <a:cs typeface="Courier New" panose="02070309020205020404" pitchFamily="49" charset="0"/>
              </a:rPr>
              <a:t>B::destructor</a:t>
            </a:r>
          </a:p>
          <a:p>
            <a:pPr eaLnBrk="1" hangingPunct="1">
              <a:lnSpc>
                <a:spcPct val="80000"/>
              </a:lnSpc>
              <a:spcBef>
                <a:spcPct val="20000"/>
              </a:spcBef>
              <a:buClr>
                <a:schemeClr val="accent1"/>
              </a:buClr>
              <a:buSzPct val="65000"/>
            </a:pPr>
            <a:r>
              <a:rPr lang="es-ES" altLang="en-US" sz="1600" b="1">
                <a:latin typeface="Courier New" panose="02070309020205020404" pitchFamily="49" charset="0"/>
                <a:cs typeface="Courier New" panose="02070309020205020404" pitchFamily="49" charset="0"/>
              </a:rPr>
              <a:t>A::destructor</a:t>
            </a:r>
            <a:endParaRPr lang="en-US" altLang="en-US" sz="1600" b="1">
              <a:latin typeface="Courier New" panose="02070309020205020404" pitchFamily="49" charset="0"/>
              <a:cs typeface="Courier New" panose="02070309020205020404" pitchFamily="49" charset="0"/>
            </a:endParaRPr>
          </a:p>
          <a:p>
            <a:pPr eaLnBrk="1" hangingPunct="1">
              <a:lnSpc>
                <a:spcPct val="80000"/>
              </a:lnSpc>
              <a:spcBef>
                <a:spcPct val="20000"/>
              </a:spcBef>
              <a:buClr>
                <a:schemeClr val="accent1"/>
              </a:buClr>
              <a:buSzPct val="65000"/>
            </a:pPr>
            <a:endParaRPr lang="en-US" altLang="en-US" sz="1600" b="1">
              <a:latin typeface="Courier New" panose="02070309020205020404" pitchFamily="49" charset="0"/>
              <a:cs typeface="Courier New" panose="02070309020205020404" pitchFamily="49" charset="0"/>
            </a:endParaRPr>
          </a:p>
          <a:p>
            <a:pPr eaLnBrk="1" hangingPunct="1">
              <a:lnSpc>
                <a:spcPct val="80000"/>
              </a:lnSpc>
              <a:spcBef>
                <a:spcPct val="20000"/>
              </a:spcBef>
              <a:buClr>
                <a:schemeClr val="accent1"/>
              </a:buClr>
              <a:buSzPct val="65000"/>
            </a:pPr>
            <a:endParaRPr lang="en-US" altLang="en-US" sz="1600" b="1">
              <a:solidFill>
                <a:schemeClr val="accent2"/>
              </a:solidFill>
              <a:latin typeface="Courier New" panose="02070309020205020404" pitchFamily="49" charset="0"/>
              <a:cs typeface="Courier New" panose="02070309020205020404" pitchFamily="49"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49394FB4-8DCF-5EF9-04F3-F47F87175F52}"/>
              </a:ext>
            </a:extLst>
          </p:cNvPr>
          <p:cNvSpPr>
            <a:spLocks noGrp="1"/>
          </p:cNvSpPr>
          <p:nvPr>
            <p:ph type="title"/>
          </p:nvPr>
        </p:nvSpPr>
        <p:spPr/>
        <p:txBody>
          <a:bodyPr/>
          <a:lstStyle/>
          <a:p>
            <a:r>
              <a:rPr lang="en-US" altLang="en-US" sz="3600">
                <a:latin typeface="Arial" panose="020B0604020202020204" pitchFamily="34" charset="0"/>
                <a:cs typeface="Arial" panose="020B0604020202020204" pitchFamily="34" charset="0"/>
              </a:rPr>
              <a:t>All Base Class Constructors are Called</a:t>
            </a:r>
            <a:endParaRPr lang="en-IN" altLang="en-US" sz="3600"/>
          </a:p>
        </p:txBody>
      </p:sp>
      <p:sp>
        <p:nvSpPr>
          <p:cNvPr id="63491" name="Slide Number Placeholder 3">
            <a:extLst>
              <a:ext uri="{FF2B5EF4-FFF2-40B4-BE49-F238E27FC236}">
                <a16:creationId xmlns:a16="http://schemas.microsoft.com/office/drawing/2014/main" id="{07672F25-DF20-7FB7-19E7-D0B84DC1391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D2263C2-A1C8-4C28-A045-289701E4602B}" type="slidenum">
              <a:rPr lang="en-US" altLang="en-US">
                <a:latin typeface="Times New Roman" panose="02020603050405020304" pitchFamily="18" charset="0"/>
              </a:rPr>
              <a:pPr/>
              <a:t>51</a:t>
            </a:fld>
            <a:endParaRPr lang="en-US" altLang="en-US">
              <a:latin typeface="Times New Roman" panose="02020603050405020304" pitchFamily="18" charset="0"/>
            </a:endParaRPr>
          </a:p>
        </p:txBody>
      </p:sp>
      <p:sp>
        <p:nvSpPr>
          <p:cNvPr id="63492" name="Rectangle 3">
            <a:extLst>
              <a:ext uri="{FF2B5EF4-FFF2-40B4-BE49-F238E27FC236}">
                <a16:creationId xmlns:a16="http://schemas.microsoft.com/office/drawing/2014/main" id="{BE8A4248-CD7B-B71E-F13C-A5AD62EB8341}"/>
              </a:ext>
            </a:extLst>
          </p:cNvPr>
          <p:cNvSpPr txBox="1">
            <a:spLocks noChangeArrowheads="1"/>
          </p:cNvSpPr>
          <p:nvPr/>
        </p:nvSpPr>
        <p:spPr bwMode="auto">
          <a:xfrm>
            <a:off x="381000" y="838200"/>
            <a:ext cx="45720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 X and Y as declared previously</a:t>
            </a:r>
          </a:p>
          <a:p>
            <a:pPr>
              <a:spcBef>
                <a:spcPct val="20000"/>
              </a:spcBef>
              <a:buClr>
                <a:srgbClr val="35742A"/>
              </a:buClr>
              <a:buSzPct val="65000"/>
            </a:pPr>
            <a:r>
              <a:rPr lang="en-US" altLang="en-US" sz="1600" b="1">
                <a:solidFill>
                  <a:srgbClr val="C00000"/>
                </a:solidFill>
                <a:latin typeface="Courier New" panose="02070309020205020404" pitchFamily="49" charset="0"/>
                <a:cs typeface="Courier New" panose="02070309020205020404" pitchFamily="49" charset="0"/>
              </a:rPr>
              <a:t>class R : public X, public Y {</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public:</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R(char xC, char yC, int numx): Y(yC), X(xC), rInt(numx) {cout &lt;&lt;   </a:t>
            </a:r>
          </a:p>
          <a:p>
            <a:pPr>
              <a:spcBef>
                <a:spcPct val="20000"/>
              </a:spcBef>
              <a:buClr>
                <a:srgbClr val="35742A"/>
              </a:buClr>
              <a:buSzPct val="65000"/>
            </a:pPr>
            <a:r>
              <a:rPr lang="en-US" altLang="ja-JP" sz="1600" b="1">
                <a:latin typeface="Courier New" panose="02070309020205020404" pitchFamily="49" charset="0"/>
                <a:ea typeface="MS PGothic" panose="020B0600070205080204" pitchFamily="34" charset="-128"/>
                <a:cs typeface="Courier New" panose="02070309020205020404" pitchFamily="49" charset="0"/>
              </a:rPr>
              <a:t> </a:t>
            </a:r>
            <a:r>
              <a:rPr lang="en-US" altLang="en-US" sz="1600" b="1">
                <a:latin typeface="Courier New" panose="02070309020205020404" pitchFamily="49" charset="0"/>
                <a:cs typeface="Courier New" panose="02070309020205020404" pitchFamily="49" charset="0"/>
              </a:rPr>
              <a:t>"</a:t>
            </a:r>
            <a:r>
              <a:rPr lang="en-US" altLang="ja-JP" sz="1600" b="1">
                <a:latin typeface="Courier New" panose="02070309020205020404" pitchFamily="49" charset="0"/>
                <a:ea typeface="MS PGothic" panose="020B0600070205080204" pitchFamily="34" charset="-128"/>
              </a:rPr>
              <a:t>R::constructor</a:t>
            </a:r>
            <a:r>
              <a:rPr lang="en-US" altLang="en-US" sz="1600" b="1">
                <a:latin typeface="Courier New" panose="02070309020205020404" pitchFamily="49" charset="0"/>
                <a:cs typeface="Courier New" panose="02070309020205020404" pitchFamily="49" charset="0"/>
              </a:rPr>
              <a:t>"</a:t>
            </a:r>
            <a:r>
              <a:rPr lang="en-US" altLang="ja-JP" sz="1600" b="1">
                <a:latin typeface="Courier New" panose="02070309020205020404" pitchFamily="49" charset="0"/>
                <a:ea typeface="MS PGothic" panose="020B0600070205080204" pitchFamily="34" charset="-128"/>
              </a:rPr>
              <a:t> &lt;&lt; endl;}</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~R() {</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cout &lt;&lt; "</a:t>
            </a:r>
            <a:r>
              <a:rPr lang="en-US" altLang="ja-JP" sz="1600" b="1">
                <a:latin typeface="Courier New" panose="02070309020205020404" pitchFamily="49" charset="0"/>
                <a:ea typeface="MS PGothic" panose="020B0600070205080204" pitchFamily="34" charset="-128"/>
              </a:rPr>
              <a:t>R::destructor</a:t>
            </a:r>
            <a:r>
              <a:rPr lang="en-US" altLang="en-US" sz="1600" b="1">
                <a:latin typeface="Courier New" panose="02070309020205020404" pitchFamily="49" charset="0"/>
                <a:cs typeface="Courier New" panose="02070309020205020404" pitchFamily="49" charset="0"/>
              </a:rPr>
              <a:t>" </a:t>
            </a:r>
            <a:r>
              <a:rPr lang="en-US" altLang="ja-JP" sz="1600" b="1">
                <a:latin typeface="Courier New" panose="02070309020205020404" pitchFamily="49" charset="0"/>
                <a:ea typeface="MS PGothic" panose="020B0600070205080204" pitchFamily="34" charset="-128"/>
              </a:rPr>
              <a:t>&lt;&lt;endl;}</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protected:</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int rInt;</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a:t>
            </a:r>
          </a:p>
          <a:p>
            <a:pPr>
              <a:spcBef>
                <a:spcPct val="20000"/>
              </a:spcBef>
              <a:buClr>
                <a:srgbClr val="35742A"/>
              </a:buClr>
              <a:buSzPct val="65000"/>
            </a:pPr>
            <a:r>
              <a:rPr lang="en-US" altLang="en-US" sz="1600" b="1">
                <a:solidFill>
                  <a:srgbClr val="C00000"/>
                </a:solidFill>
                <a:latin typeface="Courier New" panose="02070309020205020404" pitchFamily="49" charset="0"/>
                <a:cs typeface="Courier New" panose="02070309020205020404" pitchFamily="49" charset="0"/>
              </a:rPr>
              <a:t>class S : public Y, public X {</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public:</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S(char yC, int numx): Y(yC), sInt(numx)  {cout &lt;&lt; "S::constructor"&lt;&lt;endl;}</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~S() {cout &lt;&lt; "S::destructor"&lt;&lt;endl;}</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protected:</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int sInt;</a:t>
            </a:r>
          </a:p>
          <a:p>
            <a:pPr>
              <a:spcBef>
                <a:spcPct val="20000"/>
              </a:spcBef>
              <a:buClr>
                <a:srgbClr val="35742A"/>
              </a:buClr>
              <a:buSzPct val="65000"/>
            </a:pPr>
            <a:r>
              <a:rPr lang="en-US" altLang="en-US" sz="1600" b="1">
                <a:latin typeface="Courier New" panose="02070309020205020404" pitchFamily="49" charset="0"/>
                <a:cs typeface="Courier New" panose="02070309020205020404" pitchFamily="49" charset="0"/>
              </a:rPr>
              <a:t>};</a:t>
            </a:r>
          </a:p>
          <a:p>
            <a:pPr eaLnBrk="1" hangingPunct="1">
              <a:lnSpc>
                <a:spcPct val="80000"/>
              </a:lnSpc>
              <a:spcBef>
                <a:spcPct val="20000"/>
              </a:spcBef>
              <a:buClr>
                <a:srgbClr val="35742A"/>
              </a:buClr>
              <a:buSzPct val="65000"/>
            </a:pPr>
            <a:endParaRPr lang="en-US" altLang="en-US" sz="1600" b="1">
              <a:latin typeface="Courier New" panose="02070309020205020404" pitchFamily="49" charset="0"/>
              <a:cs typeface="Courier New" panose="02070309020205020404" pitchFamily="49" charset="0"/>
            </a:endParaRPr>
          </a:p>
        </p:txBody>
      </p:sp>
      <p:sp>
        <p:nvSpPr>
          <p:cNvPr id="63493" name="Rectangle 4">
            <a:extLst>
              <a:ext uri="{FF2B5EF4-FFF2-40B4-BE49-F238E27FC236}">
                <a16:creationId xmlns:a16="http://schemas.microsoft.com/office/drawing/2014/main" id="{EF2F9263-D8BA-8E6D-ECE4-F4A173389F9F}"/>
              </a:ext>
            </a:extLst>
          </p:cNvPr>
          <p:cNvSpPr txBox="1">
            <a:spLocks noChangeArrowheads="1"/>
          </p:cNvSpPr>
          <p:nvPr/>
        </p:nvSpPr>
        <p:spPr bwMode="auto">
          <a:xfrm>
            <a:off x="4876800" y="1066800"/>
            <a:ext cx="41910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int main ( ) {</a:t>
            </a: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  R</a:t>
            </a:r>
            <a:r>
              <a:rPr lang="pl-PL" altLang="en-US" sz="1600" b="1">
                <a:latin typeface="Courier New" panose="02070309020205020404" pitchFamily="49" charset="0"/>
                <a:cs typeface="Courier New" panose="02070309020205020404" pitchFamily="49" charset="0"/>
              </a:rPr>
              <a:t> </a:t>
            </a:r>
            <a:r>
              <a:rPr lang="en-US" altLang="en-US" sz="1600" b="1">
                <a:latin typeface="Courier New" panose="02070309020205020404" pitchFamily="49" charset="0"/>
                <a:cs typeface="Courier New" panose="02070309020205020404" pitchFamily="49" charset="0"/>
              </a:rPr>
              <a:t>r</a:t>
            </a:r>
            <a:r>
              <a:rPr lang="pl-PL" altLang="en-US" sz="1600" b="1">
                <a:latin typeface="Courier New" panose="02070309020205020404" pitchFamily="49" charset="0"/>
                <a:cs typeface="Courier New" panose="02070309020205020404" pitchFamily="49" charset="0"/>
              </a:rPr>
              <a:t> (</a:t>
            </a:r>
            <a:r>
              <a:rPr lang="en-US" altLang="ja-JP" sz="1600" b="1">
                <a:latin typeface="Courier New" panose="02070309020205020404" pitchFamily="49" charset="0"/>
                <a:ea typeface="MS PGothic" panose="020B0600070205080204" pitchFamily="34" charset="-128"/>
                <a:cs typeface="Courier New" panose="02070309020205020404" pitchFamily="49" charset="0"/>
              </a:rPr>
              <a:t>'x'</a:t>
            </a:r>
            <a:r>
              <a:rPr lang="pl-PL" altLang="ja-JP" sz="1600" b="1">
                <a:latin typeface="Courier New" panose="02070309020205020404" pitchFamily="49" charset="0"/>
                <a:cs typeface="Courier New" panose="02070309020205020404" pitchFamily="49" charset="0"/>
              </a:rPr>
              <a:t>, </a:t>
            </a:r>
            <a:r>
              <a:rPr lang="en-US" altLang="ja-JP" sz="1600" b="1">
                <a:latin typeface="Courier New" panose="02070309020205020404" pitchFamily="49" charset="0"/>
                <a:ea typeface="MS PGothic" panose="020B0600070205080204" pitchFamily="34" charset="-128"/>
              </a:rPr>
              <a:t>'y</a:t>
            </a:r>
            <a:r>
              <a:rPr lang="pl-PL" altLang="ja-JP" sz="1600" b="1">
                <a:latin typeface="Courier New" panose="02070309020205020404" pitchFamily="49" charset="0"/>
                <a:cs typeface="Courier New" panose="02070309020205020404" pitchFamily="49" charset="0"/>
              </a:rPr>
              <a:t>', 8);</a:t>
            </a:r>
          </a:p>
          <a:p>
            <a:pPr eaLnBrk="1" hangingPunct="1">
              <a:lnSpc>
                <a:spcPct val="80000"/>
              </a:lnSpc>
              <a:spcBef>
                <a:spcPct val="20000"/>
              </a:spcBef>
              <a:buClr>
                <a:schemeClr val="accent1"/>
              </a:buClr>
              <a:buSzPct val="65000"/>
            </a:pPr>
            <a:r>
              <a:rPr lang="pl-PL" altLang="en-US" sz="1600" b="1">
                <a:latin typeface="Courier New" panose="02070309020205020404" pitchFamily="49" charset="0"/>
                <a:cs typeface="Courier New" panose="02070309020205020404" pitchFamily="49" charset="0"/>
              </a:rPr>
              <a:t>  return 0;</a:t>
            </a:r>
            <a:endParaRPr lang="en-US" altLang="en-US" sz="1600" b="1">
              <a:latin typeface="Courier New" panose="02070309020205020404" pitchFamily="49" charset="0"/>
              <a:cs typeface="Courier New" panose="02070309020205020404" pitchFamily="49" charset="0"/>
            </a:endParaRP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a:t>
            </a:r>
          </a:p>
          <a:p>
            <a:pPr eaLnBrk="1" hangingPunct="1">
              <a:lnSpc>
                <a:spcPct val="80000"/>
              </a:lnSpc>
              <a:spcBef>
                <a:spcPct val="20000"/>
              </a:spcBef>
              <a:buClr>
                <a:schemeClr val="accent1"/>
              </a:buClr>
              <a:buSzPct val="65000"/>
            </a:pPr>
            <a:r>
              <a:rPr lang="en-US" altLang="en-US" sz="1600" b="1">
                <a:solidFill>
                  <a:srgbClr val="C00000"/>
                </a:solidFill>
                <a:latin typeface="Courier New" panose="02070309020205020404" pitchFamily="49" charset="0"/>
                <a:cs typeface="Courier New" panose="02070309020205020404" pitchFamily="49" charset="0"/>
              </a:rPr>
              <a:t>Output:</a:t>
            </a:r>
          </a:p>
          <a:p>
            <a:pPr eaLnBrk="1" hangingPunct="1">
              <a:lnSpc>
                <a:spcPct val="80000"/>
              </a:lnSpc>
              <a:spcBef>
                <a:spcPct val="20000"/>
              </a:spcBef>
              <a:buClr>
                <a:schemeClr val="accent1"/>
              </a:buClr>
              <a:buSzPct val="65000"/>
            </a:pPr>
            <a:r>
              <a:rPr lang="es-ES" altLang="en-US" sz="1600" b="1">
                <a:solidFill>
                  <a:srgbClr val="C00000"/>
                </a:solidFill>
                <a:latin typeface="Courier New" panose="02070309020205020404" pitchFamily="49" charset="0"/>
                <a:cs typeface="Courier New" panose="02070309020205020404" pitchFamily="49" charset="0"/>
              </a:rPr>
              <a:t>X::constructor</a:t>
            </a:r>
          </a:p>
          <a:p>
            <a:pPr eaLnBrk="1" hangingPunct="1">
              <a:lnSpc>
                <a:spcPct val="80000"/>
              </a:lnSpc>
              <a:spcBef>
                <a:spcPct val="20000"/>
              </a:spcBef>
              <a:buClr>
                <a:schemeClr val="accent1"/>
              </a:buClr>
              <a:buSzPct val="65000"/>
            </a:pPr>
            <a:r>
              <a:rPr lang="es-ES" altLang="en-US" sz="1600" b="1">
                <a:solidFill>
                  <a:srgbClr val="C00000"/>
                </a:solidFill>
                <a:latin typeface="Courier New" panose="02070309020205020404" pitchFamily="49" charset="0"/>
                <a:cs typeface="Courier New" panose="02070309020205020404" pitchFamily="49" charset="0"/>
              </a:rPr>
              <a:t>Y::constructor</a:t>
            </a:r>
          </a:p>
          <a:p>
            <a:pPr eaLnBrk="1" hangingPunct="1">
              <a:lnSpc>
                <a:spcPct val="80000"/>
              </a:lnSpc>
              <a:spcBef>
                <a:spcPct val="20000"/>
              </a:spcBef>
              <a:buClr>
                <a:schemeClr val="accent1"/>
              </a:buClr>
              <a:buSzPct val="65000"/>
            </a:pPr>
            <a:r>
              <a:rPr lang="es-ES" altLang="en-US" sz="1600" b="1">
                <a:solidFill>
                  <a:srgbClr val="C00000"/>
                </a:solidFill>
                <a:latin typeface="Courier New" panose="02070309020205020404" pitchFamily="49" charset="0"/>
                <a:cs typeface="Courier New" panose="02070309020205020404" pitchFamily="49" charset="0"/>
              </a:rPr>
              <a:t>R::constructor</a:t>
            </a:r>
          </a:p>
          <a:p>
            <a:pPr eaLnBrk="1" hangingPunct="1">
              <a:lnSpc>
                <a:spcPct val="80000"/>
              </a:lnSpc>
              <a:spcBef>
                <a:spcPct val="20000"/>
              </a:spcBef>
              <a:buClr>
                <a:schemeClr val="accent1"/>
              </a:buClr>
              <a:buSzPct val="65000"/>
            </a:pPr>
            <a:r>
              <a:rPr lang="es-ES" altLang="en-US" sz="1600" b="1">
                <a:solidFill>
                  <a:srgbClr val="C00000"/>
                </a:solidFill>
                <a:latin typeface="Courier New" panose="02070309020205020404" pitchFamily="49" charset="0"/>
                <a:cs typeface="Courier New" panose="02070309020205020404" pitchFamily="49" charset="0"/>
              </a:rPr>
              <a:t>R::destructor</a:t>
            </a:r>
          </a:p>
          <a:p>
            <a:pPr eaLnBrk="1" hangingPunct="1">
              <a:lnSpc>
                <a:spcPct val="80000"/>
              </a:lnSpc>
              <a:spcBef>
                <a:spcPct val="20000"/>
              </a:spcBef>
              <a:buClr>
                <a:schemeClr val="accent1"/>
              </a:buClr>
              <a:buSzPct val="65000"/>
            </a:pPr>
            <a:r>
              <a:rPr lang="es-ES" altLang="en-US" sz="1600" b="1">
                <a:solidFill>
                  <a:srgbClr val="C00000"/>
                </a:solidFill>
                <a:latin typeface="Courier New" panose="02070309020205020404" pitchFamily="49" charset="0"/>
                <a:cs typeface="Courier New" panose="02070309020205020404" pitchFamily="49" charset="0"/>
              </a:rPr>
              <a:t>Y::destructor</a:t>
            </a:r>
          </a:p>
          <a:p>
            <a:pPr eaLnBrk="1" hangingPunct="1">
              <a:lnSpc>
                <a:spcPct val="80000"/>
              </a:lnSpc>
              <a:spcBef>
                <a:spcPct val="20000"/>
              </a:spcBef>
              <a:buClr>
                <a:schemeClr val="accent1"/>
              </a:buClr>
              <a:buSzPct val="65000"/>
            </a:pPr>
            <a:r>
              <a:rPr lang="es-ES" altLang="en-US" sz="1600" b="1">
                <a:solidFill>
                  <a:srgbClr val="C00000"/>
                </a:solidFill>
                <a:latin typeface="Courier New" panose="02070309020205020404" pitchFamily="49" charset="0"/>
                <a:cs typeface="Courier New" panose="02070309020205020404" pitchFamily="49" charset="0"/>
              </a:rPr>
              <a:t>X::destructor</a:t>
            </a:r>
          </a:p>
          <a:p>
            <a:pPr eaLnBrk="1" hangingPunct="1">
              <a:lnSpc>
                <a:spcPct val="80000"/>
              </a:lnSpc>
              <a:spcBef>
                <a:spcPct val="20000"/>
              </a:spcBef>
              <a:buClr>
                <a:schemeClr val="accent1"/>
              </a:buClr>
              <a:buSzPct val="65000"/>
            </a:pPr>
            <a:endParaRPr lang="en-US" altLang="en-US" sz="1600" b="1">
              <a:latin typeface="Courier New" panose="02070309020205020404" pitchFamily="49" charset="0"/>
              <a:cs typeface="Courier New" panose="02070309020205020404" pitchFamily="49" charset="0"/>
            </a:endParaRP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int main () {</a:t>
            </a: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  S s('y', 10);</a:t>
            </a: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  return 0;</a:t>
            </a:r>
          </a:p>
          <a:p>
            <a:pPr eaLnBrk="1" hangingPunct="1">
              <a:lnSpc>
                <a:spcPct val="80000"/>
              </a:lnSpc>
              <a:spcBef>
                <a:spcPct val="20000"/>
              </a:spcBef>
              <a:buClr>
                <a:schemeClr val="accent1"/>
              </a:buClr>
              <a:buSzPct val="65000"/>
            </a:pPr>
            <a:r>
              <a:rPr lang="en-US" altLang="en-US" sz="1600" b="1">
                <a:latin typeface="Courier New" panose="02070309020205020404" pitchFamily="49" charset="0"/>
                <a:cs typeface="Courier New" panose="02070309020205020404" pitchFamily="49" charset="0"/>
              </a:rPr>
              <a:t>}</a:t>
            </a:r>
          </a:p>
          <a:p>
            <a:pPr eaLnBrk="1" hangingPunct="1">
              <a:lnSpc>
                <a:spcPct val="80000"/>
              </a:lnSpc>
              <a:spcBef>
                <a:spcPct val="20000"/>
              </a:spcBef>
              <a:buClr>
                <a:schemeClr val="accent1"/>
              </a:buClr>
              <a:buSzPct val="65000"/>
            </a:pPr>
            <a:r>
              <a:rPr lang="en-US" altLang="en-US" sz="1600" b="1">
                <a:solidFill>
                  <a:srgbClr val="C00000"/>
                </a:solidFill>
                <a:latin typeface="Courier New" panose="02070309020205020404" pitchFamily="49" charset="0"/>
                <a:cs typeface="Courier New" panose="02070309020205020404" pitchFamily="49" charset="0"/>
              </a:rPr>
              <a:t>Output:</a:t>
            </a:r>
          </a:p>
          <a:p>
            <a:pPr eaLnBrk="1" hangingPunct="1">
              <a:lnSpc>
                <a:spcPct val="80000"/>
              </a:lnSpc>
              <a:spcBef>
                <a:spcPct val="20000"/>
              </a:spcBef>
              <a:buClr>
                <a:schemeClr val="accent1"/>
              </a:buClr>
              <a:buSzPct val="65000"/>
            </a:pPr>
            <a:r>
              <a:rPr lang="es-ES" altLang="en-US" sz="1600" b="1">
                <a:solidFill>
                  <a:srgbClr val="C00000"/>
                </a:solidFill>
                <a:latin typeface="Courier New" panose="02070309020205020404" pitchFamily="49" charset="0"/>
                <a:cs typeface="Courier New" panose="02070309020205020404" pitchFamily="49" charset="0"/>
              </a:rPr>
              <a:t>Y::constructor</a:t>
            </a:r>
          </a:p>
          <a:p>
            <a:pPr eaLnBrk="1" hangingPunct="1">
              <a:lnSpc>
                <a:spcPct val="80000"/>
              </a:lnSpc>
              <a:spcBef>
                <a:spcPct val="20000"/>
              </a:spcBef>
              <a:buClr>
                <a:schemeClr val="accent1"/>
              </a:buClr>
              <a:buSzPct val="65000"/>
            </a:pPr>
            <a:r>
              <a:rPr lang="es-ES" altLang="en-US" sz="1600" b="1">
                <a:solidFill>
                  <a:srgbClr val="C00000"/>
                </a:solidFill>
                <a:latin typeface="Courier New" panose="02070309020205020404" pitchFamily="49" charset="0"/>
                <a:cs typeface="Courier New" panose="02070309020205020404" pitchFamily="49" charset="0"/>
              </a:rPr>
              <a:t>X::default constructor</a:t>
            </a:r>
          </a:p>
          <a:p>
            <a:pPr eaLnBrk="1" hangingPunct="1">
              <a:lnSpc>
                <a:spcPct val="80000"/>
              </a:lnSpc>
              <a:spcBef>
                <a:spcPct val="20000"/>
              </a:spcBef>
              <a:buClr>
                <a:schemeClr val="accent1"/>
              </a:buClr>
              <a:buSzPct val="65000"/>
            </a:pPr>
            <a:r>
              <a:rPr lang="es-ES" altLang="en-US" sz="1600" b="1">
                <a:solidFill>
                  <a:srgbClr val="C00000"/>
                </a:solidFill>
                <a:latin typeface="Courier New" panose="02070309020205020404" pitchFamily="49" charset="0"/>
                <a:cs typeface="Courier New" panose="02070309020205020404" pitchFamily="49" charset="0"/>
              </a:rPr>
              <a:t>S::constructor</a:t>
            </a:r>
          </a:p>
          <a:p>
            <a:pPr eaLnBrk="1" hangingPunct="1">
              <a:lnSpc>
                <a:spcPct val="80000"/>
              </a:lnSpc>
              <a:spcBef>
                <a:spcPct val="20000"/>
              </a:spcBef>
              <a:buClr>
                <a:schemeClr val="accent1"/>
              </a:buClr>
              <a:buSzPct val="65000"/>
            </a:pPr>
            <a:r>
              <a:rPr lang="es-ES" altLang="en-US" sz="1600" b="1">
                <a:solidFill>
                  <a:srgbClr val="C00000"/>
                </a:solidFill>
                <a:latin typeface="Courier New" panose="02070309020205020404" pitchFamily="49" charset="0"/>
                <a:cs typeface="Courier New" panose="02070309020205020404" pitchFamily="49" charset="0"/>
              </a:rPr>
              <a:t>S::destructor</a:t>
            </a:r>
          </a:p>
          <a:p>
            <a:pPr eaLnBrk="1" hangingPunct="1">
              <a:lnSpc>
                <a:spcPct val="80000"/>
              </a:lnSpc>
              <a:spcBef>
                <a:spcPct val="20000"/>
              </a:spcBef>
              <a:buClr>
                <a:schemeClr val="accent1"/>
              </a:buClr>
              <a:buSzPct val="65000"/>
            </a:pPr>
            <a:r>
              <a:rPr lang="es-ES" altLang="en-US" sz="1600" b="1">
                <a:solidFill>
                  <a:srgbClr val="C00000"/>
                </a:solidFill>
                <a:latin typeface="Courier New" panose="02070309020205020404" pitchFamily="49" charset="0"/>
                <a:cs typeface="Courier New" panose="02070309020205020404" pitchFamily="49" charset="0"/>
              </a:rPr>
              <a:t>X::destructor</a:t>
            </a:r>
          </a:p>
          <a:p>
            <a:pPr eaLnBrk="1" hangingPunct="1">
              <a:lnSpc>
                <a:spcPct val="80000"/>
              </a:lnSpc>
              <a:spcBef>
                <a:spcPct val="20000"/>
              </a:spcBef>
              <a:buClr>
                <a:schemeClr val="accent1"/>
              </a:buClr>
              <a:buSzPct val="65000"/>
            </a:pPr>
            <a:r>
              <a:rPr lang="es-ES" altLang="en-US" sz="1600" b="1">
                <a:solidFill>
                  <a:srgbClr val="C00000"/>
                </a:solidFill>
                <a:latin typeface="Courier New" panose="02070309020205020404" pitchFamily="49" charset="0"/>
                <a:cs typeface="Courier New" panose="02070309020205020404" pitchFamily="49" charset="0"/>
              </a:rPr>
              <a:t>Y::destructor</a:t>
            </a:r>
            <a:endParaRPr lang="en-US" altLang="en-US" sz="1600" b="1">
              <a:solidFill>
                <a:srgbClr val="C00000"/>
              </a:solidFill>
              <a:latin typeface="Courier New" panose="02070309020205020404" pitchFamily="49" charset="0"/>
              <a:cs typeface="Courier New" panose="02070309020205020404" pitchFamily="49"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39A8CEA6-E53E-D141-1B2C-43BF3B0DBCBD}"/>
              </a:ext>
            </a:extLst>
          </p:cNvPr>
          <p:cNvSpPr>
            <a:spLocks noGrp="1"/>
          </p:cNvSpPr>
          <p:nvPr>
            <p:ph type="title"/>
          </p:nvPr>
        </p:nvSpPr>
        <p:spPr/>
        <p:txBody>
          <a:bodyPr/>
          <a:lstStyle/>
          <a:p>
            <a:r>
              <a:rPr lang="en-IN" altLang="en-US"/>
              <a:t>Constructor Execution Order for Class Objects</a:t>
            </a:r>
            <a:br>
              <a:rPr lang="en-IN" altLang="en-US"/>
            </a:br>
            <a:endParaRPr lang="en-IN" altLang="en-US"/>
          </a:p>
        </p:txBody>
      </p:sp>
      <p:sp>
        <p:nvSpPr>
          <p:cNvPr id="3" name="Content Placeholder 2">
            <a:extLst>
              <a:ext uri="{FF2B5EF4-FFF2-40B4-BE49-F238E27FC236}">
                <a16:creationId xmlns:a16="http://schemas.microsoft.com/office/drawing/2014/main" id="{4B38150C-6346-26AB-4C8E-948277F53A19}"/>
              </a:ext>
            </a:extLst>
          </p:cNvPr>
          <p:cNvSpPr>
            <a:spLocks noGrp="1"/>
          </p:cNvSpPr>
          <p:nvPr>
            <p:ph idx="1"/>
          </p:nvPr>
        </p:nvSpPr>
        <p:spPr/>
        <p:txBody>
          <a:bodyPr/>
          <a:lstStyle/>
          <a:p>
            <a:pPr>
              <a:defRPr/>
            </a:pPr>
            <a:r>
              <a:rPr lang="en-IN" sz="2000" dirty="0"/>
              <a:t>Constructors of Virtual base classes are executed, in the order that they appear in the base list</a:t>
            </a:r>
          </a:p>
          <a:p>
            <a:pPr>
              <a:defRPr/>
            </a:pPr>
            <a:endParaRPr lang="en-IN" sz="2000" dirty="0"/>
          </a:p>
        </p:txBody>
      </p:sp>
      <p:sp>
        <p:nvSpPr>
          <p:cNvPr id="64516" name="Slide Number Placeholder 3">
            <a:extLst>
              <a:ext uri="{FF2B5EF4-FFF2-40B4-BE49-F238E27FC236}">
                <a16:creationId xmlns:a16="http://schemas.microsoft.com/office/drawing/2014/main" id="{A7695FB5-B35A-1EA3-F42F-3A52308B766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E1F135F-939A-4E1F-9EB8-3DF0E06E031F}" type="slidenum">
              <a:rPr lang="en-US" altLang="en-US">
                <a:latin typeface="Times New Roman" panose="02020603050405020304" pitchFamily="18" charset="0"/>
              </a:rPr>
              <a:pPr/>
              <a:t>52</a:t>
            </a:fld>
            <a:endParaRPr lang="en-US" altLang="en-US">
              <a:latin typeface="Times New Roman" panose="02020603050405020304" pitchFamily="18" charset="0"/>
            </a:endParaRPr>
          </a:p>
        </p:txBody>
      </p:sp>
      <p:sp>
        <p:nvSpPr>
          <p:cNvPr id="64517" name="Rectangle 5">
            <a:extLst>
              <a:ext uri="{FF2B5EF4-FFF2-40B4-BE49-F238E27FC236}">
                <a16:creationId xmlns:a16="http://schemas.microsoft.com/office/drawing/2014/main" id="{1E80A43E-DE1F-0460-7EE1-0413EE6142E4}"/>
              </a:ext>
            </a:extLst>
          </p:cNvPr>
          <p:cNvSpPr>
            <a:spLocks noChangeArrowheads="1"/>
          </p:cNvSpPr>
          <p:nvPr/>
        </p:nvSpPr>
        <p:spPr bwMode="auto">
          <a:xfrm>
            <a:off x="838200" y="2438400"/>
            <a:ext cx="80772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class V   { public: V() { cout &lt;&lt; "V()" &lt;&lt; endl; }   };</a:t>
            </a:r>
          </a:p>
          <a:p>
            <a:pPr eaLnBrk="1" hangingPunct="1"/>
            <a:r>
              <a:rPr lang="en-IN" altLang="en-US"/>
              <a:t>class V2 { public: V2() { cout &lt;&lt; "V2()" &lt;&lt; endl; } };</a:t>
            </a:r>
          </a:p>
          <a:p>
            <a:pPr eaLnBrk="1" hangingPunct="1"/>
            <a:r>
              <a:rPr lang="en-IN" altLang="en-US"/>
              <a:t>class A    { public: A() { cout &lt;&lt; "A()" &lt;&lt; endl; } };</a:t>
            </a:r>
          </a:p>
          <a:p>
            <a:pPr eaLnBrk="1" hangingPunct="1"/>
            <a:r>
              <a:rPr lang="en-IN" altLang="en-US"/>
              <a:t>class B : </a:t>
            </a:r>
            <a:r>
              <a:rPr lang="en-IN" altLang="en-US">
                <a:solidFill>
                  <a:srgbClr val="C00000"/>
                </a:solidFill>
              </a:rPr>
              <a:t>virtual V </a:t>
            </a:r>
            <a:r>
              <a:rPr lang="en-IN" altLang="en-US"/>
              <a:t>{  public: B() { cout &lt;&lt; "B()" &lt;&lt; endl; } };</a:t>
            </a:r>
          </a:p>
          <a:p>
            <a:pPr eaLnBrk="1" hangingPunct="1"/>
            <a:r>
              <a:rPr lang="en-IN" altLang="en-US"/>
              <a:t>class C : </a:t>
            </a:r>
            <a:r>
              <a:rPr lang="en-IN" altLang="en-US">
                <a:solidFill>
                  <a:srgbClr val="C00000"/>
                </a:solidFill>
              </a:rPr>
              <a:t>B, virtual V2 </a:t>
            </a:r>
            <a:r>
              <a:rPr lang="en-IN" altLang="en-US"/>
              <a:t>{  public: C() { cout &lt;&lt; "C()" &lt;&lt; endl; } };</a:t>
            </a:r>
          </a:p>
          <a:p>
            <a:pPr eaLnBrk="1" hangingPunct="1"/>
            <a:r>
              <a:rPr lang="en-IN" altLang="en-US"/>
              <a:t>class D : </a:t>
            </a:r>
            <a:r>
              <a:rPr lang="en-IN" altLang="en-US">
                <a:solidFill>
                  <a:srgbClr val="C00000"/>
                </a:solidFill>
              </a:rPr>
              <a:t>C, virtual V </a:t>
            </a:r>
            <a:r>
              <a:rPr lang="en-IN" altLang="en-US"/>
              <a:t>{  public: A obj_A;</a:t>
            </a:r>
          </a:p>
          <a:p>
            <a:pPr eaLnBrk="1" hangingPunct="1"/>
            <a:r>
              <a:rPr lang="en-IN" altLang="en-US"/>
              <a:t>                                                D() { cout &lt;&lt; "D()" &lt;&lt; endl; } };</a:t>
            </a:r>
          </a:p>
          <a:p>
            <a:pPr eaLnBrk="1" hangingPunct="1"/>
            <a:r>
              <a:rPr lang="en-IN" altLang="en-US"/>
              <a:t>int main() {</a:t>
            </a:r>
          </a:p>
          <a:p>
            <a:pPr eaLnBrk="1" hangingPunct="1"/>
            <a:r>
              <a:rPr lang="en-IN" altLang="en-US"/>
              <a:t>  D c;</a:t>
            </a:r>
          </a:p>
          <a:p>
            <a:pPr eaLnBrk="1" hangingPunct="1"/>
            <a:r>
              <a:rPr lang="en-IN" altLang="en-US"/>
              <a:t>}</a:t>
            </a:r>
          </a:p>
        </p:txBody>
      </p:sp>
      <p:sp>
        <p:nvSpPr>
          <p:cNvPr id="64518" name="Rectangle 7">
            <a:extLst>
              <a:ext uri="{FF2B5EF4-FFF2-40B4-BE49-F238E27FC236}">
                <a16:creationId xmlns:a16="http://schemas.microsoft.com/office/drawing/2014/main" id="{74A8DCB1-02FD-726F-927B-A58268078A79}"/>
              </a:ext>
            </a:extLst>
          </p:cNvPr>
          <p:cNvSpPr>
            <a:spLocks noChangeArrowheads="1"/>
          </p:cNvSpPr>
          <p:nvPr/>
        </p:nvSpPr>
        <p:spPr bwMode="auto">
          <a:xfrm>
            <a:off x="7562850" y="4114800"/>
            <a:ext cx="150495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pt-BR" altLang="en-US" b="1"/>
              <a:t>Output </a:t>
            </a:r>
          </a:p>
          <a:p>
            <a:pPr eaLnBrk="1" hangingPunct="1"/>
            <a:r>
              <a:rPr lang="pt-BR" altLang="en-US"/>
              <a:t>V()</a:t>
            </a:r>
          </a:p>
          <a:p>
            <a:pPr eaLnBrk="1" hangingPunct="1"/>
            <a:r>
              <a:rPr lang="pt-BR" altLang="en-US"/>
              <a:t>V2()</a:t>
            </a:r>
          </a:p>
          <a:p>
            <a:pPr eaLnBrk="1" hangingPunct="1"/>
            <a:r>
              <a:rPr lang="pt-BR" altLang="en-US"/>
              <a:t>B()</a:t>
            </a:r>
          </a:p>
          <a:p>
            <a:pPr eaLnBrk="1" hangingPunct="1"/>
            <a:r>
              <a:rPr lang="pt-BR" altLang="en-US"/>
              <a:t>C()</a:t>
            </a:r>
          </a:p>
          <a:p>
            <a:pPr eaLnBrk="1" hangingPunct="1"/>
            <a:r>
              <a:rPr lang="pt-BR" altLang="en-US"/>
              <a:t>A()</a:t>
            </a:r>
          </a:p>
          <a:p>
            <a:pPr eaLnBrk="1" hangingPunct="1"/>
            <a:r>
              <a:rPr lang="pt-BR" altLang="en-US"/>
              <a:t>D()</a:t>
            </a:r>
            <a:endParaRPr lang="en-I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59852AE4-C94E-B8DA-242A-C3E2EA641028}"/>
              </a:ext>
            </a:extLst>
          </p:cNvPr>
          <p:cNvSpPr>
            <a:spLocks noGrp="1"/>
          </p:cNvSpPr>
          <p:nvPr>
            <p:ph type="title"/>
          </p:nvPr>
        </p:nvSpPr>
        <p:spPr/>
        <p:txBody>
          <a:bodyPr/>
          <a:lstStyle/>
          <a:p>
            <a:r>
              <a:rPr lang="en-IN" altLang="en-US"/>
              <a:t>Order of Execution of Constructors</a:t>
            </a:r>
          </a:p>
        </p:txBody>
      </p:sp>
      <p:sp>
        <p:nvSpPr>
          <p:cNvPr id="65539" name="Slide Number Placeholder 3">
            <a:extLst>
              <a:ext uri="{FF2B5EF4-FFF2-40B4-BE49-F238E27FC236}">
                <a16:creationId xmlns:a16="http://schemas.microsoft.com/office/drawing/2014/main" id="{633F0EB4-313F-30DD-D76A-4A0FA99F7CD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7AB2489-7B49-4F66-949F-78C09BF5E172}" type="slidenum">
              <a:rPr lang="en-US" altLang="en-US">
                <a:latin typeface="Times New Roman" panose="02020603050405020304" pitchFamily="18" charset="0"/>
              </a:rPr>
              <a:pPr/>
              <a:t>53</a:t>
            </a:fld>
            <a:endParaRPr lang="en-US" altLang="en-US">
              <a:latin typeface="Times New Roman" panose="02020603050405020304" pitchFamily="18" charset="0"/>
            </a:endParaRPr>
          </a:p>
        </p:txBody>
      </p:sp>
      <p:pic>
        <p:nvPicPr>
          <p:cNvPr id="89090" name="Picture 2">
            <a:extLst>
              <a:ext uri="{FF2B5EF4-FFF2-40B4-BE49-F238E27FC236}">
                <a16:creationId xmlns:a16="http://schemas.microsoft.com/office/drawing/2014/main" id="{A2A5CF88-6B02-FEA2-413B-ED49F34469CB}"/>
              </a:ext>
            </a:extLst>
          </p:cNvPr>
          <p:cNvPicPr>
            <a:picLocks noChangeAspect="1" noChangeArrowheads="1"/>
          </p:cNvPicPr>
          <p:nvPr/>
        </p:nvPicPr>
        <p:blipFill>
          <a:blip r:embed="rId2"/>
          <a:srcRect/>
          <a:stretch>
            <a:fillRect/>
          </a:stretch>
        </p:blipFill>
        <p:spPr bwMode="auto">
          <a:xfrm>
            <a:off x="566738" y="1219200"/>
            <a:ext cx="7815262" cy="518160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6260F24C-AA50-577D-B556-D1143E0449E8}"/>
              </a:ext>
            </a:extLst>
          </p:cNvPr>
          <p:cNvSpPr>
            <a:spLocks noGrp="1"/>
          </p:cNvSpPr>
          <p:nvPr>
            <p:ph type="title"/>
          </p:nvPr>
        </p:nvSpPr>
        <p:spPr/>
        <p:txBody>
          <a:bodyPr/>
          <a:lstStyle/>
          <a:p>
            <a:r>
              <a:rPr lang="en-IN" altLang="en-US"/>
              <a:t>Whole/Part Relationships</a:t>
            </a:r>
            <a:br>
              <a:rPr lang="en-IN" altLang="en-US"/>
            </a:br>
            <a:endParaRPr lang="en-IN" altLang="en-US"/>
          </a:p>
        </p:txBody>
      </p:sp>
      <p:sp>
        <p:nvSpPr>
          <p:cNvPr id="3" name="Content Placeholder 2">
            <a:extLst>
              <a:ext uri="{FF2B5EF4-FFF2-40B4-BE49-F238E27FC236}">
                <a16:creationId xmlns:a16="http://schemas.microsoft.com/office/drawing/2014/main" id="{2DF8FA9F-35B9-4665-4650-CE267DE4C103}"/>
              </a:ext>
            </a:extLst>
          </p:cNvPr>
          <p:cNvSpPr>
            <a:spLocks noGrp="1"/>
          </p:cNvSpPr>
          <p:nvPr>
            <p:ph idx="1"/>
          </p:nvPr>
        </p:nvSpPr>
        <p:spPr/>
        <p:txBody>
          <a:bodyPr/>
          <a:lstStyle/>
          <a:p>
            <a:pPr>
              <a:defRPr/>
            </a:pPr>
            <a:r>
              <a:rPr lang="en-IN" sz="2000" dirty="0"/>
              <a:t>The inheritance relationship between two classes could be described as an "</a:t>
            </a:r>
            <a:r>
              <a:rPr lang="en-IN" sz="2000" dirty="0">
                <a:solidFill>
                  <a:srgbClr val="C00000"/>
                </a:solidFill>
              </a:rPr>
              <a:t>is a</a:t>
            </a:r>
            <a:r>
              <a:rPr lang="en-IN" sz="2000" dirty="0"/>
              <a:t>" relationship</a:t>
            </a:r>
          </a:p>
          <a:p>
            <a:pPr>
              <a:defRPr/>
            </a:pPr>
            <a:r>
              <a:rPr lang="en-IN" sz="2000" dirty="0"/>
              <a:t>The whole/part relationship, often exemplified by the "</a:t>
            </a:r>
            <a:r>
              <a:rPr lang="en-IN" sz="2000" dirty="0">
                <a:solidFill>
                  <a:srgbClr val="C00000"/>
                </a:solidFill>
              </a:rPr>
              <a:t>has a</a:t>
            </a:r>
            <a:r>
              <a:rPr lang="en-IN" sz="2000" dirty="0"/>
              <a:t>" phrase</a:t>
            </a:r>
          </a:p>
          <a:p>
            <a:pPr>
              <a:defRPr/>
            </a:pPr>
            <a:endParaRPr lang="en-IN" sz="2000" dirty="0"/>
          </a:p>
          <a:p>
            <a:pPr>
              <a:defRPr/>
            </a:pPr>
            <a:r>
              <a:rPr lang="en-IN" sz="2000" dirty="0"/>
              <a:t>There are two different ways of implementing the whole/part relationship in C++</a:t>
            </a:r>
          </a:p>
          <a:p>
            <a:pPr lvl="1">
              <a:defRPr/>
            </a:pPr>
            <a:r>
              <a:rPr lang="en-IN" sz="2000" dirty="0">
                <a:solidFill>
                  <a:srgbClr val="C00000"/>
                </a:solidFill>
              </a:rPr>
              <a:t>Aggregation</a:t>
            </a:r>
          </a:p>
          <a:p>
            <a:pPr lvl="1">
              <a:defRPr/>
            </a:pPr>
            <a:r>
              <a:rPr lang="en-IN" sz="2000" dirty="0">
                <a:solidFill>
                  <a:srgbClr val="C00000"/>
                </a:solidFill>
              </a:rPr>
              <a:t>Composition</a:t>
            </a:r>
          </a:p>
        </p:txBody>
      </p:sp>
      <p:sp>
        <p:nvSpPr>
          <p:cNvPr id="66564" name="Slide Number Placeholder 3">
            <a:extLst>
              <a:ext uri="{FF2B5EF4-FFF2-40B4-BE49-F238E27FC236}">
                <a16:creationId xmlns:a16="http://schemas.microsoft.com/office/drawing/2014/main" id="{D57CC6D3-82CC-74A1-F685-2FE11CCDA7D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17114E9-2CD8-445C-8FD8-FFE9DC7D394D}" type="slidenum">
              <a:rPr lang="en-US" altLang="en-US">
                <a:latin typeface="Times New Roman" panose="02020603050405020304" pitchFamily="18" charset="0"/>
              </a:rPr>
              <a:pPr/>
              <a:t>54</a:t>
            </a:fld>
            <a:endParaRPr lang="en-US" altLang="en-US">
              <a:latin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74CF7F44-1B4B-B358-8EF7-02F44C4E3014}"/>
              </a:ext>
            </a:extLst>
          </p:cNvPr>
          <p:cNvSpPr>
            <a:spLocks noGrp="1"/>
          </p:cNvSpPr>
          <p:nvPr>
            <p:ph type="title"/>
          </p:nvPr>
        </p:nvSpPr>
        <p:spPr/>
        <p:txBody>
          <a:bodyPr/>
          <a:lstStyle/>
          <a:p>
            <a:r>
              <a:rPr lang="en-IN" altLang="en-US"/>
              <a:t>Whole/Part Relationships</a:t>
            </a:r>
            <a:br>
              <a:rPr lang="en-IN" altLang="en-US"/>
            </a:br>
            <a:endParaRPr lang="en-IN" altLang="en-US"/>
          </a:p>
        </p:txBody>
      </p:sp>
      <p:sp>
        <p:nvSpPr>
          <p:cNvPr id="67587" name="Slide Number Placeholder 3">
            <a:extLst>
              <a:ext uri="{FF2B5EF4-FFF2-40B4-BE49-F238E27FC236}">
                <a16:creationId xmlns:a16="http://schemas.microsoft.com/office/drawing/2014/main" id="{F9C5CFD4-5361-46D8-71D3-F67E26BCA97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E6AF1D-58D2-4559-A206-943BB04A639E}" type="slidenum">
              <a:rPr lang="en-US" altLang="en-US">
                <a:latin typeface="Times New Roman" panose="02020603050405020304" pitchFamily="18" charset="0"/>
              </a:rPr>
              <a:pPr/>
              <a:t>55</a:t>
            </a:fld>
            <a:endParaRPr lang="en-US" altLang="en-US">
              <a:latin typeface="Times New Roman" panose="02020603050405020304" pitchFamily="18" charset="0"/>
            </a:endParaRPr>
          </a:p>
        </p:txBody>
      </p:sp>
      <p:pic>
        <p:nvPicPr>
          <p:cNvPr id="5" name="Picture 2">
            <a:extLst>
              <a:ext uri="{FF2B5EF4-FFF2-40B4-BE49-F238E27FC236}">
                <a16:creationId xmlns:a16="http://schemas.microsoft.com/office/drawing/2014/main" id="{BE1BA4C9-C59D-48E8-6E1C-6CAD18AF78F3}"/>
              </a:ext>
            </a:extLst>
          </p:cNvPr>
          <p:cNvPicPr>
            <a:picLocks noChangeAspect="1" noChangeArrowheads="1"/>
          </p:cNvPicPr>
          <p:nvPr/>
        </p:nvPicPr>
        <p:blipFill>
          <a:blip r:embed="rId2"/>
          <a:srcRect/>
          <a:stretch>
            <a:fillRect/>
          </a:stretch>
        </p:blipFill>
        <p:spPr bwMode="auto">
          <a:xfrm>
            <a:off x="1162050" y="1143000"/>
            <a:ext cx="3371850" cy="281940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a:extLst>
              <a:ext uri="{FF2B5EF4-FFF2-40B4-BE49-F238E27FC236}">
                <a16:creationId xmlns:a16="http://schemas.microsoft.com/office/drawing/2014/main" id="{94C1634B-CFD1-4C3A-4D8A-D949CAD52443}"/>
              </a:ext>
            </a:extLst>
          </p:cNvPr>
          <p:cNvPicPr>
            <a:picLocks noChangeAspect="1" noChangeArrowheads="1"/>
          </p:cNvPicPr>
          <p:nvPr/>
        </p:nvPicPr>
        <p:blipFill>
          <a:blip r:embed="rId3"/>
          <a:srcRect/>
          <a:stretch>
            <a:fillRect/>
          </a:stretch>
        </p:blipFill>
        <p:spPr bwMode="auto">
          <a:xfrm>
            <a:off x="4743450" y="1143000"/>
            <a:ext cx="3390900" cy="281940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7590" name="TextBox 6">
            <a:extLst>
              <a:ext uri="{FF2B5EF4-FFF2-40B4-BE49-F238E27FC236}">
                <a16:creationId xmlns:a16="http://schemas.microsoft.com/office/drawing/2014/main" id="{4F494D44-9075-121B-A851-84A9D617A4FF}"/>
              </a:ext>
            </a:extLst>
          </p:cNvPr>
          <p:cNvSpPr txBox="1">
            <a:spLocks noChangeArrowheads="1"/>
          </p:cNvSpPr>
          <p:nvPr/>
        </p:nvSpPr>
        <p:spPr bwMode="auto">
          <a:xfrm>
            <a:off x="2038350" y="4038600"/>
            <a:ext cx="1924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solidFill>
                  <a:srgbClr val="C00000"/>
                </a:solidFill>
              </a:rPr>
              <a:t>Aggregation</a:t>
            </a:r>
          </a:p>
        </p:txBody>
      </p:sp>
      <p:sp>
        <p:nvSpPr>
          <p:cNvPr id="67591" name="TextBox 7">
            <a:extLst>
              <a:ext uri="{FF2B5EF4-FFF2-40B4-BE49-F238E27FC236}">
                <a16:creationId xmlns:a16="http://schemas.microsoft.com/office/drawing/2014/main" id="{911B8698-D67C-97F3-3DA7-4ED6D03C0155}"/>
              </a:ext>
            </a:extLst>
          </p:cNvPr>
          <p:cNvSpPr txBox="1">
            <a:spLocks noChangeArrowheads="1"/>
          </p:cNvSpPr>
          <p:nvPr/>
        </p:nvSpPr>
        <p:spPr bwMode="auto">
          <a:xfrm>
            <a:off x="5391150" y="3962400"/>
            <a:ext cx="1924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solidFill>
                  <a:srgbClr val="C00000"/>
                </a:solidFill>
              </a:rPr>
              <a:t>Composition</a:t>
            </a:r>
          </a:p>
        </p:txBody>
      </p:sp>
      <p:sp>
        <p:nvSpPr>
          <p:cNvPr id="67592" name="Rectangle 8">
            <a:extLst>
              <a:ext uri="{FF2B5EF4-FFF2-40B4-BE49-F238E27FC236}">
                <a16:creationId xmlns:a16="http://schemas.microsoft.com/office/drawing/2014/main" id="{FF874452-B1E9-42E4-1D7A-2958C47C9412}"/>
              </a:ext>
            </a:extLst>
          </p:cNvPr>
          <p:cNvSpPr>
            <a:spLocks noChangeArrowheads="1"/>
          </p:cNvSpPr>
          <p:nvPr/>
        </p:nvSpPr>
        <p:spPr bwMode="auto">
          <a:xfrm>
            <a:off x="457200" y="4433888"/>
            <a:ext cx="847725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 typeface="Wingdings" panose="05000000000000000000" pitchFamily="2" charset="2"/>
              <a:buChar char="q"/>
            </a:pPr>
            <a:r>
              <a:rPr lang="en-IN" altLang="en-US"/>
              <a:t>Aggregation is implemented with a pointer member variable while composition is implemented with a non-pointer variable</a:t>
            </a:r>
          </a:p>
          <a:p>
            <a:pPr eaLnBrk="1" hangingPunct="1">
              <a:buFont typeface="Wingdings" panose="05000000000000000000" pitchFamily="2" charset="2"/>
              <a:buChar char="q"/>
            </a:pPr>
            <a:r>
              <a:rPr lang="en-IN" altLang="en-US"/>
              <a:t> In both cases, we can read the relationship as </a:t>
            </a:r>
            <a:r>
              <a:rPr lang="en-IN" altLang="en-US" i="1"/>
              <a:t>a car has an engine</a:t>
            </a:r>
            <a:r>
              <a:rPr lang="en-IN" altLang="en-US"/>
              <a:t> or </a:t>
            </a:r>
            <a:r>
              <a:rPr lang="en-IN" altLang="en-US" i="1"/>
              <a:t>a car has a transmission</a:t>
            </a:r>
            <a:r>
              <a:rPr lang="en-IN" altLang="en-US"/>
              <a:t>. The same relationship can be read in the opposite directions as "part of:" </a:t>
            </a:r>
            <a:r>
              <a:rPr lang="en-IN" altLang="en-US" i="1"/>
              <a:t>an engine is part of a car</a:t>
            </a:r>
            <a:r>
              <a:rPr lang="en-IN" altLang="en-US"/>
              <a:t> or </a:t>
            </a:r>
            <a:r>
              <a:rPr lang="en-IN" altLang="en-US" i="1"/>
              <a:t>a transmission is part of a car</a:t>
            </a:r>
            <a:r>
              <a:rPr lang="en-IN" altLang="en-US"/>
              <a:t>. Notice that it doesn't sound right to say that "an engine is a car" or that "a car is an engine"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A57BE54C-E377-55DB-1F3C-182ACCE067CC}"/>
              </a:ext>
            </a:extLst>
          </p:cNvPr>
          <p:cNvSpPr>
            <a:spLocks noGrp="1"/>
          </p:cNvSpPr>
          <p:nvPr>
            <p:ph type="title"/>
          </p:nvPr>
        </p:nvSpPr>
        <p:spPr/>
        <p:txBody>
          <a:bodyPr/>
          <a:lstStyle/>
          <a:p>
            <a:r>
              <a:rPr lang="en-IN" altLang="en-US"/>
              <a:t>Whole/Part Relationships</a:t>
            </a:r>
            <a:br>
              <a:rPr lang="en-IN" altLang="en-US"/>
            </a:br>
            <a:endParaRPr lang="en-IN" altLang="en-US"/>
          </a:p>
        </p:txBody>
      </p:sp>
      <p:sp>
        <p:nvSpPr>
          <p:cNvPr id="3" name="Content Placeholder 2">
            <a:extLst>
              <a:ext uri="{FF2B5EF4-FFF2-40B4-BE49-F238E27FC236}">
                <a16:creationId xmlns:a16="http://schemas.microsoft.com/office/drawing/2014/main" id="{1951FEAA-3581-D13F-FAE8-D7120FBAC683}"/>
              </a:ext>
            </a:extLst>
          </p:cNvPr>
          <p:cNvSpPr>
            <a:spLocks noGrp="1"/>
          </p:cNvSpPr>
          <p:nvPr>
            <p:ph idx="1"/>
          </p:nvPr>
        </p:nvSpPr>
        <p:spPr>
          <a:xfrm>
            <a:off x="457200" y="1412875"/>
            <a:ext cx="8229600" cy="4530725"/>
          </a:xfrm>
        </p:spPr>
        <p:txBody>
          <a:bodyPr/>
          <a:lstStyle/>
          <a:p>
            <a:pPr>
              <a:defRPr/>
            </a:pPr>
            <a:r>
              <a:rPr lang="en-IN" sz="1800" b="1" dirty="0"/>
              <a:t>Composition</a:t>
            </a:r>
          </a:p>
          <a:p>
            <a:pPr lvl="1">
              <a:defRPr/>
            </a:pPr>
            <a:r>
              <a:rPr lang="en-IN" sz="1800" dirty="0"/>
              <a:t>Parts are implemented as non-pointer member variables in the whole class</a:t>
            </a:r>
          </a:p>
          <a:p>
            <a:pPr lvl="1">
              <a:defRPr/>
            </a:pPr>
            <a:r>
              <a:rPr lang="en-IN" sz="1800" dirty="0"/>
              <a:t>The part objects are bound strongly or tightly to the whole object - the parts are embedded inside the whole</a:t>
            </a:r>
          </a:p>
          <a:p>
            <a:pPr lvl="1">
              <a:defRPr/>
            </a:pPr>
            <a:r>
              <a:rPr lang="en-IN" sz="1800" dirty="0"/>
              <a:t>The parts are created and destroyed at the same time that the whole is created and destroyed</a:t>
            </a:r>
          </a:p>
          <a:p>
            <a:pPr lvl="1">
              <a:defRPr/>
            </a:pPr>
            <a:r>
              <a:rPr lang="en-IN" sz="1800" dirty="0"/>
              <a:t>Once created, the parts can't be changed</a:t>
            </a:r>
          </a:p>
          <a:p>
            <a:pPr lvl="1">
              <a:defRPr/>
            </a:pPr>
            <a:r>
              <a:rPr lang="en-IN" sz="1800" dirty="0"/>
              <a:t>The parts are not shared with any other object in the program</a:t>
            </a:r>
          </a:p>
          <a:p>
            <a:pPr>
              <a:defRPr/>
            </a:pPr>
            <a:r>
              <a:rPr lang="en-IN" sz="1800" b="1" dirty="0"/>
              <a:t>Aggregation</a:t>
            </a:r>
          </a:p>
          <a:p>
            <a:pPr lvl="1">
              <a:defRPr/>
            </a:pPr>
            <a:r>
              <a:rPr lang="en-IN" sz="1800" dirty="0"/>
              <a:t>Parts are implemented as pointer member variables in the whole class</a:t>
            </a:r>
          </a:p>
          <a:p>
            <a:pPr lvl="1">
              <a:defRPr/>
            </a:pPr>
            <a:r>
              <a:rPr lang="en-IN" sz="1800" dirty="0"/>
              <a:t>The part objects are bound weakly or loosely to the whole object - the parts exist outside the whole</a:t>
            </a:r>
          </a:p>
          <a:p>
            <a:pPr lvl="1">
              <a:defRPr/>
            </a:pPr>
            <a:r>
              <a:rPr lang="en-IN" sz="1800" dirty="0"/>
              <a:t>The parts and the whole may be created and destroyed at different times</a:t>
            </a:r>
          </a:p>
          <a:p>
            <a:pPr lvl="1">
              <a:defRPr/>
            </a:pPr>
            <a:r>
              <a:rPr lang="en-IN" sz="1800" dirty="0"/>
              <a:t>The parts can be changed or replaced whenever it is convenient</a:t>
            </a:r>
          </a:p>
          <a:p>
            <a:pPr lvl="1">
              <a:defRPr/>
            </a:pPr>
            <a:r>
              <a:rPr lang="en-IN" sz="1800" dirty="0"/>
              <a:t>The parts may be shared with other objects in the program, making ownership of the part an important issue</a:t>
            </a:r>
          </a:p>
        </p:txBody>
      </p:sp>
      <p:sp>
        <p:nvSpPr>
          <p:cNvPr id="68612" name="Slide Number Placeholder 3">
            <a:extLst>
              <a:ext uri="{FF2B5EF4-FFF2-40B4-BE49-F238E27FC236}">
                <a16:creationId xmlns:a16="http://schemas.microsoft.com/office/drawing/2014/main" id="{BCDBBB03-0A17-1B9A-89E9-BC8738E1918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0CECA79-4011-4AE5-A326-128786796392}" type="slidenum">
              <a:rPr lang="en-US" altLang="en-US">
                <a:latin typeface="Times New Roman" panose="02020603050405020304" pitchFamily="18" charset="0"/>
              </a:rPr>
              <a:pPr/>
              <a:t>56</a:t>
            </a:fld>
            <a:endParaRPr lang="en-US" altLang="en-US">
              <a:latin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704DCB90-665D-3407-7663-0240C3128CA6}"/>
              </a:ext>
            </a:extLst>
          </p:cNvPr>
          <p:cNvSpPr>
            <a:spLocks noGrp="1"/>
          </p:cNvSpPr>
          <p:nvPr>
            <p:ph type="title"/>
          </p:nvPr>
        </p:nvSpPr>
        <p:spPr/>
        <p:txBody>
          <a:bodyPr/>
          <a:lstStyle/>
          <a:p>
            <a:r>
              <a:rPr lang="en-IN" altLang="en-US"/>
              <a:t>Composition: Embedded Objects</a:t>
            </a:r>
            <a:br>
              <a:rPr lang="en-IN" altLang="en-US"/>
            </a:br>
            <a:endParaRPr lang="en-IN" altLang="en-US"/>
          </a:p>
        </p:txBody>
      </p:sp>
      <p:sp>
        <p:nvSpPr>
          <p:cNvPr id="3" name="Content Placeholder 2">
            <a:extLst>
              <a:ext uri="{FF2B5EF4-FFF2-40B4-BE49-F238E27FC236}">
                <a16:creationId xmlns:a16="http://schemas.microsoft.com/office/drawing/2014/main" id="{F8D23E37-0769-643E-2869-F7082D527662}"/>
              </a:ext>
            </a:extLst>
          </p:cNvPr>
          <p:cNvSpPr>
            <a:spLocks noGrp="1"/>
          </p:cNvSpPr>
          <p:nvPr>
            <p:ph idx="1"/>
          </p:nvPr>
        </p:nvSpPr>
        <p:spPr>
          <a:xfrm>
            <a:off x="457200" y="1019175"/>
            <a:ext cx="8229600" cy="4530725"/>
          </a:xfrm>
        </p:spPr>
        <p:txBody>
          <a:bodyPr/>
          <a:lstStyle/>
          <a:p>
            <a:pPr>
              <a:defRPr/>
            </a:pPr>
            <a:r>
              <a:rPr lang="en-IN" sz="2000" dirty="0"/>
              <a:t>Building a whole/part relationship with member variables is just a small step beyond the simple classes </a:t>
            </a:r>
          </a:p>
        </p:txBody>
      </p:sp>
      <p:sp>
        <p:nvSpPr>
          <p:cNvPr id="69636" name="Slide Number Placeholder 3">
            <a:extLst>
              <a:ext uri="{FF2B5EF4-FFF2-40B4-BE49-F238E27FC236}">
                <a16:creationId xmlns:a16="http://schemas.microsoft.com/office/drawing/2014/main" id="{5BB79A6A-7E81-CA0F-D52F-E6BAC83232D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89B2401-CCAB-4172-B781-B32665ED0DA0}" type="slidenum">
              <a:rPr lang="en-US" altLang="en-US">
                <a:latin typeface="Times New Roman" panose="02020603050405020304" pitchFamily="18" charset="0"/>
              </a:rPr>
              <a:pPr/>
              <a:t>57</a:t>
            </a:fld>
            <a:endParaRPr lang="en-US" altLang="en-US">
              <a:latin typeface="Times New Roman" panose="02020603050405020304" pitchFamily="18" charset="0"/>
            </a:endParaRPr>
          </a:p>
        </p:txBody>
      </p:sp>
      <p:pic>
        <p:nvPicPr>
          <p:cNvPr id="91139" name="Picture 3">
            <a:extLst>
              <a:ext uri="{FF2B5EF4-FFF2-40B4-BE49-F238E27FC236}">
                <a16:creationId xmlns:a16="http://schemas.microsoft.com/office/drawing/2014/main" id="{0AD300FE-16BA-F656-64B1-F412F5F8F64D}"/>
              </a:ext>
            </a:extLst>
          </p:cNvPr>
          <p:cNvPicPr>
            <a:picLocks noChangeAspect="1" noChangeArrowheads="1"/>
          </p:cNvPicPr>
          <p:nvPr/>
        </p:nvPicPr>
        <p:blipFill>
          <a:blip r:embed="rId2"/>
          <a:srcRect/>
          <a:stretch>
            <a:fillRect/>
          </a:stretch>
        </p:blipFill>
        <p:spPr bwMode="auto">
          <a:xfrm>
            <a:off x="838200" y="1752600"/>
            <a:ext cx="4476750" cy="321945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1140" name="Picture 4">
            <a:extLst>
              <a:ext uri="{FF2B5EF4-FFF2-40B4-BE49-F238E27FC236}">
                <a16:creationId xmlns:a16="http://schemas.microsoft.com/office/drawing/2014/main" id="{9CA1498F-D9A5-C8FA-7713-22FAA02C187E}"/>
              </a:ext>
            </a:extLst>
          </p:cNvPr>
          <p:cNvPicPr>
            <a:picLocks noChangeAspect="1" noChangeArrowheads="1"/>
          </p:cNvPicPr>
          <p:nvPr/>
        </p:nvPicPr>
        <p:blipFill>
          <a:blip r:embed="rId3"/>
          <a:srcRect/>
          <a:stretch>
            <a:fillRect/>
          </a:stretch>
        </p:blipFill>
        <p:spPr bwMode="auto">
          <a:xfrm>
            <a:off x="5834063" y="1900238"/>
            <a:ext cx="2786062" cy="292417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9639" name="Rectangle 4">
            <a:extLst>
              <a:ext uri="{FF2B5EF4-FFF2-40B4-BE49-F238E27FC236}">
                <a16:creationId xmlns:a16="http://schemas.microsoft.com/office/drawing/2014/main" id="{83D0953F-02F4-14CE-E0ED-E5D54FA6191B}"/>
              </a:ext>
            </a:extLst>
          </p:cNvPr>
          <p:cNvSpPr>
            <a:spLocks noChangeArrowheads="1"/>
          </p:cNvSpPr>
          <p:nvPr/>
        </p:nvSpPr>
        <p:spPr bwMode="auto">
          <a:xfrm>
            <a:off x="533400" y="5029200"/>
            <a:ext cx="8415338"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b="1"/>
              <a:t>Building a whole/part object</a:t>
            </a:r>
            <a:r>
              <a:rPr lang="en-IN" altLang="en-US"/>
              <a:t>. A car (the whole) is created from an engine and a transmission (the parts). </a:t>
            </a:r>
            <a:r>
              <a:rPr lang="en-IN" altLang="en-US" b="1"/>
              <a:t>The whole/part relationship is implemented with two member variables (highlighted with blue and red) in the car class, one variable for each part object.</a:t>
            </a:r>
            <a:r>
              <a:rPr lang="en-IN" altLang="en-US"/>
              <a:t> When a program makes an instance of the car class, it simultaneously makes instances of the engine and transmission classes, which are embedded inside the car object.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F2F8F9BA-F540-2A85-33BC-D02C4B7E1A4F}"/>
              </a:ext>
            </a:extLst>
          </p:cNvPr>
          <p:cNvSpPr>
            <a:spLocks noGrp="1"/>
          </p:cNvSpPr>
          <p:nvPr>
            <p:ph type="title"/>
          </p:nvPr>
        </p:nvSpPr>
        <p:spPr/>
        <p:txBody>
          <a:bodyPr/>
          <a:lstStyle/>
          <a:p>
            <a:r>
              <a:rPr lang="en-IN" altLang="en-US"/>
              <a:t>Initializing Embedded Part Objects</a:t>
            </a:r>
            <a:br>
              <a:rPr lang="en-IN" altLang="en-US"/>
            </a:br>
            <a:endParaRPr lang="en-IN" altLang="en-US"/>
          </a:p>
        </p:txBody>
      </p:sp>
      <p:sp>
        <p:nvSpPr>
          <p:cNvPr id="70659" name="Slide Number Placeholder 3">
            <a:extLst>
              <a:ext uri="{FF2B5EF4-FFF2-40B4-BE49-F238E27FC236}">
                <a16:creationId xmlns:a16="http://schemas.microsoft.com/office/drawing/2014/main" id="{C1238536-1342-BB28-B4D8-CDF430F3C42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167295B-4444-469C-86FA-A251E1701EC3}" type="slidenum">
              <a:rPr lang="en-US" altLang="en-US">
                <a:latin typeface="Times New Roman" panose="02020603050405020304" pitchFamily="18" charset="0"/>
              </a:rPr>
              <a:pPr/>
              <a:t>58</a:t>
            </a:fld>
            <a:endParaRPr lang="en-US" altLang="en-US">
              <a:latin typeface="Times New Roman" panose="02020603050405020304" pitchFamily="18" charset="0"/>
            </a:endParaRPr>
          </a:p>
        </p:txBody>
      </p:sp>
      <p:pic>
        <p:nvPicPr>
          <p:cNvPr id="92162" name="Picture 2">
            <a:extLst>
              <a:ext uri="{FF2B5EF4-FFF2-40B4-BE49-F238E27FC236}">
                <a16:creationId xmlns:a16="http://schemas.microsoft.com/office/drawing/2014/main" id="{4B675D93-98B1-2E54-21C2-E7F34A02986A}"/>
              </a:ext>
            </a:extLst>
          </p:cNvPr>
          <p:cNvPicPr>
            <a:picLocks noChangeAspect="1" noChangeArrowheads="1"/>
          </p:cNvPicPr>
          <p:nvPr/>
        </p:nvPicPr>
        <p:blipFill>
          <a:blip r:embed="rId2"/>
          <a:srcRect/>
          <a:stretch>
            <a:fillRect/>
          </a:stretch>
        </p:blipFill>
        <p:spPr bwMode="auto">
          <a:xfrm>
            <a:off x="990600" y="1676400"/>
            <a:ext cx="6696075" cy="285750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63" name="Picture 3">
            <a:extLst>
              <a:ext uri="{FF2B5EF4-FFF2-40B4-BE49-F238E27FC236}">
                <a16:creationId xmlns:a16="http://schemas.microsoft.com/office/drawing/2014/main" id="{C7E36B43-BA97-6944-8E74-26A9A5CB40D7}"/>
              </a:ext>
            </a:extLst>
          </p:cNvPr>
          <p:cNvPicPr>
            <a:picLocks noChangeAspect="1" noChangeArrowheads="1"/>
          </p:cNvPicPr>
          <p:nvPr/>
        </p:nvPicPr>
        <p:blipFill>
          <a:blip r:embed="rId3"/>
          <a:srcRect/>
          <a:stretch>
            <a:fillRect/>
          </a:stretch>
        </p:blipFill>
        <p:spPr bwMode="auto">
          <a:xfrm>
            <a:off x="1447800" y="4876800"/>
            <a:ext cx="3657600" cy="121920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3B2D7D28-0736-8ED4-ADB0-B8D7E04E2181}"/>
              </a:ext>
            </a:extLst>
          </p:cNvPr>
          <p:cNvSpPr>
            <a:spLocks noGrp="1"/>
          </p:cNvSpPr>
          <p:nvPr>
            <p:ph type="title"/>
          </p:nvPr>
        </p:nvSpPr>
        <p:spPr/>
        <p:txBody>
          <a:bodyPr/>
          <a:lstStyle/>
          <a:p>
            <a:r>
              <a:rPr lang="en-IN" altLang="en-US"/>
              <a:t>Initializing Embedded Part Objects</a:t>
            </a:r>
          </a:p>
        </p:txBody>
      </p:sp>
      <p:sp>
        <p:nvSpPr>
          <p:cNvPr id="71683" name="Slide Number Placeholder 3">
            <a:extLst>
              <a:ext uri="{FF2B5EF4-FFF2-40B4-BE49-F238E27FC236}">
                <a16:creationId xmlns:a16="http://schemas.microsoft.com/office/drawing/2014/main" id="{BFAFFF1E-F9F8-3F93-2946-53DFAA6F469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AF959DD-4CFB-49A5-80B2-78B2F969BF55}" type="slidenum">
              <a:rPr lang="en-US" altLang="en-US">
                <a:latin typeface="Times New Roman" panose="02020603050405020304" pitchFamily="18" charset="0"/>
              </a:rPr>
              <a:pPr/>
              <a:t>59</a:t>
            </a:fld>
            <a:endParaRPr lang="en-US" altLang="en-US">
              <a:latin typeface="Times New Roman" panose="02020603050405020304" pitchFamily="18" charset="0"/>
            </a:endParaRPr>
          </a:p>
        </p:txBody>
      </p:sp>
      <p:pic>
        <p:nvPicPr>
          <p:cNvPr id="93186" name="Picture 2">
            <a:extLst>
              <a:ext uri="{FF2B5EF4-FFF2-40B4-BE49-F238E27FC236}">
                <a16:creationId xmlns:a16="http://schemas.microsoft.com/office/drawing/2014/main" id="{43963E4E-81B5-4350-CE51-F3D2EE99D536}"/>
              </a:ext>
            </a:extLst>
          </p:cNvPr>
          <p:cNvPicPr>
            <a:picLocks noChangeAspect="1" noChangeArrowheads="1"/>
          </p:cNvPicPr>
          <p:nvPr/>
        </p:nvPicPr>
        <p:blipFill>
          <a:blip r:embed="rId2"/>
          <a:srcRect/>
          <a:stretch>
            <a:fillRect/>
          </a:stretch>
        </p:blipFill>
        <p:spPr bwMode="auto">
          <a:xfrm>
            <a:off x="914400" y="1123950"/>
            <a:ext cx="6705600" cy="5237163"/>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3187" name="Picture 3">
            <a:extLst>
              <a:ext uri="{FF2B5EF4-FFF2-40B4-BE49-F238E27FC236}">
                <a16:creationId xmlns:a16="http://schemas.microsoft.com/office/drawing/2014/main" id="{817CFADC-D731-9B51-B4B6-D72E00222EAA}"/>
              </a:ext>
            </a:extLst>
          </p:cNvPr>
          <p:cNvPicPr>
            <a:picLocks noChangeAspect="1" noChangeArrowheads="1"/>
          </p:cNvPicPr>
          <p:nvPr/>
        </p:nvPicPr>
        <p:blipFill>
          <a:blip r:embed="rId3"/>
          <a:srcRect/>
          <a:stretch>
            <a:fillRect/>
          </a:stretch>
        </p:blipFill>
        <p:spPr bwMode="auto">
          <a:xfrm>
            <a:off x="904875" y="6477000"/>
            <a:ext cx="4619625" cy="33337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BCA1F06A-B10B-A8B5-A7AD-8821F61D81C6}"/>
              </a:ext>
            </a:extLst>
          </p:cNvPr>
          <p:cNvSpPr>
            <a:spLocks noGrp="1"/>
          </p:cNvSpPr>
          <p:nvPr>
            <p:ph type="title"/>
          </p:nvPr>
        </p:nvSpPr>
        <p:spPr/>
        <p:txBody>
          <a:bodyPr/>
          <a:lstStyle/>
          <a:p>
            <a:r>
              <a:rPr lang="en-IN" altLang="en-US" sz="3600"/>
              <a:t>Initializing Embedded Part Objects – Example 2</a:t>
            </a:r>
          </a:p>
        </p:txBody>
      </p:sp>
      <p:sp>
        <p:nvSpPr>
          <p:cNvPr id="72707" name="Slide Number Placeholder 3">
            <a:extLst>
              <a:ext uri="{FF2B5EF4-FFF2-40B4-BE49-F238E27FC236}">
                <a16:creationId xmlns:a16="http://schemas.microsoft.com/office/drawing/2014/main" id="{705FA141-48EF-8669-63D7-66640A21907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67290FA-D19C-46A8-BC3D-D0128E1313B3}" type="slidenum">
              <a:rPr lang="en-US" altLang="en-US">
                <a:latin typeface="Times New Roman" panose="02020603050405020304" pitchFamily="18" charset="0"/>
              </a:rPr>
              <a:pPr/>
              <a:t>60</a:t>
            </a:fld>
            <a:endParaRPr lang="en-US" altLang="en-US">
              <a:latin typeface="Times New Roman" panose="02020603050405020304" pitchFamily="18" charset="0"/>
            </a:endParaRPr>
          </a:p>
        </p:txBody>
      </p:sp>
      <p:pic>
        <p:nvPicPr>
          <p:cNvPr id="94210" name="Picture 2">
            <a:extLst>
              <a:ext uri="{FF2B5EF4-FFF2-40B4-BE49-F238E27FC236}">
                <a16:creationId xmlns:a16="http://schemas.microsoft.com/office/drawing/2014/main" id="{DDCB437F-CF01-69CB-C90B-027164A61ABE}"/>
              </a:ext>
            </a:extLst>
          </p:cNvPr>
          <p:cNvPicPr>
            <a:picLocks noChangeAspect="1" noChangeArrowheads="1"/>
          </p:cNvPicPr>
          <p:nvPr/>
        </p:nvPicPr>
        <p:blipFill>
          <a:blip r:embed="rId2"/>
          <a:srcRect/>
          <a:stretch>
            <a:fillRect/>
          </a:stretch>
        </p:blipFill>
        <p:spPr bwMode="auto">
          <a:xfrm>
            <a:off x="457200" y="1752600"/>
            <a:ext cx="7827963" cy="327660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4211" name="Picture 3">
            <a:extLst>
              <a:ext uri="{FF2B5EF4-FFF2-40B4-BE49-F238E27FC236}">
                <a16:creationId xmlns:a16="http://schemas.microsoft.com/office/drawing/2014/main" id="{6C0DB976-E19B-88DA-CF87-CBA230D3D409}"/>
              </a:ext>
            </a:extLst>
          </p:cNvPr>
          <p:cNvPicPr>
            <a:picLocks noChangeAspect="1" noChangeArrowheads="1"/>
          </p:cNvPicPr>
          <p:nvPr/>
        </p:nvPicPr>
        <p:blipFill>
          <a:blip r:embed="rId3"/>
          <a:srcRect/>
          <a:stretch>
            <a:fillRect/>
          </a:stretch>
        </p:blipFill>
        <p:spPr bwMode="auto">
          <a:xfrm>
            <a:off x="609600" y="5105400"/>
            <a:ext cx="3533775" cy="1252538"/>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7DB792F0-3F80-0E8B-DCD2-486D61E56D6A}"/>
              </a:ext>
            </a:extLst>
          </p:cNvPr>
          <p:cNvSpPr>
            <a:spLocks noGrp="1"/>
          </p:cNvSpPr>
          <p:nvPr>
            <p:ph type="title"/>
          </p:nvPr>
        </p:nvSpPr>
        <p:spPr/>
        <p:txBody>
          <a:bodyPr/>
          <a:lstStyle/>
          <a:p>
            <a:r>
              <a:rPr lang="en-IN" altLang="en-US"/>
              <a:t>Initializing Embedded Part Objects</a:t>
            </a:r>
          </a:p>
        </p:txBody>
      </p:sp>
      <p:sp>
        <p:nvSpPr>
          <p:cNvPr id="73731" name="Slide Number Placeholder 3">
            <a:extLst>
              <a:ext uri="{FF2B5EF4-FFF2-40B4-BE49-F238E27FC236}">
                <a16:creationId xmlns:a16="http://schemas.microsoft.com/office/drawing/2014/main" id="{4F8A2581-E0D7-8076-1216-7188B1DB156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DCA14F8-B23A-4732-B854-D8D5B20FD214}" type="slidenum">
              <a:rPr lang="en-US" altLang="en-US">
                <a:latin typeface="Times New Roman" panose="02020603050405020304" pitchFamily="18" charset="0"/>
              </a:rPr>
              <a:pPr/>
              <a:t>61</a:t>
            </a:fld>
            <a:endParaRPr lang="en-US" altLang="en-US">
              <a:latin typeface="Times New Roman" panose="02020603050405020304" pitchFamily="18" charset="0"/>
            </a:endParaRPr>
          </a:p>
        </p:txBody>
      </p:sp>
      <p:pic>
        <p:nvPicPr>
          <p:cNvPr id="95234" name="Picture 2">
            <a:extLst>
              <a:ext uri="{FF2B5EF4-FFF2-40B4-BE49-F238E27FC236}">
                <a16:creationId xmlns:a16="http://schemas.microsoft.com/office/drawing/2014/main" id="{82B6888B-4428-BD00-EB68-286DF0C535E7}"/>
              </a:ext>
            </a:extLst>
          </p:cNvPr>
          <p:cNvPicPr>
            <a:picLocks noChangeAspect="1" noChangeArrowheads="1"/>
          </p:cNvPicPr>
          <p:nvPr/>
        </p:nvPicPr>
        <p:blipFill>
          <a:blip r:embed="rId2"/>
          <a:srcRect/>
          <a:stretch>
            <a:fillRect/>
          </a:stretch>
        </p:blipFill>
        <p:spPr bwMode="auto">
          <a:xfrm>
            <a:off x="609600" y="990600"/>
            <a:ext cx="7324725" cy="511492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5235" name="Picture 3">
            <a:extLst>
              <a:ext uri="{FF2B5EF4-FFF2-40B4-BE49-F238E27FC236}">
                <a16:creationId xmlns:a16="http://schemas.microsoft.com/office/drawing/2014/main" id="{93B14A53-437E-868B-AE9F-D308071AFDC6}"/>
              </a:ext>
            </a:extLst>
          </p:cNvPr>
          <p:cNvPicPr>
            <a:picLocks noChangeAspect="1" noChangeArrowheads="1"/>
          </p:cNvPicPr>
          <p:nvPr/>
        </p:nvPicPr>
        <p:blipFill>
          <a:blip r:embed="rId3"/>
          <a:srcRect/>
          <a:stretch>
            <a:fillRect/>
          </a:stretch>
        </p:blipFill>
        <p:spPr bwMode="auto">
          <a:xfrm>
            <a:off x="604838" y="6181725"/>
            <a:ext cx="6524625" cy="52387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C156582B-E587-9795-ED33-8CED2A6B6E9B}"/>
              </a:ext>
            </a:extLst>
          </p:cNvPr>
          <p:cNvSpPr>
            <a:spLocks noGrp="1"/>
          </p:cNvSpPr>
          <p:nvPr>
            <p:ph type="title"/>
          </p:nvPr>
        </p:nvSpPr>
        <p:spPr/>
        <p:txBody>
          <a:bodyPr/>
          <a:lstStyle/>
          <a:p>
            <a:r>
              <a:rPr lang="en-IN" altLang="en-US"/>
              <a:t>Using Embedded Part Objects</a:t>
            </a:r>
            <a:br>
              <a:rPr lang="en-IN" altLang="en-US"/>
            </a:br>
            <a:br>
              <a:rPr lang="en-IN" altLang="en-US"/>
            </a:br>
            <a:endParaRPr lang="en-IN" altLang="en-US"/>
          </a:p>
        </p:txBody>
      </p:sp>
      <p:sp>
        <p:nvSpPr>
          <p:cNvPr id="74755" name="Slide Number Placeholder 3">
            <a:extLst>
              <a:ext uri="{FF2B5EF4-FFF2-40B4-BE49-F238E27FC236}">
                <a16:creationId xmlns:a16="http://schemas.microsoft.com/office/drawing/2014/main" id="{D62A40D0-5F95-0077-777C-B82B08CEF15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F65B5EE-616A-41F7-8ADD-B2B235D4340B}" type="slidenum">
              <a:rPr lang="en-US" altLang="en-US">
                <a:latin typeface="Times New Roman" panose="02020603050405020304" pitchFamily="18" charset="0"/>
              </a:rPr>
              <a:pPr/>
              <a:t>62</a:t>
            </a:fld>
            <a:endParaRPr lang="en-US" altLang="en-US">
              <a:latin typeface="Times New Roman" panose="02020603050405020304" pitchFamily="18" charset="0"/>
            </a:endParaRPr>
          </a:p>
        </p:txBody>
      </p:sp>
      <p:pic>
        <p:nvPicPr>
          <p:cNvPr id="5" name="Picture 2">
            <a:extLst>
              <a:ext uri="{FF2B5EF4-FFF2-40B4-BE49-F238E27FC236}">
                <a16:creationId xmlns:a16="http://schemas.microsoft.com/office/drawing/2014/main" id="{F368422C-44BD-41A0-11F6-3D362C15A90A}"/>
              </a:ext>
            </a:extLst>
          </p:cNvPr>
          <p:cNvPicPr>
            <a:picLocks noChangeAspect="1" noChangeArrowheads="1"/>
          </p:cNvPicPr>
          <p:nvPr/>
        </p:nvPicPr>
        <p:blipFill>
          <a:blip r:embed="rId2"/>
          <a:srcRect/>
          <a:stretch>
            <a:fillRect/>
          </a:stretch>
        </p:blipFill>
        <p:spPr bwMode="auto">
          <a:xfrm>
            <a:off x="990600" y="1143000"/>
            <a:ext cx="6553200" cy="279717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6258" name="Picture 2">
            <a:extLst>
              <a:ext uri="{FF2B5EF4-FFF2-40B4-BE49-F238E27FC236}">
                <a16:creationId xmlns:a16="http://schemas.microsoft.com/office/drawing/2014/main" id="{99EBB481-6533-DA44-936D-1C6B46A5E28D}"/>
              </a:ext>
            </a:extLst>
          </p:cNvPr>
          <p:cNvPicPr>
            <a:picLocks noChangeAspect="1" noChangeArrowheads="1"/>
          </p:cNvPicPr>
          <p:nvPr/>
        </p:nvPicPr>
        <p:blipFill>
          <a:blip r:embed="rId3"/>
          <a:srcRect/>
          <a:stretch>
            <a:fillRect/>
          </a:stretch>
        </p:blipFill>
        <p:spPr bwMode="auto">
          <a:xfrm>
            <a:off x="990600" y="4114800"/>
            <a:ext cx="5038725" cy="248602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852975A8-4698-8749-FB35-6995C43BE0CC}"/>
              </a:ext>
            </a:extLst>
          </p:cNvPr>
          <p:cNvSpPr>
            <a:spLocks noGrp="1"/>
          </p:cNvSpPr>
          <p:nvPr>
            <p:ph type="title"/>
          </p:nvPr>
        </p:nvSpPr>
        <p:spPr/>
        <p:txBody>
          <a:bodyPr/>
          <a:lstStyle/>
          <a:p>
            <a:r>
              <a:rPr lang="en-IN" altLang="en-US"/>
              <a:t>Using Embedded Part Objects</a:t>
            </a:r>
            <a:br>
              <a:rPr lang="en-IN" altLang="en-US"/>
            </a:br>
            <a:br>
              <a:rPr lang="en-IN" altLang="en-US"/>
            </a:br>
            <a:endParaRPr lang="en-IN" altLang="en-US"/>
          </a:p>
        </p:txBody>
      </p:sp>
      <p:sp>
        <p:nvSpPr>
          <p:cNvPr id="75779" name="Slide Number Placeholder 3">
            <a:extLst>
              <a:ext uri="{FF2B5EF4-FFF2-40B4-BE49-F238E27FC236}">
                <a16:creationId xmlns:a16="http://schemas.microsoft.com/office/drawing/2014/main" id="{65D2C83D-08A9-20F4-0DE4-2254A720B96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9A89670-FD4E-443F-9D9E-3352164B7AF9}" type="slidenum">
              <a:rPr lang="en-US" altLang="en-US">
                <a:latin typeface="Times New Roman" panose="02020603050405020304" pitchFamily="18" charset="0"/>
              </a:rPr>
              <a:pPr/>
              <a:t>63</a:t>
            </a:fld>
            <a:endParaRPr lang="en-US" altLang="en-US">
              <a:latin typeface="Times New Roman" panose="02020603050405020304" pitchFamily="18" charset="0"/>
            </a:endParaRPr>
          </a:p>
        </p:txBody>
      </p:sp>
      <p:pic>
        <p:nvPicPr>
          <p:cNvPr id="97282" name="Picture 2">
            <a:extLst>
              <a:ext uri="{FF2B5EF4-FFF2-40B4-BE49-F238E27FC236}">
                <a16:creationId xmlns:a16="http://schemas.microsoft.com/office/drawing/2014/main" id="{FF7DDB86-D81C-00FC-B55E-A40ADBE65678}"/>
              </a:ext>
            </a:extLst>
          </p:cNvPr>
          <p:cNvPicPr>
            <a:picLocks noChangeAspect="1" noChangeArrowheads="1"/>
          </p:cNvPicPr>
          <p:nvPr/>
        </p:nvPicPr>
        <p:blipFill>
          <a:blip r:embed="rId2"/>
          <a:srcRect/>
          <a:stretch>
            <a:fillRect/>
          </a:stretch>
        </p:blipFill>
        <p:spPr bwMode="auto">
          <a:xfrm>
            <a:off x="542925" y="990600"/>
            <a:ext cx="5316538" cy="236220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7283" name="Picture 3">
            <a:extLst>
              <a:ext uri="{FF2B5EF4-FFF2-40B4-BE49-F238E27FC236}">
                <a16:creationId xmlns:a16="http://schemas.microsoft.com/office/drawing/2014/main" id="{2998AA3B-FDCF-F17C-D617-E2A5A7D2AE38}"/>
              </a:ext>
            </a:extLst>
          </p:cNvPr>
          <p:cNvPicPr>
            <a:picLocks noChangeAspect="1" noChangeArrowheads="1"/>
          </p:cNvPicPr>
          <p:nvPr/>
        </p:nvPicPr>
        <p:blipFill>
          <a:blip r:embed="rId3"/>
          <a:srcRect/>
          <a:stretch>
            <a:fillRect/>
          </a:stretch>
        </p:blipFill>
        <p:spPr bwMode="auto">
          <a:xfrm>
            <a:off x="557213" y="3457575"/>
            <a:ext cx="5302250" cy="257175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7284" name="Picture 4">
            <a:extLst>
              <a:ext uri="{FF2B5EF4-FFF2-40B4-BE49-F238E27FC236}">
                <a16:creationId xmlns:a16="http://schemas.microsoft.com/office/drawing/2014/main" id="{CBE5683B-44F7-6B8F-12AA-6D8B146BC96D}"/>
              </a:ext>
            </a:extLst>
          </p:cNvPr>
          <p:cNvPicPr>
            <a:picLocks noChangeAspect="1" noChangeArrowheads="1"/>
          </p:cNvPicPr>
          <p:nvPr/>
        </p:nvPicPr>
        <p:blipFill>
          <a:blip r:embed="rId4"/>
          <a:srcRect/>
          <a:stretch>
            <a:fillRect/>
          </a:stretch>
        </p:blipFill>
        <p:spPr bwMode="auto">
          <a:xfrm>
            <a:off x="523875" y="6172200"/>
            <a:ext cx="5129213" cy="69532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BED4709B-93D4-1F7F-9914-DE56B82E5ACA}"/>
              </a:ext>
            </a:extLst>
          </p:cNvPr>
          <p:cNvSpPr>
            <a:spLocks noGrp="1"/>
          </p:cNvSpPr>
          <p:nvPr>
            <p:ph type="title"/>
          </p:nvPr>
        </p:nvSpPr>
        <p:spPr/>
        <p:txBody>
          <a:bodyPr/>
          <a:lstStyle/>
          <a:p>
            <a:r>
              <a:rPr lang="en-IN" altLang="en-US" sz="3600"/>
              <a:t>Using Embedded Part Objects – Example 2</a:t>
            </a:r>
            <a:br>
              <a:rPr lang="en-IN" altLang="en-US" sz="3600"/>
            </a:br>
            <a:br>
              <a:rPr lang="en-IN" altLang="en-US"/>
            </a:br>
            <a:endParaRPr lang="en-IN" altLang="en-US"/>
          </a:p>
        </p:txBody>
      </p:sp>
      <p:sp>
        <p:nvSpPr>
          <p:cNvPr id="76803" name="Slide Number Placeholder 3">
            <a:extLst>
              <a:ext uri="{FF2B5EF4-FFF2-40B4-BE49-F238E27FC236}">
                <a16:creationId xmlns:a16="http://schemas.microsoft.com/office/drawing/2014/main" id="{F7358EF4-91F6-3F2E-0E1A-D0E5B7CF58F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0099E52-B382-46B9-B623-13362374E97E}" type="slidenum">
              <a:rPr lang="en-US" altLang="en-US">
                <a:latin typeface="Times New Roman" panose="02020603050405020304" pitchFamily="18" charset="0"/>
              </a:rPr>
              <a:pPr/>
              <a:t>64</a:t>
            </a:fld>
            <a:endParaRPr lang="en-US" altLang="en-US">
              <a:latin typeface="Times New Roman" panose="02020603050405020304" pitchFamily="18" charset="0"/>
            </a:endParaRPr>
          </a:p>
        </p:txBody>
      </p:sp>
      <p:pic>
        <p:nvPicPr>
          <p:cNvPr id="5" name="Picture 2">
            <a:extLst>
              <a:ext uri="{FF2B5EF4-FFF2-40B4-BE49-F238E27FC236}">
                <a16:creationId xmlns:a16="http://schemas.microsoft.com/office/drawing/2014/main" id="{F1E6C5BA-19E2-2F4A-AC31-D7ACF9356F31}"/>
              </a:ext>
            </a:extLst>
          </p:cNvPr>
          <p:cNvPicPr>
            <a:picLocks noChangeAspect="1" noChangeArrowheads="1"/>
          </p:cNvPicPr>
          <p:nvPr/>
        </p:nvPicPr>
        <p:blipFill>
          <a:blip r:embed="rId2"/>
          <a:srcRect/>
          <a:stretch>
            <a:fillRect/>
          </a:stretch>
        </p:blipFill>
        <p:spPr bwMode="auto">
          <a:xfrm>
            <a:off x="685800" y="1066800"/>
            <a:ext cx="7415213" cy="3103563"/>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8306" name="Picture 2">
            <a:extLst>
              <a:ext uri="{FF2B5EF4-FFF2-40B4-BE49-F238E27FC236}">
                <a16:creationId xmlns:a16="http://schemas.microsoft.com/office/drawing/2014/main" id="{871A7255-29DA-184B-8B81-E6BE1BFA5994}"/>
              </a:ext>
            </a:extLst>
          </p:cNvPr>
          <p:cNvPicPr>
            <a:picLocks noChangeAspect="1" noChangeArrowheads="1"/>
          </p:cNvPicPr>
          <p:nvPr/>
        </p:nvPicPr>
        <p:blipFill>
          <a:blip r:embed="rId3"/>
          <a:srcRect/>
          <a:stretch>
            <a:fillRect/>
          </a:stretch>
        </p:blipFill>
        <p:spPr bwMode="auto">
          <a:xfrm>
            <a:off x="457200" y="4170363"/>
            <a:ext cx="7467600" cy="248602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a:extLst>
              <a:ext uri="{FF2B5EF4-FFF2-40B4-BE49-F238E27FC236}">
                <a16:creationId xmlns:a16="http://schemas.microsoft.com/office/drawing/2014/main" id="{DB56D8F3-7516-66D1-6A24-BD5C14644CBB}"/>
              </a:ext>
            </a:extLst>
          </p:cNvPr>
          <p:cNvSpPr>
            <a:spLocks noGrp="1"/>
          </p:cNvSpPr>
          <p:nvPr>
            <p:ph type="title"/>
          </p:nvPr>
        </p:nvSpPr>
        <p:spPr/>
        <p:txBody>
          <a:bodyPr/>
          <a:lstStyle/>
          <a:p>
            <a:r>
              <a:rPr lang="en-IN" altLang="en-US" sz="3600"/>
              <a:t>Using Embedded Part Objects – Example 2</a:t>
            </a:r>
            <a:br>
              <a:rPr lang="en-IN" altLang="en-US" sz="3600"/>
            </a:br>
            <a:endParaRPr lang="en-IN" altLang="en-US" sz="3600"/>
          </a:p>
        </p:txBody>
      </p:sp>
      <p:sp>
        <p:nvSpPr>
          <p:cNvPr id="77827" name="Slide Number Placeholder 3">
            <a:extLst>
              <a:ext uri="{FF2B5EF4-FFF2-40B4-BE49-F238E27FC236}">
                <a16:creationId xmlns:a16="http://schemas.microsoft.com/office/drawing/2014/main" id="{CA0A887C-3942-0942-FF46-48081BD4D93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61D543C-96A6-4E53-838C-D7510D417F23}" type="slidenum">
              <a:rPr lang="en-US" altLang="en-US">
                <a:latin typeface="Times New Roman" panose="02020603050405020304" pitchFamily="18" charset="0"/>
              </a:rPr>
              <a:pPr/>
              <a:t>65</a:t>
            </a:fld>
            <a:endParaRPr lang="en-US" altLang="en-US">
              <a:latin typeface="Times New Roman" panose="02020603050405020304" pitchFamily="18" charset="0"/>
            </a:endParaRPr>
          </a:p>
        </p:txBody>
      </p:sp>
      <p:pic>
        <p:nvPicPr>
          <p:cNvPr id="99330" name="Picture 2">
            <a:extLst>
              <a:ext uri="{FF2B5EF4-FFF2-40B4-BE49-F238E27FC236}">
                <a16:creationId xmlns:a16="http://schemas.microsoft.com/office/drawing/2014/main" id="{101DDFA7-21F3-FA43-005C-504BED0185A2}"/>
              </a:ext>
            </a:extLst>
          </p:cNvPr>
          <p:cNvPicPr>
            <a:picLocks noChangeAspect="1" noChangeArrowheads="1"/>
          </p:cNvPicPr>
          <p:nvPr/>
        </p:nvPicPr>
        <p:blipFill>
          <a:blip r:embed="rId2"/>
          <a:srcRect/>
          <a:stretch>
            <a:fillRect/>
          </a:stretch>
        </p:blipFill>
        <p:spPr bwMode="auto">
          <a:xfrm>
            <a:off x="152400" y="914400"/>
            <a:ext cx="4962525" cy="260032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9331" name="Picture 3">
            <a:extLst>
              <a:ext uri="{FF2B5EF4-FFF2-40B4-BE49-F238E27FC236}">
                <a16:creationId xmlns:a16="http://schemas.microsoft.com/office/drawing/2014/main" id="{454EB82A-FD9D-F8B7-1EF9-D757BCD946A3}"/>
              </a:ext>
            </a:extLst>
          </p:cNvPr>
          <p:cNvPicPr>
            <a:picLocks noChangeAspect="1" noChangeArrowheads="1"/>
          </p:cNvPicPr>
          <p:nvPr/>
        </p:nvPicPr>
        <p:blipFill>
          <a:blip r:embed="rId3"/>
          <a:srcRect/>
          <a:stretch>
            <a:fillRect/>
          </a:stretch>
        </p:blipFill>
        <p:spPr bwMode="auto">
          <a:xfrm>
            <a:off x="3943350" y="2676525"/>
            <a:ext cx="5229225" cy="296227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9332" name="Picture 4">
            <a:extLst>
              <a:ext uri="{FF2B5EF4-FFF2-40B4-BE49-F238E27FC236}">
                <a16:creationId xmlns:a16="http://schemas.microsoft.com/office/drawing/2014/main" id="{30F26C9F-66D4-9790-C78C-130E843BBA4E}"/>
              </a:ext>
            </a:extLst>
          </p:cNvPr>
          <p:cNvPicPr>
            <a:picLocks noChangeAspect="1" noChangeArrowheads="1"/>
          </p:cNvPicPr>
          <p:nvPr/>
        </p:nvPicPr>
        <p:blipFill>
          <a:blip r:embed="rId4"/>
          <a:srcRect/>
          <a:stretch>
            <a:fillRect/>
          </a:stretch>
        </p:blipFill>
        <p:spPr bwMode="auto">
          <a:xfrm>
            <a:off x="214313" y="5819775"/>
            <a:ext cx="6372225" cy="65722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1EF40877-2639-4931-8816-5872E6A9E3D4}"/>
              </a:ext>
            </a:extLst>
          </p:cNvPr>
          <p:cNvSpPr>
            <a:spLocks noGrp="1"/>
          </p:cNvSpPr>
          <p:nvPr>
            <p:ph type="title"/>
          </p:nvPr>
        </p:nvSpPr>
        <p:spPr/>
        <p:txBody>
          <a:bodyPr/>
          <a:lstStyle/>
          <a:p>
            <a:r>
              <a:rPr lang="en-IN" altLang="en-US" sz="4000"/>
              <a:t>Aggregation: Pointer Member Variables</a:t>
            </a:r>
            <a:br>
              <a:rPr lang="en-IN" altLang="en-US" sz="4000"/>
            </a:br>
            <a:endParaRPr lang="en-IN" altLang="en-US" sz="4000"/>
          </a:p>
        </p:txBody>
      </p:sp>
      <p:sp>
        <p:nvSpPr>
          <p:cNvPr id="3" name="Content Placeholder 2">
            <a:extLst>
              <a:ext uri="{FF2B5EF4-FFF2-40B4-BE49-F238E27FC236}">
                <a16:creationId xmlns:a16="http://schemas.microsoft.com/office/drawing/2014/main" id="{A5A4251B-CE3D-E1FC-5578-69CEDF896138}"/>
              </a:ext>
            </a:extLst>
          </p:cNvPr>
          <p:cNvSpPr>
            <a:spLocks noGrp="1"/>
          </p:cNvSpPr>
          <p:nvPr>
            <p:ph idx="1"/>
          </p:nvPr>
        </p:nvSpPr>
        <p:spPr/>
        <p:txBody>
          <a:bodyPr/>
          <a:lstStyle/>
          <a:p>
            <a:pPr>
              <a:defRPr/>
            </a:pPr>
            <a:r>
              <a:rPr lang="en-IN" sz="2000" dirty="0"/>
              <a:t>Whole-part, “has a,” or “a part of”</a:t>
            </a:r>
          </a:p>
          <a:p>
            <a:pPr>
              <a:defRPr/>
            </a:pPr>
            <a:r>
              <a:rPr lang="en-IN" sz="2000" dirty="0"/>
              <a:t>Form of association </a:t>
            </a:r>
          </a:p>
          <a:p>
            <a:pPr lvl="1">
              <a:defRPr/>
            </a:pPr>
            <a:r>
              <a:rPr lang="en-IN" sz="1800" dirty="0"/>
              <a:t>Weak ownership / binding </a:t>
            </a:r>
          </a:p>
          <a:p>
            <a:pPr lvl="1">
              <a:defRPr/>
            </a:pPr>
            <a:r>
              <a:rPr lang="en-IN" sz="1800" dirty="0"/>
              <a:t>Parts &amp; whole have independent lifetimes </a:t>
            </a:r>
          </a:p>
          <a:p>
            <a:pPr lvl="1">
              <a:defRPr/>
            </a:pPr>
            <a:r>
              <a:rPr lang="en-IN" sz="1800" dirty="0"/>
              <a:t>Instantiate parts when convenient </a:t>
            </a:r>
          </a:p>
          <a:p>
            <a:pPr lvl="1">
              <a:defRPr/>
            </a:pPr>
            <a:r>
              <a:rPr lang="en-IN" sz="1800" dirty="0"/>
              <a:t>Build relationship when convenient </a:t>
            </a:r>
          </a:p>
          <a:p>
            <a:pPr lvl="1">
              <a:defRPr/>
            </a:pPr>
            <a:r>
              <a:rPr lang="en-IN" sz="1800" dirty="0"/>
              <a:t>Parts may belong to multiple wholes </a:t>
            </a:r>
          </a:p>
          <a:p>
            <a:pPr lvl="1">
              <a:defRPr/>
            </a:pPr>
            <a:r>
              <a:rPr lang="en-IN" sz="1800" dirty="0"/>
              <a:t>Parts may change during execution </a:t>
            </a:r>
          </a:p>
          <a:p>
            <a:pPr>
              <a:defRPr/>
            </a:pPr>
            <a:r>
              <a:rPr lang="en-IN" sz="2200" dirty="0"/>
              <a:t>Example</a:t>
            </a:r>
          </a:p>
          <a:p>
            <a:pPr lvl="1">
              <a:defRPr/>
            </a:pPr>
            <a:endParaRPr lang="en-IN" sz="1800" dirty="0"/>
          </a:p>
        </p:txBody>
      </p:sp>
      <p:sp>
        <p:nvSpPr>
          <p:cNvPr id="78852" name="Slide Number Placeholder 3">
            <a:extLst>
              <a:ext uri="{FF2B5EF4-FFF2-40B4-BE49-F238E27FC236}">
                <a16:creationId xmlns:a16="http://schemas.microsoft.com/office/drawing/2014/main" id="{AA54181B-5D6C-FAC3-FFD9-CD7F4725E51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6729484-A1A8-4B2E-AF6B-0F3FF560F164}" type="slidenum">
              <a:rPr lang="en-US" altLang="en-US">
                <a:latin typeface="Times New Roman" panose="02020603050405020304" pitchFamily="18" charset="0"/>
              </a:rPr>
              <a:pPr/>
              <a:t>66</a:t>
            </a:fld>
            <a:endParaRPr lang="en-US" altLang="en-US">
              <a:latin typeface="Times New Roman" panose="02020603050405020304" pitchFamily="18" charset="0"/>
            </a:endParaRPr>
          </a:p>
        </p:txBody>
      </p:sp>
      <p:pic>
        <p:nvPicPr>
          <p:cNvPr id="100355" name="Picture 3">
            <a:extLst>
              <a:ext uri="{FF2B5EF4-FFF2-40B4-BE49-F238E27FC236}">
                <a16:creationId xmlns:a16="http://schemas.microsoft.com/office/drawing/2014/main" id="{312D5958-4EF9-2B95-50DC-EE3EB8F3B01A}"/>
              </a:ext>
            </a:extLst>
          </p:cNvPr>
          <p:cNvPicPr>
            <a:picLocks noChangeAspect="1" noChangeArrowheads="1"/>
          </p:cNvPicPr>
          <p:nvPr/>
        </p:nvPicPr>
        <p:blipFill>
          <a:blip r:embed="rId2"/>
          <a:srcRect/>
          <a:stretch>
            <a:fillRect/>
          </a:stretch>
        </p:blipFill>
        <p:spPr bwMode="auto">
          <a:xfrm>
            <a:off x="838200" y="4876800"/>
            <a:ext cx="3213100" cy="137160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0356" name="Picture 4">
            <a:extLst>
              <a:ext uri="{FF2B5EF4-FFF2-40B4-BE49-F238E27FC236}">
                <a16:creationId xmlns:a16="http://schemas.microsoft.com/office/drawing/2014/main" id="{8202B66C-2EFA-9D76-9049-91598AA39F22}"/>
              </a:ext>
            </a:extLst>
          </p:cNvPr>
          <p:cNvPicPr>
            <a:picLocks noChangeAspect="1" noChangeArrowheads="1"/>
          </p:cNvPicPr>
          <p:nvPr/>
        </p:nvPicPr>
        <p:blipFill>
          <a:blip r:embed="rId3"/>
          <a:srcRect/>
          <a:stretch>
            <a:fillRect/>
          </a:stretch>
        </p:blipFill>
        <p:spPr bwMode="auto">
          <a:xfrm>
            <a:off x="5448300" y="2170113"/>
            <a:ext cx="3281363" cy="340677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1C3B198E-FF98-5416-CCCB-E5E85BA4F258}"/>
              </a:ext>
            </a:extLst>
          </p:cNvPr>
          <p:cNvSpPr>
            <a:spLocks noGrp="1"/>
          </p:cNvSpPr>
          <p:nvPr>
            <p:ph type="title"/>
          </p:nvPr>
        </p:nvSpPr>
        <p:spPr/>
        <p:txBody>
          <a:bodyPr/>
          <a:lstStyle/>
          <a:p>
            <a:r>
              <a:rPr lang="en-IN" altLang="en-US" sz="4400"/>
              <a:t>Aggregation - Example</a:t>
            </a:r>
            <a:endParaRPr lang="en-IN" altLang="en-US"/>
          </a:p>
        </p:txBody>
      </p:sp>
      <p:sp>
        <p:nvSpPr>
          <p:cNvPr id="79875" name="Slide Number Placeholder 3">
            <a:extLst>
              <a:ext uri="{FF2B5EF4-FFF2-40B4-BE49-F238E27FC236}">
                <a16:creationId xmlns:a16="http://schemas.microsoft.com/office/drawing/2014/main" id="{D7BBFE72-D85F-FD7E-E4BD-124EC851718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5CF9376-3DAB-44E0-8F5C-86C3DD034568}" type="slidenum">
              <a:rPr lang="en-US" altLang="en-US">
                <a:latin typeface="Times New Roman" panose="02020603050405020304" pitchFamily="18" charset="0"/>
              </a:rPr>
              <a:pPr/>
              <a:t>67</a:t>
            </a:fld>
            <a:endParaRPr lang="en-US" altLang="en-US">
              <a:latin typeface="Times New Roman" panose="02020603050405020304" pitchFamily="18" charset="0"/>
            </a:endParaRPr>
          </a:p>
        </p:txBody>
      </p:sp>
      <p:pic>
        <p:nvPicPr>
          <p:cNvPr id="101378" name="Picture 2">
            <a:extLst>
              <a:ext uri="{FF2B5EF4-FFF2-40B4-BE49-F238E27FC236}">
                <a16:creationId xmlns:a16="http://schemas.microsoft.com/office/drawing/2014/main" id="{8A4E0A44-B066-F291-ADE5-467930387E23}"/>
              </a:ext>
            </a:extLst>
          </p:cNvPr>
          <p:cNvPicPr>
            <a:picLocks noChangeAspect="1" noChangeArrowheads="1"/>
          </p:cNvPicPr>
          <p:nvPr/>
        </p:nvPicPr>
        <p:blipFill>
          <a:blip r:embed="rId2"/>
          <a:srcRect/>
          <a:stretch>
            <a:fillRect/>
          </a:stretch>
        </p:blipFill>
        <p:spPr bwMode="auto">
          <a:xfrm>
            <a:off x="304800" y="1376363"/>
            <a:ext cx="8605838" cy="4719637"/>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466CC516-48B2-A8F8-5D7F-D36614F3C01A}"/>
              </a:ext>
            </a:extLst>
          </p:cNvPr>
          <p:cNvSpPr>
            <a:spLocks noGrp="1"/>
          </p:cNvSpPr>
          <p:nvPr>
            <p:ph type="title"/>
          </p:nvPr>
        </p:nvSpPr>
        <p:spPr/>
        <p:txBody>
          <a:bodyPr/>
          <a:lstStyle/>
          <a:p>
            <a:r>
              <a:rPr lang="en-IN" altLang="en-US" sz="4000"/>
              <a:t>Aggregation - Example</a:t>
            </a:r>
            <a:endParaRPr lang="en-IN" altLang="en-US"/>
          </a:p>
        </p:txBody>
      </p:sp>
      <p:sp>
        <p:nvSpPr>
          <p:cNvPr id="3" name="Content Placeholder 2">
            <a:extLst>
              <a:ext uri="{FF2B5EF4-FFF2-40B4-BE49-F238E27FC236}">
                <a16:creationId xmlns:a16="http://schemas.microsoft.com/office/drawing/2014/main" id="{FF2DD223-EF05-001F-EA5D-B8A120510A38}"/>
              </a:ext>
            </a:extLst>
          </p:cNvPr>
          <p:cNvSpPr>
            <a:spLocks noGrp="1"/>
          </p:cNvSpPr>
          <p:nvPr>
            <p:ph idx="1"/>
          </p:nvPr>
        </p:nvSpPr>
        <p:spPr>
          <a:xfrm>
            <a:off x="457200" y="1260475"/>
            <a:ext cx="8229600" cy="4530725"/>
          </a:xfrm>
        </p:spPr>
        <p:txBody>
          <a:bodyPr/>
          <a:lstStyle/>
          <a:p>
            <a:pPr>
              <a:defRPr/>
            </a:pPr>
            <a:r>
              <a:rPr lang="en-IN" sz="2000" dirty="0"/>
              <a:t>(a) The Engine or part class, which has two member variables and a constructor with two parameters</a:t>
            </a:r>
          </a:p>
          <a:p>
            <a:pPr>
              <a:defRPr/>
            </a:pPr>
            <a:r>
              <a:rPr lang="en-IN" sz="2000" dirty="0"/>
              <a:t>(b) The Car class's pointer member variable. Once the name of the member variable is established, it must be used consistently in the initializer lists below</a:t>
            </a:r>
          </a:p>
          <a:p>
            <a:pPr>
              <a:defRPr/>
            </a:pPr>
            <a:r>
              <a:rPr lang="en-IN" sz="2000" dirty="0"/>
              <a:t>(c) The "raw material" (i.e., the data) needed to build a new Engine is received as parameters (red) to the Car constructor. The initializer list creates a new Engine object and stores the address of the new object in the pointer member variable. Notice that </a:t>
            </a:r>
            <a:r>
              <a:rPr lang="en-IN" sz="2000" b="1" dirty="0"/>
              <a:t>new Engine(s, c)) </a:t>
            </a:r>
            <a:r>
              <a:rPr lang="en-IN" sz="2000" dirty="0"/>
              <a:t>calls the Engine constructor, so the number and type of arguments in the function call must match the number and type of parameters in class Engine</a:t>
            </a:r>
          </a:p>
          <a:p>
            <a:pPr>
              <a:defRPr/>
            </a:pPr>
            <a:r>
              <a:rPr lang="en-IN" sz="2000" dirty="0"/>
              <a:t>(d) The single parameter of the second constructor is a pointer to an existing Engine object (green), and the initializer list stores it in the pointer member variable</a:t>
            </a:r>
          </a:p>
        </p:txBody>
      </p:sp>
      <p:sp>
        <p:nvSpPr>
          <p:cNvPr id="80900" name="Slide Number Placeholder 3">
            <a:extLst>
              <a:ext uri="{FF2B5EF4-FFF2-40B4-BE49-F238E27FC236}">
                <a16:creationId xmlns:a16="http://schemas.microsoft.com/office/drawing/2014/main" id="{E49FC7EA-85F3-7F42-53D4-88FADAA3595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43FB891-4ACB-4092-9177-F8409C2277F2}" type="slidenum">
              <a:rPr lang="en-US" altLang="en-US">
                <a:latin typeface="Times New Roman" panose="02020603050405020304" pitchFamily="18" charset="0"/>
              </a:rPr>
              <a:pPr/>
              <a:t>68</a:t>
            </a:fld>
            <a:endParaRPr lang="en-US" altLang="en-US">
              <a:latin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C6523BBF-9D66-D682-FAFC-14B8A7B6BD05}"/>
              </a:ext>
            </a:extLst>
          </p:cNvPr>
          <p:cNvSpPr>
            <a:spLocks noGrp="1"/>
          </p:cNvSpPr>
          <p:nvPr>
            <p:ph type="title"/>
          </p:nvPr>
        </p:nvSpPr>
        <p:spPr/>
        <p:txBody>
          <a:bodyPr/>
          <a:lstStyle/>
          <a:p>
            <a:r>
              <a:rPr lang="en-IN" altLang="en-US" sz="4400"/>
              <a:t>Aggregation - Example</a:t>
            </a:r>
            <a:endParaRPr lang="en-IN" altLang="en-US"/>
          </a:p>
        </p:txBody>
      </p:sp>
      <p:sp>
        <p:nvSpPr>
          <p:cNvPr id="3" name="Content Placeholder 2">
            <a:extLst>
              <a:ext uri="{FF2B5EF4-FFF2-40B4-BE49-F238E27FC236}">
                <a16:creationId xmlns:a16="http://schemas.microsoft.com/office/drawing/2014/main" id="{5D6FB06F-967F-EE30-1D4C-F155EE078604}"/>
              </a:ext>
            </a:extLst>
          </p:cNvPr>
          <p:cNvSpPr>
            <a:spLocks noGrp="1"/>
          </p:cNvSpPr>
          <p:nvPr>
            <p:ph idx="1"/>
          </p:nvPr>
        </p:nvSpPr>
        <p:spPr/>
        <p:txBody>
          <a:bodyPr/>
          <a:lstStyle/>
          <a:p>
            <a:pPr>
              <a:defRPr/>
            </a:pPr>
            <a:r>
              <a:rPr lang="en-IN" sz="2000" b="1" dirty="0"/>
              <a:t>Setter Initialization And Management</a:t>
            </a:r>
          </a:p>
          <a:p>
            <a:pPr>
              <a:defRPr/>
            </a:pPr>
            <a:r>
              <a:rPr lang="en-IN" sz="2000" dirty="0"/>
              <a:t>It may not always be practical to initialize a pointer member with a constructor at the same time that the whole object is created, and, at other times, there may be a need to change the object to which a pointer member points. In both of these cases, the solution is to use an accessor or setter function</a:t>
            </a:r>
          </a:p>
          <a:p>
            <a:pPr>
              <a:defRPr/>
            </a:pPr>
            <a:r>
              <a:rPr lang="en-IN" sz="2000" b="1" dirty="0"/>
              <a:t>Difference between constructors and setters</a:t>
            </a:r>
          </a:p>
          <a:p>
            <a:pPr lvl="1" algn="just">
              <a:defRPr/>
            </a:pPr>
            <a:r>
              <a:rPr lang="en-IN" sz="1800" dirty="0"/>
              <a:t>A constructor creates a new object, so the pointer member </a:t>
            </a:r>
            <a:r>
              <a:rPr lang="en-IN" sz="1800" i="1" dirty="0"/>
              <a:t>cannot</a:t>
            </a:r>
            <a:r>
              <a:rPr lang="en-IN" sz="1800" dirty="0"/>
              <a:t> be pointing at a part object when the constructor runs</a:t>
            </a:r>
          </a:p>
          <a:p>
            <a:pPr lvl="1" algn="just">
              <a:defRPr/>
            </a:pPr>
            <a:r>
              <a:rPr lang="en-IN" sz="1800" dirty="0"/>
              <a:t>A setter function may be initializing or setting a value in a pointer for the first time, or it may be changing the pointer by replacing an </a:t>
            </a:r>
            <a:r>
              <a:rPr lang="en-IN" sz="1800" i="1" dirty="0"/>
              <a:t>existing</a:t>
            </a:r>
            <a:r>
              <a:rPr lang="en-IN" sz="1800" dirty="0"/>
              <a:t> object. Unlike a constructor, a setter must detect which situation applies and behave appropriately</a:t>
            </a:r>
            <a:endParaRPr lang="en-IN" sz="1800" b="1" dirty="0"/>
          </a:p>
          <a:p>
            <a:pPr algn="just">
              <a:defRPr/>
            </a:pPr>
            <a:endParaRPr lang="en-IN" sz="2400" dirty="0"/>
          </a:p>
        </p:txBody>
      </p:sp>
      <p:sp>
        <p:nvSpPr>
          <p:cNvPr id="81924" name="Slide Number Placeholder 3">
            <a:extLst>
              <a:ext uri="{FF2B5EF4-FFF2-40B4-BE49-F238E27FC236}">
                <a16:creationId xmlns:a16="http://schemas.microsoft.com/office/drawing/2014/main" id="{BA3C7479-23C6-8A72-4CA3-FEECDC130EA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36D4A3D-1D3B-421E-9793-2B17E9BB6776}" type="slidenum">
              <a:rPr lang="en-US" altLang="en-US">
                <a:latin typeface="Times New Roman" panose="02020603050405020304" pitchFamily="18" charset="0"/>
              </a:rPr>
              <a:pPr/>
              <a:t>69</a:t>
            </a:fld>
            <a:endParaRPr lang="en-US" altLang="en-US">
              <a:latin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a:extLst>
              <a:ext uri="{FF2B5EF4-FFF2-40B4-BE49-F238E27FC236}">
                <a16:creationId xmlns:a16="http://schemas.microsoft.com/office/drawing/2014/main" id="{DA93B988-76B0-3E28-B965-8337DC36C628}"/>
              </a:ext>
            </a:extLst>
          </p:cNvPr>
          <p:cNvSpPr>
            <a:spLocks noGrp="1"/>
          </p:cNvSpPr>
          <p:nvPr>
            <p:ph type="title"/>
          </p:nvPr>
        </p:nvSpPr>
        <p:spPr/>
        <p:txBody>
          <a:bodyPr/>
          <a:lstStyle/>
          <a:p>
            <a:r>
              <a:rPr lang="en-IN" altLang="en-US" sz="4000"/>
              <a:t>Aggregation - Example</a:t>
            </a:r>
            <a:endParaRPr lang="en-IN" altLang="en-US"/>
          </a:p>
        </p:txBody>
      </p:sp>
      <p:sp>
        <p:nvSpPr>
          <p:cNvPr id="3" name="Content Placeholder 2">
            <a:extLst>
              <a:ext uri="{FF2B5EF4-FFF2-40B4-BE49-F238E27FC236}">
                <a16:creationId xmlns:a16="http://schemas.microsoft.com/office/drawing/2014/main" id="{9FE71C3C-0FF6-A6F5-0B19-8CC8071146AD}"/>
              </a:ext>
            </a:extLst>
          </p:cNvPr>
          <p:cNvSpPr>
            <a:spLocks noGrp="1"/>
          </p:cNvSpPr>
          <p:nvPr>
            <p:ph idx="1"/>
          </p:nvPr>
        </p:nvSpPr>
        <p:spPr/>
        <p:txBody>
          <a:bodyPr/>
          <a:lstStyle/>
          <a:p>
            <a:pPr>
              <a:defRPr/>
            </a:pPr>
            <a:r>
              <a:rPr lang="en-IN" sz="2000" dirty="0">
                <a:solidFill>
                  <a:srgbClr val="C00000"/>
                </a:solidFill>
              </a:rPr>
              <a:t>Initializing and maintaining a pointer member with a setter function</a:t>
            </a:r>
          </a:p>
          <a:p>
            <a:pPr marL="0" indent="0">
              <a:buFont typeface="Wingdings" pitchFamily="2" charset="2"/>
              <a:buNone/>
              <a:defRPr/>
            </a:pPr>
            <a:endParaRPr lang="en-IN" sz="2000" dirty="0">
              <a:solidFill>
                <a:srgbClr val="C00000"/>
              </a:solidFill>
            </a:endParaRPr>
          </a:p>
        </p:txBody>
      </p:sp>
      <p:sp>
        <p:nvSpPr>
          <p:cNvPr id="82948" name="Slide Number Placeholder 3">
            <a:extLst>
              <a:ext uri="{FF2B5EF4-FFF2-40B4-BE49-F238E27FC236}">
                <a16:creationId xmlns:a16="http://schemas.microsoft.com/office/drawing/2014/main" id="{259BA872-A9DD-337D-3BD5-D34784F7680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0A1A938-8130-4849-9EB3-66ECB7C9141B}" type="slidenum">
              <a:rPr lang="en-US" altLang="en-US">
                <a:latin typeface="Times New Roman" panose="02020603050405020304" pitchFamily="18" charset="0"/>
              </a:rPr>
              <a:pPr/>
              <a:t>70</a:t>
            </a:fld>
            <a:endParaRPr lang="en-US" altLang="en-US">
              <a:latin typeface="Times New Roman" panose="02020603050405020304" pitchFamily="18" charset="0"/>
            </a:endParaRPr>
          </a:p>
        </p:txBody>
      </p:sp>
      <p:sp>
        <p:nvSpPr>
          <p:cNvPr id="82949" name="Rectangle 4">
            <a:extLst>
              <a:ext uri="{FF2B5EF4-FFF2-40B4-BE49-F238E27FC236}">
                <a16:creationId xmlns:a16="http://schemas.microsoft.com/office/drawing/2014/main" id="{93E9A89D-074E-5915-05E8-BA8DDC101D76}"/>
              </a:ext>
            </a:extLst>
          </p:cNvPr>
          <p:cNvSpPr>
            <a:spLocks noChangeArrowheads="1"/>
          </p:cNvSpPr>
          <p:nvPr/>
        </p:nvSpPr>
        <p:spPr bwMode="auto">
          <a:xfrm>
            <a:off x="228600" y="2346325"/>
            <a:ext cx="54864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class Car</a:t>
            </a:r>
          </a:p>
          <a:p>
            <a:pPr eaLnBrk="1" hangingPunct="1"/>
            <a:r>
              <a:rPr lang="en-IN" altLang="en-US"/>
              <a:t>{</a:t>
            </a:r>
          </a:p>
          <a:p>
            <a:pPr eaLnBrk="1" hangingPunct="1"/>
            <a:r>
              <a:rPr lang="en-IN" altLang="en-US"/>
              <a:t>     private:</a:t>
            </a:r>
          </a:p>
          <a:p>
            <a:pPr eaLnBrk="1" hangingPunct="1"/>
            <a:r>
              <a:rPr lang="en-IN" altLang="en-US"/>
              <a:t>        Engine*	motor;</a:t>
            </a:r>
          </a:p>
          <a:p>
            <a:pPr eaLnBrk="1" hangingPunct="1"/>
            <a:r>
              <a:rPr lang="en-IN" altLang="en-US"/>
              <a:t>        string	model;</a:t>
            </a:r>
          </a:p>
          <a:p>
            <a:pPr eaLnBrk="1" hangingPunct="1"/>
            <a:endParaRPr lang="en-IN" altLang="en-US"/>
          </a:p>
          <a:p>
            <a:pPr eaLnBrk="1" hangingPunct="1"/>
            <a:r>
              <a:rPr lang="en-IN" altLang="en-US"/>
              <a:t>    public:</a:t>
            </a:r>
          </a:p>
          <a:p>
            <a:pPr eaLnBrk="1" hangingPunct="1"/>
            <a:r>
              <a:rPr lang="en-IN" altLang="en-US"/>
              <a:t>        Car(string s) : model(s), motor(nullptr) { }</a:t>
            </a:r>
          </a:p>
          <a:p>
            <a:pPr eaLnBrk="1" hangingPunct="1"/>
            <a:r>
              <a:rPr lang="en-IN" altLang="en-US"/>
              <a:t>        void set_motor(double s, int c);</a:t>
            </a:r>
          </a:p>
          <a:p>
            <a:pPr eaLnBrk="1" hangingPunct="1"/>
            <a:r>
              <a:rPr lang="en-IN" altLang="en-US"/>
              <a:t>        void set_motor(Engine* e);</a:t>
            </a:r>
          </a:p>
          <a:p>
            <a:pPr eaLnBrk="1" hangingPunct="1"/>
            <a:r>
              <a:rPr lang="en-IN" altLang="en-US"/>
              <a:t>};</a:t>
            </a:r>
          </a:p>
        </p:txBody>
      </p:sp>
      <p:sp>
        <p:nvSpPr>
          <p:cNvPr id="82950" name="Rectangle 5">
            <a:extLst>
              <a:ext uri="{FF2B5EF4-FFF2-40B4-BE49-F238E27FC236}">
                <a16:creationId xmlns:a16="http://schemas.microsoft.com/office/drawing/2014/main" id="{50AC9639-C767-066B-06D1-3767451F407D}"/>
              </a:ext>
            </a:extLst>
          </p:cNvPr>
          <p:cNvSpPr>
            <a:spLocks noChangeArrowheads="1"/>
          </p:cNvSpPr>
          <p:nvPr/>
        </p:nvSpPr>
        <p:spPr bwMode="auto">
          <a:xfrm>
            <a:off x="5334000" y="2133600"/>
            <a:ext cx="3810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void car::set_motor(double s, int c)</a:t>
            </a:r>
          </a:p>
          <a:p>
            <a:pPr eaLnBrk="1" hangingPunct="1"/>
            <a:r>
              <a:rPr lang="en-IN" altLang="en-US"/>
              <a:t>{</a:t>
            </a:r>
          </a:p>
          <a:p>
            <a:pPr eaLnBrk="1" hangingPunct="1"/>
            <a:r>
              <a:rPr lang="en-IN" altLang="en-US"/>
              <a:t>   </a:t>
            </a:r>
            <a:r>
              <a:rPr lang="en-IN" altLang="en-US">
                <a:solidFill>
                  <a:srgbClr val="C00000"/>
                </a:solidFill>
              </a:rPr>
              <a:t>if (motor != nullptr)</a:t>
            </a:r>
          </a:p>
          <a:p>
            <a:pPr eaLnBrk="1" hangingPunct="1"/>
            <a:r>
              <a:rPr lang="en-IN" altLang="en-US">
                <a:solidFill>
                  <a:srgbClr val="C00000"/>
                </a:solidFill>
              </a:rPr>
              <a:t>       delete motor;</a:t>
            </a:r>
          </a:p>
          <a:p>
            <a:pPr eaLnBrk="1" hangingPunct="1"/>
            <a:r>
              <a:rPr lang="en-IN" altLang="en-US"/>
              <a:t>   motor = new Engine(s, c);</a:t>
            </a:r>
          </a:p>
          <a:p>
            <a:pPr eaLnBrk="1" hangingPunct="1"/>
            <a:r>
              <a:rPr lang="en-IN" altLang="en-US"/>
              <a:t>}</a:t>
            </a:r>
          </a:p>
        </p:txBody>
      </p:sp>
      <p:sp>
        <p:nvSpPr>
          <p:cNvPr id="82951" name="Rectangle 6">
            <a:extLst>
              <a:ext uri="{FF2B5EF4-FFF2-40B4-BE49-F238E27FC236}">
                <a16:creationId xmlns:a16="http://schemas.microsoft.com/office/drawing/2014/main" id="{DAFEFD99-AD3C-FA5C-6F0C-C09E829ABE4C}"/>
              </a:ext>
            </a:extLst>
          </p:cNvPr>
          <p:cNvSpPr>
            <a:spLocks noChangeArrowheads="1"/>
          </p:cNvSpPr>
          <p:nvPr/>
        </p:nvSpPr>
        <p:spPr bwMode="auto">
          <a:xfrm>
            <a:off x="5410200" y="4953000"/>
            <a:ext cx="3733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IN" altLang="en-US"/>
              <a:t>void car::set_motor(Engine* e)</a:t>
            </a:r>
          </a:p>
          <a:p>
            <a:pPr eaLnBrk="1" hangingPunct="1"/>
            <a:r>
              <a:rPr lang="en-IN" altLang="en-US"/>
              <a:t>{</a:t>
            </a:r>
          </a:p>
          <a:p>
            <a:pPr eaLnBrk="1" hangingPunct="1"/>
            <a:r>
              <a:rPr lang="en-IN" altLang="en-US"/>
              <a:t>        motor = e;</a:t>
            </a:r>
          </a:p>
          <a:p>
            <a:pPr eaLnBrk="1" hangingPunct="1"/>
            <a:r>
              <a:rPr lang="en-IN" altLang="en-US"/>
              <a: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a:extLst>
              <a:ext uri="{FF2B5EF4-FFF2-40B4-BE49-F238E27FC236}">
                <a16:creationId xmlns:a16="http://schemas.microsoft.com/office/drawing/2014/main" id="{B9EB14C9-E36D-6CAE-7B7A-6DB645FF9F8B}"/>
              </a:ext>
            </a:extLst>
          </p:cNvPr>
          <p:cNvSpPr>
            <a:spLocks noGrp="1"/>
          </p:cNvSpPr>
          <p:nvPr>
            <p:ph type="title"/>
          </p:nvPr>
        </p:nvSpPr>
        <p:spPr/>
        <p:txBody>
          <a:bodyPr/>
          <a:lstStyle/>
          <a:p>
            <a:r>
              <a:rPr lang="en-IN" altLang="en-US" sz="4400"/>
              <a:t>Aggregation - Example</a:t>
            </a:r>
            <a:endParaRPr lang="en-IN" altLang="en-US"/>
          </a:p>
        </p:txBody>
      </p:sp>
      <p:sp>
        <p:nvSpPr>
          <p:cNvPr id="3" name="Content Placeholder 2">
            <a:extLst>
              <a:ext uri="{FF2B5EF4-FFF2-40B4-BE49-F238E27FC236}">
                <a16:creationId xmlns:a16="http://schemas.microsoft.com/office/drawing/2014/main" id="{89E20C3B-30D4-612D-D5CA-7EA61DD94210}"/>
              </a:ext>
            </a:extLst>
          </p:cNvPr>
          <p:cNvSpPr>
            <a:spLocks noGrp="1"/>
          </p:cNvSpPr>
          <p:nvPr>
            <p:ph idx="1"/>
          </p:nvPr>
        </p:nvSpPr>
        <p:spPr>
          <a:xfrm>
            <a:off x="457200" y="1295400"/>
            <a:ext cx="8229600" cy="4530725"/>
          </a:xfrm>
        </p:spPr>
        <p:txBody>
          <a:bodyPr/>
          <a:lstStyle/>
          <a:p>
            <a:pPr>
              <a:defRPr/>
            </a:pPr>
            <a:r>
              <a:rPr lang="en-IN" sz="2000" b="1" dirty="0"/>
              <a:t>Using Pointer Member Variables</a:t>
            </a:r>
          </a:p>
          <a:p>
            <a:pPr>
              <a:defRPr/>
            </a:pPr>
            <a:endParaRPr lang="en-IN" sz="2000" dirty="0"/>
          </a:p>
        </p:txBody>
      </p:sp>
      <p:sp>
        <p:nvSpPr>
          <p:cNvPr id="83972" name="Slide Number Placeholder 3">
            <a:extLst>
              <a:ext uri="{FF2B5EF4-FFF2-40B4-BE49-F238E27FC236}">
                <a16:creationId xmlns:a16="http://schemas.microsoft.com/office/drawing/2014/main" id="{1C510A96-38F8-FB52-A431-118630CE460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8E7DC91-40D3-487F-A495-C85A8E78585B}" type="slidenum">
              <a:rPr lang="en-US" altLang="en-US">
                <a:latin typeface="Times New Roman" panose="02020603050405020304" pitchFamily="18" charset="0"/>
              </a:rPr>
              <a:pPr/>
              <a:t>71</a:t>
            </a:fld>
            <a:endParaRPr lang="en-US" altLang="en-US">
              <a:latin typeface="Times New Roman" panose="02020603050405020304" pitchFamily="18" charset="0"/>
            </a:endParaRPr>
          </a:p>
        </p:txBody>
      </p:sp>
      <p:pic>
        <p:nvPicPr>
          <p:cNvPr id="102402" name="Picture 2">
            <a:extLst>
              <a:ext uri="{FF2B5EF4-FFF2-40B4-BE49-F238E27FC236}">
                <a16:creationId xmlns:a16="http://schemas.microsoft.com/office/drawing/2014/main" id="{33594AD2-EFE4-5C3D-C57F-BA8491FFE3C0}"/>
              </a:ext>
            </a:extLst>
          </p:cNvPr>
          <p:cNvPicPr>
            <a:picLocks noChangeAspect="1" noChangeArrowheads="1"/>
          </p:cNvPicPr>
          <p:nvPr/>
        </p:nvPicPr>
        <p:blipFill>
          <a:blip r:embed="rId2"/>
          <a:srcRect/>
          <a:stretch>
            <a:fillRect/>
          </a:stretch>
        </p:blipFill>
        <p:spPr bwMode="auto">
          <a:xfrm>
            <a:off x="877888" y="1652588"/>
            <a:ext cx="3057525" cy="305752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03" name="Picture 3">
            <a:extLst>
              <a:ext uri="{FF2B5EF4-FFF2-40B4-BE49-F238E27FC236}">
                <a16:creationId xmlns:a16="http://schemas.microsoft.com/office/drawing/2014/main" id="{9B77F4C5-FCAE-13DF-B4E3-1F8FD7AD6187}"/>
              </a:ext>
            </a:extLst>
          </p:cNvPr>
          <p:cNvPicPr>
            <a:picLocks noChangeAspect="1" noChangeArrowheads="1"/>
          </p:cNvPicPr>
          <p:nvPr/>
        </p:nvPicPr>
        <p:blipFill>
          <a:blip r:embed="rId3"/>
          <a:srcRect/>
          <a:stretch>
            <a:fillRect/>
          </a:stretch>
        </p:blipFill>
        <p:spPr bwMode="auto">
          <a:xfrm>
            <a:off x="4087813" y="1600200"/>
            <a:ext cx="3760787" cy="304800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3975" name="Rectangle 5">
            <a:extLst>
              <a:ext uri="{FF2B5EF4-FFF2-40B4-BE49-F238E27FC236}">
                <a16:creationId xmlns:a16="http://schemas.microsoft.com/office/drawing/2014/main" id="{C30A5EA8-EF76-ABC8-E50C-2864A2B8F734}"/>
              </a:ext>
            </a:extLst>
          </p:cNvPr>
          <p:cNvSpPr>
            <a:spLocks noChangeArrowheads="1"/>
          </p:cNvSpPr>
          <p:nvPr/>
        </p:nvSpPr>
        <p:spPr bwMode="auto">
          <a:xfrm>
            <a:off x="457200" y="4724400"/>
            <a:ext cx="894397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 typeface="Wingdings" panose="05000000000000000000" pitchFamily="2" charset="2"/>
              <a:buChar char="q"/>
            </a:pPr>
            <a:r>
              <a:rPr lang="en-IN" altLang="en-US"/>
              <a:t>(a) The Part class has a function f that can access the private features of the part class</a:t>
            </a:r>
          </a:p>
          <a:p>
            <a:pPr eaLnBrk="1" hangingPunct="1">
              <a:buFont typeface="Wingdings" panose="05000000000000000000" pitchFamily="2" charset="2"/>
              <a:buChar char="q"/>
            </a:pPr>
            <a:r>
              <a:rPr lang="en-IN" altLang="en-US"/>
              <a:t>(b) The Whole class has a pointer member variable, my_part, that can point to an instance of class Part</a:t>
            </a:r>
          </a:p>
          <a:p>
            <a:pPr eaLnBrk="1" hangingPunct="1">
              <a:buFont typeface="Wingdings" panose="05000000000000000000" pitchFamily="2" charset="2"/>
              <a:buChar char="q"/>
            </a:pPr>
            <a:r>
              <a:rPr lang="en-IN" altLang="en-US"/>
              <a:t>(c)The Whole class has a function g that can call function f through the pointer member. The if-statement is important: if my_part is null, then the function call (highlighted) will cause the program to fail</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a:extLst>
              <a:ext uri="{FF2B5EF4-FFF2-40B4-BE49-F238E27FC236}">
                <a16:creationId xmlns:a16="http://schemas.microsoft.com/office/drawing/2014/main" id="{300D900A-BF5A-D8C9-99AF-6E59AF1058AA}"/>
              </a:ext>
            </a:extLst>
          </p:cNvPr>
          <p:cNvSpPr>
            <a:spLocks noGrp="1"/>
          </p:cNvSpPr>
          <p:nvPr>
            <p:ph type="title"/>
          </p:nvPr>
        </p:nvSpPr>
        <p:spPr/>
        <p:txBody>
          <a:bodyPr/>
          <a:lstStyle/>
          <a:p>
            <a:r>
              <a:rPr lang="en-US" altLang="en-US"/>
              <a:t>Aggregation or Composition?</a:t>
            </a:r>
            <a:endParaRPr lang="en-IN" altLang="en-US"/>
          </a:p>
        </p:txBody>
      </p:sp>
      <p:sp>
        <p:nvSpPr>
          <p:cNvPr id="84995" name="Slide Number Placeholder 3">
            <a:extLst>
              <a:ext uri="{FF2B5EF4-FFF2-40B4-BE49-F238E27FC236}">
                <a16:creationId xmlns:a16="http://schemas.microsoft.com/office/drawing/2014/main" id="{BA4F2E5B-572B-1B93-B717-5F2C424FC7F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D8B49C5-9FDD-46BA-9EA2-19C7ADEACE1B}" type="slidenum">
              <a:rPr lang="en-US" altLang="en-US">
                <a:latin typeface="Times New Roman" panose="02020603050405020304" pitchFamily="18" charset="0"/>
              </a:rPr>
              <a:pPr/>
              <a:t>72</a:t>
            </a:fld>
            <a:endParaRPr lang="en-US" altLang="en-US">
              <a:latin typeface="Times New Roman" panose="02020603050405020304" pitchFamily="18" charset="0"/>
            </a:endParaRPr>
          </a:p>
        </p:txBody>
      </p:sp>
      <p:sp>
        <p:nvSpPr>
          <p:cNvPr id="5" name="Rectangle 6">
            <a:extLst>
              <a:ext uri="{FF2B5EF4-FFF2-40B4-BE49-F238E27FC236}">
                <a16:creationId xmlns:a16="http://schemas.microsoft.com/office/drawing/2014/main" id="{A25197E5-772D-F99A-1601-2B60A1CA1E62}"/>
              </a:ext>
            </a:extLst>
          </p:cNvPr>
          <p:cNvSpPr>
            <a:spLocks noChangeArrowheads="1"/>
          </p:cNvSpPr>
          <p:nvPr/>
        </p:nvSpPr>
        <p:spPr bwMode="auto">
          <a:xfrm>
            <a:off x="304800" y="3324225"/>
            <a:ext cx="4105275" cy="2032000"/>
          </a:xfrm>
          <a:prstGeom prst="rect">
            <a:avLst/>
          </a:prstGeom>
          <a:noFill/>
          <a:ln w="9525">
            <a:noFill/>
            <a:miter lim="800000"/>
            <a:headEnd/>
            <a:tailEnd/>
          </a:ln>
          <a:effectLst/>
        </p:spPr>
        <p:txBody>
          <a:bodyPr anchor="ctr">
            <a:spAutoFit/>
          </a:bodyPr>
          <a:lstStyle/>
          <a:p>
            <a:pPr eaLnBrk="0" hangingPunct="0">
              <a:defRPr/>
            </a:pPr>
            <a:r>
              <a:rPr lang="en-US" dirty="0">
                <a:solidFill>
                  <a:srgbClr val="C00000"/>
                </a:solidFill>
                <a:latin typeface="Arial" charset="0"/>
              </a:rPr>
              <a:t>Aggregation</a:t>
            </a:r>
            <a:r>
              <a:rPr lang="en-US" dirty="0">
                <a:latin typeface="Arial" charset="0"/>
              </a:rPr>
              <a:t> is a relationship in which one object is a part of another</a:t>
            </a:r>
          </a:p>
          <a:p>
            <a:pPr eaLnBrk="0" hangingPunct="0">
              <a:defRPr/>
            </a:pPr>
            <a:endParaRPr lang="en-US" dirty="0">
              <a:effectLst>
                <a:outerShdw blurRad="38100" dist="38100" dir="2700000" algn="tl">
                  <a:srgbClr val="C0C0C0"/>
                </a:outerShdw>
              </a:effectLst>
              <a:latin typeface="Arial" charset="0"/>
            </a:endParaRPr>
          </a:p>
          <a:p>
            <a:pPr eaLnBrk="0" hangingPunct="0">
              <a:defRPr/>
            </a:pPr>
            <a:r>
              <a:rPr lang="en-US" dirty="0">
                <a:effectLst>
                  <a:outerShdw blurRad="38100" dist="38100" dir="2700000" algn="tl">
                    <a:srgbClr val="C0C0C0"/>
                  </a:outerShdw>
                </a:effectLst>
                <a:latin typeface="Arial" charset="0"/>
              </a:rPr>
              <a:t>        A aggregates B </a:t>
            </a:r>
          </a:p>
          <a:p>
            <a:pPr eaLnBrk="0" hangingPunct="0">
              <a:defRPr/>
            </a:pPr>
            <a:r>
              <a:rPr lang="en-US" dirty="0">
                <a:effectLst>
                  <a:outerShdw blurRad="38100" dist="38100" dir="2700000" algn="tl">
                    <a:srgbClr val="C0C0C0"/>
                  </a:outerShdw>
                </a:effectLst>
                <a:latin typeface="Arial" charset="0"/>
              </a:rPr>
              <a:t>                    =</a:t>
            </a:r>
          </a:p>
          <a:p>
            <a:pPr eaLnBrk="0" hangingPunct="0">
              <a:defRPr/>
            </a:pPr>
            <a:r>
              <a:rPr lang="en-US" dirty="0">
                <a:effectLst>
                  <a:outerShdw blurRad="38100" dist="38100" dir="2700000" algn="tl">
                    <a:srgbClr val="C0C0C0"/>
                  </a:outerShdw>
                </a:effectLst>
                <a:latin typeface="Arial" charset="0"/>
              </a:rPr>
              <a:t> B is part of A, but their lifetimes may be different </a:t>
            </a:r>
          </a:p>
        </p:txBody>
      </p:sp>
      <p:sp>
        <p:nvSpPr>
          <p:cNvPr id="6" name="Rectangle 7">
            <a:extLst>
              <a:ext uri="{FF2B5EF4-FFF2-40B4-BE49-F238E27FC236}">
                <a16:creationId xmlns:a16="http://schemas.microsoft.com/office/drawing/2014/main" id="{E9EA8B19-1C77-9BB8-05CD-0FAC4BD70765}"/>
              </a:ext>
            </a:extLst>
          </p:cNvPr>
          <p:cNvSpPr>
            <a:spLocks noChangeArrowheads="1"/>
          </p:cNvSpPr>
          <p:nvPr/>
        </p:nvSpPr>
        <p:spPr bwMode="auto">
          <a:xfrm>
            <a:off x="4697413" y="3309938"/>
            <a:ext cx="4321175" cy="2032000"/>
          </a:xfrm>
          <a:prstGeom prst="rect">
            <a:avLst/>
          </a:prstGeom>
          <a:noFill/>
          <a:ln w="9525">
            <a:noFill/>
            <a:miter lim="800000"/>
            <a:headEnd/>
            <a:tailEnd/>
          </a:ln>
          <a:effectLst/>
        </p:spPr>
        <p:txBody>
          <a:bodyPr anchor="ctr">
            <a:spAutoFit/>
          </a:bodyPr>
          <a:lstStyle/>
          <a:p>
            <a:pPr eaLnBrk="0" hangingPunct="0">
              <a:defRPr/>
            </a:pPr>
            <a:r>
              <a:rPr lang="en-US" dirty="0">
                <a:solidFill>
                  <a:srgbClr val="C00000"/>
                </a:solidFill>
                <a:latin typeface="Arial" charset="0"/>
              </a:rPr>
              <a:t>Composition</a:t>
            </a:r>
            <a:r>
              <a:rPr lang="en-US" dirty="0">
                <a:latin typeface="Arial" charset="0"/>
              </a:rPr>
              <a:t> is a relationship in which one object is an integral part of another</a:t>
            </a:r>
            <a:r>
              <a:rPr lang="en-US" dirty="0">
                <a:effectLst>
                  <a:outerShdw blurRad="38100" dist="38100" dir="2700000" algn="tl">
                    <a:srgbClr val="C0C0C0"/>
                  </a:outerShdw>
                </a:effectLst>
                <a:latin typeface="Arial" charset="0"/>
              </a:rPr>
              <a:t> </a:t>
            </a:r>
          </a:p>
          <a:p>
            <a:pPr eaLnBrk="0" hangingPunct="0">
              <a:defRPr/>
            </a:pPr>
            <a:endParaRPr lang="en-US" dirty="0">
              <a:effectLst>
                <a:outerShdw blurRad="38100" dist="38100" dir="2700000" algn="tl">
                  <a:srgbClr val="C0C0C0"/>
                </a:outerShdw>
              </a:effectLst>
              <a:latin typeface="Arial" charset="0"/>
            </a:endParaRPr>
          </a:p>
          <a:p>
            <a:pPr>
              <a:defRPr/>
            </a:pPr>
            <a:r>
              <a:rPr lang="en-US" dirty="0">
                <a:effectLst>
                  <a:outerShdw blurRad="38100" dist="38100" dir="2700000" algn="tl">
                    <a:srgbClr val="C0C0C0"/>
                  </a:outerShdw>
                </a:effectLst>
                <a:latin typeface="Arial" charset="0"/>
              </a:rPr>
              <a:t>                     A contains B </a:t>
            </a:r>
          </a:p>
          <a:p>
            <a:pPr>
              <a:defRPr/>
            </a:pPr>
            <a:r>
              <a:rPr lang="en-US" dirty="0">
                <a:effectLst>
                  <a:outerShdw blurRad="38100" dist="38100" dir="2700000" algn="tl">
                    <a:srgbClr val="C0C0C0"/>
                  </a:outerShdw>
                </a:effectLst>
                <a:latin typeface="Arial" charset="0"/>
              </a:rPr>
              <a:t>                              =</a:t>
            </a:r>
          </a:p>
          <a:p>
            <a:pPr>
              <a:defRPr/>
            </a:pPr>
            <a:r>
              <a:rPr lang="en-US" dirty="0">
                <a:effectLst>
                  <a:outerShdw blurRad="38100" dist="38100" dir="2700000" algn="tl">
                    <a:srgbClr val="C0C0C0"/>
                  </a:outerShdw>
                </a:effectLst>
                <a:latin typeface="Arial" charset="0"/>
              </a:rPr>
              <a:t> B is part of A, and their lifetimes are the same </a:t>
            </a:r>
          </a:p>
        </p:txBody>
      </p:sp>
      <p:grpSp>
        <p:nvGrpSpPr>
          <p:cNvPr id="84998" name="Group 10">
            <a:extLst>
              <a:ext uri="{FF2B5EF4-FFF2-40B4-BE49-F238E27FC236}">
                <a16:creationId xmlns:a16="http://schemas.microsoft.com/office/drawing/2014/main" id="{3432AE49-A653-4072-03BE-22BAADAA6EE8}"/>
              </a:ext>
            </a:extLst>
          </p:cNvPr>
          <p:cNvGrpSpPr>
            <a:grpSpLocks/>
          </p:cNvGrpSpPr>
          <p:nvPr/>
        </p:nvGrpSpPr>
        <p:grpSpPr bwMode="auto">
          <a:xfrm>
            <a:off x="1581150" y="2466975"/>
            <a:ext cx="717550" cy="87313"/>
            <a:chOff x="930" y="1123"/>
            <a:chExt cx="452" cy="55"/>
          </a:xfrm>
        </p:grpSpPr>
        <p:sp>
          <p:nvSpPr>
            <p:cNvPr id="8" name="Line 8">
              <a:extLst>
                <a:ext uri="{FF2B5EF4-FFF2-40B4-BE49-F238E27FC236}">
                  <a16:creationId xmlns:a16="http://schemas.microsoft.com/office/drawing/2014/main" id="{F13970CA-211A-6F66-8400-4DCC1028A418}"/>
                </a:ext>
              </a:extLst>
            </p:cNvPr>
            <p:cNvSpPr>
              <a:spLocks noChangeShapeType="1"/>
            </p:cNvSpPr>
            <p:nvPr/>
          </p:nvSpPr>
          <p:spPr bwMode="auto">
            <a:xfrm>
              <a:off x="1020" y="1150"/>
              <a:ext cx="362" cy="0"/>
            </a:xfrm>
            <a:prstGeom prst="line">
              <a:avLst/>
            </a:prstGeom>
            <a:noFill/>
            <a:ln w="19050">
              <a:solidFill>
                <a:schemeClr val="tx1"/>
              </a:solidFill>
              <a:round/>
              <a:headEnd type="none" w="sm" len="lg"/>
              <a:tailEnd type="arrow" w="lg" len="lg"/>
            </a:ln>
            <a:effectLst/>
          </p:spPr>
          <p:txBody>
            <a:bodyPr>
              <a:spAutoFit/>
            </a:bodyPr>
            <a:lstStyle/>
            <a:p>
              <a:pPr>
                <a:defRPr/>
              </a:pPr>
              <a:endParaRPr lang="en-US">
                <a:effectLst>
                  <a:outerShdw blurRad="38100" dist="38100" dir="2700000" algn="tl">
                    <a:srgbClr val="000000">
                      <a:alpha val="43137"/>
                    </a:srgbClr>
                  </a:outerShdw>
                </a:effectLst>
                <a:latin typeface="Arial" charset="0"/>
              </a:endParaRPr>
            </a:p>
          </p:txBody>
        </p:sp>
        <p:sp>
          <p:nvSpPr>
            <p:cNvPr id="9" name="AutoShape 9">
              <a:extLst>
                <a:ext uri="{FF2B5EF4-FFF2-40B4-BE49-F238E27FC236}">
                  <a16:creationId xmlns:a16="http://schemas.microsoft.com/office/drawing/2014/main" id="{7F65BAF0-B930-C08D-7F00-39958D39B773}"/>
                </a:ext>
              </a:extLst>
            </p:cNvPr>
            <p:cNvSpPr>
              <a:spLocks noChangeArrowheads="1"/>
            </p:cNvSpPr>
            <p:nvPr/>
          </p:nvSpPr>
          <p:spPr bwMode="auto">
            <a:xfrm>
              <a:off x="930" y="1123"/>
              <a:ext cx="90" cy="55"/>
            </a:xfrm>
            <a:prstGeom prst="diamond">
              <a:avLst/>
            </a:prstGeom>
            <a:noFill/>
            <a:ln w="19050">
              <a:solidFill>
                <a:schemeClr val="tx1"/>
              </a:solidFill>
              <a:miter lim="800000"/>
              <a:headEnd/>
              <a:tailEnd/>
            </a:ln>
            <a:effectLst/>
          </p:spPr>
          <p:txBody>
            <a:bodyPr anchor="ctr">
              <a:spAutoFit/>
            </a:bodyPr>
            <a:lstStyle/>
            <a:p>
              <a:pPr>
                <a:defRPr/>
              </a:pPr>
              <a:endParaRPr lang="en-US">
                <a:effectLst>
                  <a:outerShdw blurRad="38100" dist="38100" dir="2700000" algn="tl">
                    <a:srgbClr val="000000">
                      <a:alpha val="43137"/>
                    </a:srgbClr>
                  </a:outerShdw>
                </a:effectLst>
                <a:latin typeface="Arial" charset="0"/>
              </a:endParaRPr>
            </a:p>
          </p:txBody>
        </p:sp>
      </p:grpSp>
      <p:sp>
        <p:nvSpPr>
          <p:cNvPr id="10" name="Text Box 14">
            <a:extLst>
              <a:ext uri="{FF2B5EF4-FFF2-40B4-BE49-F238E27FC236}">
                <a16:creationId xmlns:a16="http://schemas.microsoft.com/office/drawing/2014/main" id="{765178BA-F671-0ADC-7D93-86B414310851}"/>
              </a:ext>
            </a:extLst>
          </p:cNvPr>
          <p:cNvSpPr txBox="1">
            <a:spLocks noChangeArrowheads="1"/>
          </p:cNvSpPr>
          <p:nvPr/>
        </p:nvSpPr>
        <p:spPr bwMode="auto">
          <a:xfrm>
            <a:off x="881063" y="2276475"/>
            <a:ext cx="685800" cy="466725"/>
          </a:xfrm>
          <a:prstGeom prst="rect">
            <a:avLst/>
          </a:prstGeom>
          <a:noFill/>
          <a:ln w="9525">
            <a:solidFill>
              <a:schemeClr val="tx1"/>
            </a:solidFill>
            <a:miter lim="800000"/>
            <a:headEnd/>
            <a:tailEnd/>
          </a:ln>
          <a:effectLst/>
        </p:spPr>
        <p:txBody>
          <a:bodyPr wrap="none">
            <a:spAutoFit/>
          </a:bodyPr>
          <a:lstStyle/>
          <a:p>
            <a:pPr>
              <a:defRPr/>
            </a:pPr>
            <a:r>
              <a:rPr lang="en-US">
                <a:effectLst>
                  <a:outerShdw blurRad="38100" dist="38100" dir="2700000" algn="tl">
                    <a:srgbClr val="000000"/>
                  </a:outerShdw>
                </a:effectLst>
                <a:latin typeface="Arial" charset="0"/>
              </a:rPr>
              <a:t>Car</a:t>
            </a:r>
          </a:p>
        </p:txBody>
      </p:sp>
      <p:sp>
        <p:nvSpPr>
          <p:cNvPr id="11" name="Text Box 15">
            <a:extLst>
              <a:ext uri="{FF2B5EF4-FFF2-40B4-BE49-F238E27FC236}">
                <a16:creationId xmlns:a16="http://schemas.microsoft.com/office/drawing/2014/main" id="{F46B2EF1-251D-08E2-0916-978AE6ABD723}"/>
              </a:ext>
            </a:extLst>
          </p:cNvPr>
          <p:cNvSpPr txBox="1">
            <a:spLocks noChangeArrowheads="1"/>
          </p:cNvSpPr>
          <p:nvPr/>
        </p:nvSpPr>
        <p:spPr bwMode="auto">
          <a:xfrm>
            <a:off x="2287588" y="2276475"/>
            <a:ext cx="1058862" cy="466725"/>
          </a:xfrm>
          <a:prstGeom prst="rect">
            <a:avLst/>
          </a:prstGeom>
          <a:noFill/>
          <a:ln w="9525">
            <a:solidFill>
              <a:schemeClr val="tx1"/>
            </a:solidFill>
            <a:miter lim="800000"/>
            <a:headEnd/>
            <a:tailEnd/>
          </a:ln>
          <a:effectLst/>
        </p:spPr>
        <p:txBody>
          <a:bodyPr wrap="none">
            <a:spAutoFit/>
          </a:bodyPr>
          <a:lstStyle/>
          <a:p>
            <a:pPr>
              <a:defRPr/>
            </a:pPr>
            <a:r>
              <a:rPr lang="en-US">
                <a:effectLst>
                  <a:outerShdw blurRad="38100" dist="38100" dir="2700000" algn="tl">
                    <a:srgbClr val="000000"/>
                  </a:outerShdw>
                </a:effectLst>
                <a:latin typeface="Arial" charset="0"/>
              </a:rPr>
              <a:t>Wheel</a:t>
            </a:r>
          </a:p>
        </p:txBody>
      </p:sp>
      <p:sp>
        <p:nvSpPr>
          <p:cNvPr id="12" name="Line 17">
            <a:extLst>
              <a:ext uri="{FF2B5EF4-FFF2-40B4-BE49-F238E27FC236}">
                <a16:creationId xmlns:a16="http://schemas.microsoft.com/office/drawing/2014/main" id="{22655C02-5DE1-5F44-99E7-43C59C651C58}"/>
              </a:ext>
            </a:extLst>
          </p:cNvPr>
          <p:cNvSpPr>
            <a:spLocks noChangeShapeType="1"/>
          </p:cNvSpPr>
          <p:nvPr/>
        </p:nvSpPr>
        <p:spPr bwMode="auto">
          <a:xfrm>
            <a:off x="6745288" y="2433638"/>
            <a:ext cx="574675" cy="0"/>
          </a:xfrm>
          <a:prstGeom prst="line">
            <a:avLst/>
          </a:prstGeom>
          <a:noFill/>
          <a:ln w="19050">
            <a:solidFill>
              <a:schemeClr val="tx1"/>
            </a:solidFill>
            <a:round/>
            <a:headEnd type="diamond" w="lg" len="lg"/>
            <a:tailEnd type="arrow" w="lg" len="lg"/>
          </a:ln>
          <a:effectLst/>
        </p:spPr>
        <p:txBody>
          <a:bodyPr>
            <a:spAutoFit/>
          </a:bodyPr>
          <a:lstStyle/>
          <a:p>
            <a:pPr>
              <a:defRPr/>
            </a:pPr>
            <a:endParaRPr lang="en-US">
              <a:effectLst>
                <a:outerShdw blurRad="38100" dist="38100" dir="2700000" algn="tl">
                  <a:srgbClr val="000000">
                    <a:alpha val="43137"/>
                  </a:srgbClr>
                </a:outerShdw>
              </a:effectLst>
              <a:latin typeface="Arial" charset="0"/>
            </a:endParaRPr>
          </a:p>
        </p:txBody>
      </p:sp>
      <p:sp>
        <p:nvSpPr>
          <p:cNvPr id="13" name="Text Box 19">
            <a:extLst>
              <a:ext uri="{FF2B5EF4-FFF2-40B4-BE49-F238E27FC236}">
                <a16:creationId xmlns:a16="http://schemas.microsoft.com/office/drawing/2014/main" id="{3E7C5231-E762-47CB-0087-C2FFE9B3B2D6}"/>
              </a:ext>
            </a:extLst>
          </p:cNvPr>
          <p:cNvSpPr txBox="1">
            <a:spLocks noChangeArrowheads="1"/>
          </p:cNvSpPr>
          <p:nvPr/>
        </p:nvSpPr>
        <p:spPr bwMode="auto">
          <a:xfrm>
            <a:off x="5519738" y="2200275"/>
            <a:ext cx="1160462" cy="466725"/>
          </a:xfrm>
          <a:prstGeom prst="rect">
            <a:avLst/>
          </a:prstGeom>
          <a:noFill/>
          <a:ln w="9525">
            <a:solidFill>
              <a:schemeClr val="tx1"/>
            </a:solidFill>
            <a:miter lim="800000"/>
            <a:headEnd/>
            <a:tailEnd/>
          </a:ln>
          <a:effectLst/>
        </p:spPr>
        <p:txBody>
          <a:bodyPr wrap="none">
            <a:spAutoFit/>
          </a:bodyPr>
          <a:lstStyle/>
          <a:p>
            <a:pPr>
              <a:defRPr/>
            </a:pPr>
            <a:r>
              <a:rPr lang="en-US">
                <a:effectLst>
                  <a:outerShdw blurRad="38100" dist="38100" dir="2700000" algn="tl">
                    <a:srgbClr val="000000"/>
                  </a:outerShdw>
                </a:effectLst>
                <a:latin typeface="Arial" charset="0"/>
              </a:rPr>
              <a:t>Person</a:t>
            </a:r>
          </a:p>
        </p:txBody>
      </p:sp>
      <p:sp>
        <p:nvSpPr>
          <p:cNvPr id="14" name="Text Box 20">
            <a:extLst>
              <a:ext uri="{FF2B5EF4-FFF2-40B4-BE49-F238E27FC236}">
                <a16:creationId xmlns:a16="http://schemas.microsoft.com/office/drawing/2014/main" id="{47F09E76-4E29-258C-B1E6-0ED08FEBDB3A}"/>
              </a:ext>
            </a:extLst>
          </p:cNvPr>
          <p:cNvSpPr txBox="1">
            <a:spLocks noChangeArrowheads="1"/>
          </p:cNvSpPr>
          <p:nvPr/>
        </p:nvSpPr>
        <p:spPr bwMode="auto">
          <a:xfrm>
            <a:off x="7319963" y="2200275"/>
            <a:ext cx="906462" cy="466725"/>
          </a:xfrm>
          <a:prstGeom prst="rect">
            <a:avLst/>
          </a:prstGeom>
          <a:noFill/>
          <a:ln w="9525">
            <a:solidFill>
              <a:schemeClr val="tx1"/>
            </a:solidFill>
            <a:miter lim="800000"/>
            <a:headEnd/>
            <a:tailEnd/>
          </a:ln>
          <a:effectLst/>
        </p:spPr>
        <p:txBody>
          <a:bodyPr wrap="none">
            <a:spAutoFit/>
          </a:bodyPr>
          <a:lstStyle/>
          <a:p>
            <a:pPr>
              <a:defRPr/>
            </a:pPr>
            <a:r>
              <a:rPr lang="en-US">
                <a:effectLst>
                  <a:outerShdw blurRad="38100" dist="38100" dir="2700000" algn="tl">
                    <a:srgbClr val="000000"/>
                  </a:outerShdw>
                </a:effectLst>
                <a:latin typeface="Arial" charset="0"/>
              </a:rPr>
              <a:t>Brain</a:t>
            </a:r>
          </a:p>
        </p:txBody>
      </p:sp>
      <p:sp>
        <p:nvSpPr>
          <p:cNvPr id="15" name="Text Box 21">
            <a:extLst>
              <a:ext uri="{FF2B5EF4-FFF2-40B4-BE49-F238E27FC236}">
                <a16:creationId xmlns:a16="http://schemas.microsoft.com/office/drawing/2014/main" id="{5F1D1991-0B2D-A30C-2693-BF1DF8932B26}"/>
              </a:ext>
            </a:extLst>
          </p:cNvPr>
          <p:cNvSpPr txBox="1">
            <a:spLocks noChangeArrowheads="1"/>
          </p:cNvSpPr>
          <p:nvPr/>
        </p:nvSpPr>
        <p:spPr bwMode="auto">
          <a:xfrm>
            <a:off x="2024063" y="2162175"/>
            <a:ext cx="296862" cy="336550"/>
          </a:xfrm>
          <a:prstGeom prst="rect">
            <a:avLst/>
          </a:prstGeom>
          <a:noFill/>
          <a:ln w="9525">
            <a:noFill/>
            <a:miter lim="800000"/>
            <a:headEnd/>
            <a:tailEnd/>
          </a:ln>
          <a:effectLst/>
        </p:spPr>
        <p:txBody>
          <a:bodyPr wrap="none">
            <a:spAutoFit/>
          </a:bodyPr>
          <a:lstStyle/>
          <a:p>
            <a:pPr>
              <a:defRPr/>
            </a:pPr>
            <a:r>
              <a:rPr lang="en-US" sz="1600" b="1">
                <a:effectLst>
                  <a:outerShdw blurRad="38100" dist="38100" dir="2700000" algn="tl">
                    <a:srgbClr val="000000"/>
                  </a:outerShdw>
                </a:effectLst>
                <a:latin typeface="Arial" charset="0"/>
              </a:rPr>
              <a:t>4</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a:extLst>
              <a:ext uri="{FF2B5EF4-FFF2-40B4-BE49-F238E27FC236}">
                <a16:creationId xmlns:a16="http://schemas.microsoft.com/office/drawing/2014/main" id="{09E46DBF-AB91-4038-E488-25C6137643DE}"/>
              </a:ext>
            </a:extLst>
          </p:cNvPr>
          <p:cNvSpPr>
            <a:spLocks noGrp="1"/>
          </p:cNvSpPr>
          <p:nvPr>
            <p:ph type="title"/>
          </p:nvPr>
        </p:nvSpPr>
        <p:spPr/>
        <p:txBody>
          <a:bodyPr/>
          <a:lstStyle/>
          <a:p>
            <a:r>
              <a:rPr lang="en-IN" altLang="en-US"/>
              <a:t>Association</a:t>
            </a:r>
          </a:p>
        </p:txBody>
      </p:sp>
      <p:sp>
        <p:nvSpPr>
          <p:cNvPr id="3" name="Content Placeholder 2">
            <a:extLst>
              <a:ext uri="{FF2B5EF4-FFF2-40B4-BE49-F238E27FC236}">
                <a16:creationId xmlns:a16="http://schemas.microsoft.com/office/drawing/2014/main" id="{45163895-30F2-AB85-4DC4-8288DB555890}"/>
              </a:ext>
            </a:extLst>
          </p:cNvPr>
          <p:cNvSpPr>
            <a:spLocks noGrp="1"/>
          </p:cNvSpPr>
          <p:nvPr>
            <p:ph idx="1"/>
          </p:nvPr>
        </p:nvSpPr>
        <p:spPr>
          <a:xfrm>
            <a:off x="457200" y="1219200"/>
            <a:ext cx="8229600" cy="4530725"/>
          </a:xfrm>
        </p:spPr>
        <p:txBody>
          <a:bodyPr/>
          <a:lstStyle/>
          <a:p>
            <a:pPr>
              <a:defRPr/>
            </a:pPr>
            <a:r>
              <a:rPr lang="en-IN" sz="2400" dirty="0"/>
              <a:t>Associations are connections between peer classes</a:t>
            </a:r>
          </a:p>
          <a:p>
            <a:pPr lvl="1">
              <a:defRPr/>
            </a:pPr>
            <a:r>
              <a:rPr lang="en-IN" sz="2000" dirty="0"/>
              <a:t>Allows objects to send each other messages</a:t>
            </a:r>
          </a:p>
          <a:p>
            <a:pPr lvl="1">
              <a:defRPr/>
            </a:pPr>
            <a:r>
              <a:rPr lang="en-IN" sz="2000" dirty="0"/>
              <a:t>Allows objects to call each other’s functions/methods</a:t>
            </a:r>
          </a:p>
          <a:p>
            <a:pPr lvl="1">
              <a:defRPr/>
            </a:pPr>
            <a:r>
              <a:rPr lang="en-IN" sz="2000" dirty="0"/>
              <a:t>A link is an instance of an association and connects objects</a:t>
            </a:r>
          </a:p>
          <a:p>
            <a:pPr lvl="1">
              <a:defRPr/>
            </a:pPr>
            <a:r>
              <a:rPr lang="en-IN" sz="2000" dirty="0"/>
              <a:t>Implemented as address variables (pointers in C++)</a:t>
            </a:r>
          </a:p>
          <a:p>
            <a:pPr>
              <a:defRPr/>
            </a:pPr>
            <a:r>
              <a:rPr lang="en-IN" sz="2400" dirty="0"/>
              <a:t>Associated objects</a:t>
            </a:r>
          </a:p>
          <a:p>
            <a:pPr lvl="1">
              <a:defRPr/>
            </a:pPr>
            <a:r>
              <a:rPr lang="en-IN" sz="2000" dirty="0"/>
              <a:t>May have different life times</a:t>
            </a:r>
          </a:p>
          <a:p>
            <a:pPr lvl="1">
              <a:defRPr/>
            </a:pPr>
            <a:r>
              <a:rPr lang="en-IN" sz="2000" dirty="0"/>
              <a:t>May change relationships dynamically or persist once created</a:t>
            </a:r>
          </a:p>
          <a:p>
            <a:pPr lvl="1">
              <a:defRPr/>
            </a:pPr>
            <a:r>
              <a:rPr lang="en-IN" sz="2000" dirty="0"/>
              <a:t>May participate in multiple associations</a:t>
            </a:r>
          </a:p>
          <a:p>
            <a:pPr>
              <a:defRPr/>
            </a:pPr>
            <a:r>
              <a:rPr lang="en-IN" sz="2400" dirty="0"/>
              <a:t>Associations are usually bidirectional</a:t>
            </a:r>
          </a:p>
          <a:p>
            <a:pPr lvl="1">
              <a:defRPr/>
            </a:pPr>
            <a:r>
              <a:rPr lang="en-IN" sz="2000" dirty="0"/>
              <a:t>The association may be named or labeled</a:t>
            </a:r>
          </a:p>
          <a:p>
            <a:pPr lvl="1">
              <a:defRPr/>
            </a:pPr>
            <a:r>
              <a:rPr lang="en-IN" sz="2000" dirty="0"/>
              <a:t>Optional arrow head indicates the direction that the name is read</a:t>
            </a:r>
          </a:p>
          <a:p>
            <a:pPr lvl="1">
              <a:defRPr/>
            </a:pPr>
            <a:r>
              <a:rPr lang="en-IN" sz="2000" dirty="0"/>
              <a:t>Can be unidirectional (line becomes an arrow)</a:t>
            </a:r>
          </a:p>
        </p:txBody>
      </p:sp>
      <p:sp>
        <p:nvSpPr>
          <p:cNvPr id="86020" name="Slide Number Placeholder 3">
            <a:extLst>
              <a:ext uri="{FF2B5EF4-FFF2-40B4-BE49-F238E27FC236}">
                <a16:creationId xmlns:a16="http://schemas.microsoft.com/office/drawing/2014/main" id="{265CAFA6-79C4-B988-4530-9AAF72715BF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2F822B-E666-4C1D-AF37-4483B2D03BE9}" type="slidenum">
              <a:rPr lang="en-US" altLang="en-US">
                <a:latin typeface="Times New Roman" panose="02020603050405020304" pitchFamily="18" charset="0"/>
              </a:rPr>
              <a:pPr/>
              <a:t>73</a:t>
            </a:fld>
            <a:endParaRPr lang="en-US" altLang="en-US">
              <a:latin typeface="Times New Roman" panose="0202060305040502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a:extLst>
              <a:ext uri="{FF2B5EF4-FFF2-40B4-BE49-F238E27FC236}">
                <a16:creationId xmlns:a16="http://schemas.microsoft.com/office/drawing/2014/main" id="{1E1EA0D9-4435-993F-F080-76F62D487D9C}"/>
              </a:ext>
            </a:extLst>
          </p:cNvPr>
          <p:cNvSpPr>
            <a:spLocks noGrp="1"/>
          </p:cNvSpPr>
          <p:nvPr>
            <p:ph type="title"/>
          </p:nvPr>
        </p:nvSpPr>
        <p:spPr/>
        <p:txBody>
          <a:bodyPr/>
          <a:lstStyle/>
          <a:p>
            <a:r>
              <a:rPr lang="en-IN" altLang="en-US"/>
              <a:t>Implementing Association</a:t>
            </a:r>
          </a:p>
        </p:txBody>
      </p:sp>
      <p:sp>
        <p:nvSpPr>
          <p:cNvPr id="87043" name="Slide Number Placeholder 3">
            <a:extLst>
              <a:ext uri="{FF2B5EF4-FFF2-40B4-BE49-F238E27FC236}">
                <a16:creationId xmlns:a16="http://schemas.microsoft.com/office/drawing/2014/main" id="{46312592-385F-B214-8759-05439AD1AF0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C4CC8D2-20AF-4534-B84C-344B06C550B4}" type="slidenum">
              <a:rPr lang="en-US" altLang="en-US">
                <a:latin typeface="Times New Roman" panose="02020603050405020304" pitchFamily="18" charset="0"/>
              </a:rPr>
              <a:pPr/>
              <a:t>74</a:t>
            </a:fld>
            <a:endParaRPr lang="en-US" altLang="en-US">
              <a:latin typeface="Times New Roman" panose="02020603050405020304" pitchFamily="18" charset="0"/>
            </a:endParaRPr>
          </a:p>
        </p:txBody>
      </p:sp>
      <p:pic>
        <p:nvPicPr>
          <p:cNvPr id="102402" name="Picture 2">
            <a:extLst>
              <a:ext uri="{FF2B5EF4-FFF2-40B4-BE49-F238E27FC236}">
                <a16:creationId xmlns:a16="http://schemas.microsoft.com/office/drawing/2014/main" id="{18B105D1-95C1-D401-CBE7-15EAED4979AD}"/>
              </a:ext>
            </a:extLst>
          </p:cNvPr>
          <p:cNvPicPr>
            <a:picLocks noChangeAspect="1" noChangeArrowheads="1"/>
          </p:cNvPicPr>
          <p:nvPr/>
        </p:nvPicPr>
        <p:blipFill>
          <a:blip r:embed="rId2"/>
          <a:srcRect/>
          <a:stretch>
            <a:fillRect/>
          </a:stretch>
        </p:blipFill>
        <p:spPr bwMode="auto">
          <a:xfrm>
            <a:off x="914400" y="1828800"/>
            <a:ext cx="6705600" cy="146685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03" name="Picture 3">
            <a:extLst>
              <a:ext uri="{FF2B5EF4-FFF2-40B4-BE49-F238E27FC236}">
                <a16:creationId xmlns:a16="http://schemas.microsoft.com/office/drawing/2014/main" id="{DB608ABC-9630-DE55-E4CD-6DDBF0AD023D}"/>
              </a:ext>
            </a:extLst>
          </p:cNvPr>
          <p:cNvPicPr>
            <a:picLocks noChangeAspect="1" noChangeArrowheads="1"/>
          </p:cNvPicPr>
          <p:nvPr/>
        </p:nvPicPr>
        <p:blipFill>
          <a:blip r:embed="rId3"/>
          <a:srcRect/>
          <a:stretch>
            <a:fillRect/>
          </a:stretch>
        </p:blipFill>
        <p:spPr bwMode="auto">
          <a:xfrm>
            <a:off x="895350" y="4024313"/>
            <a:ext cx="7900988" cy="160020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a:extLst>
              <a:ext uri="{FF2B5EF4-FFF2-40B4-BE49-F238E27FC236}">
                <a16:creationId xmlns:a16="http://schemas.microsoft.com/office/drawing/2014/main" id="{761AF30D-4760-9775-7C34-A7733911501D}"/>
              </a:ext>
            </a:extLst>
          </p:cNvPr>
          <p:cNvSpPr>
            <a:spLocks noGrp="1"/>
          </p:cNvSpPr>
          <p:nvPr>
            <p:ph type="title"/>
          </p:nvPr>
        </p:nvSpPr>
        <p:spPr/>
        <p:txBody>
          <a:bodyPr/>
          <a:lstStyle/>
          <a:p>
            <a:r>
              <a:rPr lang="en-IN" altLang="en-US"/>
              <a:t>Multiplicity / Cardinality</a:t>
            </a:r>
          </a:p>
        </p:txBody>
      </p:sp>
      <p:sp>
        <p:nvSpPr>
          <p:cNvPr id="3" name="Content Placeholder 2">
            <a:extLst>
              <a:ext uri="{FF2B5EF4-FFF2-40B4-BE49-F238E27FC236}">
                <a16:creationId xmlns:a16="http://schemas.microsoft.com/office/drawing/2014/main" id="{DF4EA758-DEBB-159A-6929-9835AD8746CF}"/>
              </a:ext>
            </a:extLst>
          </p:cNvPr>
          <p:cNvSpPr>
            <a:spLocks noGrp="1"/>
          </p:cNvSpPr>
          <p:nvPr>
            <p:ph idx="1"/>
          </p:nvPr>
        </p:nvSpPr>
        <p:spPr/>
        <p:txBody>
          <a:bodyPr/>
          <a:lstStyle/>
          <a:p>
            <a:pPr>
              <a:defRPr/>
            </a:pPr>
            <a:r>
              <a:rPr lang="en-IN" sz="2000" dirty="0"/>
              <a:t>Multiplicity</a:t>
            </a:r>
          </a:p>
          <a:p>
            <a:pPr lvl="1">
              <a:defRPr/>
            </a:pPr>
            <a:r>
              <a:rPr lang="en-IN" sz="2000" dirty="0"/>
              <a:t>1 exactly 1</a:t>
            </a:r>
          </a:p>
          <a:p>
            <a:pPr lvl="1">
              <a:defRPr/>
            </a:pPr>
            <a:r>
              <a:rPr lang="en-IN" sz="2000" dirty="0"/>
              <a:t>0..1 0 or 1</a:t>
            </a:r>
          </a:p>
          <a:p>
            <a:pPr lvl="1">
              <a:defRPr/>
            </a:pPr>
            <a:r>
              <a:rPr lang="en-IN" sz="2000" dirty="0"/>
              <a:t>1..* 1 or more</a:t>
            </a:r>
          </a:p>
          <a:p>
            <a:pPr lvl="1">
              <a:defRPr/>
            </a:pPr>
            <a:r>
              <a:rPr lang="en-IN" sz="2000" dirty="0"/>
              <a:t>0..* 0 or more</a:t>
            </a:r>
          </a:p>
          <a:p>
            <a:pPr lvl="1">
              <a:defRPr/>
            </a:pPr>
            <a:r>
              <a:rPr lang="en-IN" sz="2000" dirty="0"/>
              <a:t>2,4 2 or 4 (other numbers are permitted)</a:t>
            </a:r>
          </a:p>
          <a:p>
            <a:pPr lvl="1">
              <a:defRPr/>
            </a:pPr>
            <a:r>
              <a:rPr lang="en-IN" sz="2000" dirty="0"/>
              <a:t>2..4 2, 3, or 4 (other numbers are permitted)</a:t>
            </a:r>
          </a:p>
          <a:p>
            <a:pPr>
              <a:defRPr/>
            </a:pPr>
            <a:r>
              <a:rPr lang="en-IN" sz="2400" dirty="0"/>
              <a:t>1 Contractor works on 1 to many Projects</a:t>
            </a:r>
          </a:p>
        </p:txBody>
      </p:sp>
      <p:sp>
        <p:nvSpPr>
          <p:cNvPr id="88068" name="Slide Number Placeholder 3">
            <a:extLst>
              <a:ext uri="{FF2B5EF4-FFF2-40B4-BE49-F238E27FC236}">
                <a16:creationId xmlns:a16="http://schemas.microsoft.com/office/drawing/2014/main" id="{B4A6B657-6B6C-25A3-3461-308BA16643A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53B0D94-75BB-4965-AF80-3004395ACDEF}" type="slidenum">
              <a:rPr lang="en-US" altLang="en-US">
                <a:latin typeface="Times New Roman" panose="02020603050405020304" pitchFamily="18" charset="0"/>
              </a:rPr>
              <a:pPr/>
              <a:t>75</a:t>
            </a:fld>
            <a:endParaRPr lang="en-US" altLang="en-US">
              <a:latin typeface="Times New Roman" panose="02020603050405020304" pitchFamily="18" charset="0"/>
            </a:endParaRPr>
          </a:p>
        </p:txBody>
      </p:sp>
      <p:pic>
        <p:nvPicPr>
          <p:cNvPr id="103426" name="Picture 2">
            <a:extLst>
              <a:ext uri="{FF2B5EF4-FFF2-40B4-BE49-F238E27FC236}">
                <a16:creationId xmlns:a16="http://schemas.microsoft.com/office/drawing/2014/main" id="{D313A9B1-AE4C-7B2D-C854-D82BFDC4D06F}"/>
              </a:ext>
            </a:extLst>
          </p:cNvPr>
          <p:cNvPicPr>
            <a:picLocks noChangeAspect="1" noChangeArrowheads="1"/>
          </p:cNvPicPr>
          <p:nvPr/>
        </p:nvPicPr>
        <p:blipFill>
          <a:blip r:embed="rId2"/>
          <a:srcRect/>
          <a:stretch>
            <a:fillRect/>
          </a:stretch>
        </p:blipFill>
        <p:spPr bwMode="auto">
          <a:xfrm>
            <a:off x="990600" y="4724400"/>
            <a:ext cx="6629400" cy="144780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a:extLst>
              <a:ext uri="{FF2B5EF4-FFF2-40B4-BE49-F238E27FC236}">
                <a16:creationId xmlns:a16="http://schemas.microsoft.com/office/drawing/2014/main" id="{2B823C5F-9E43-3536-140C-140A9474A98D}"/>
              </a:ext>
            </a:extLst>
          </p:cNvPr>
          <p:cNvSpPr>
            <a:spLocks noGrp="1"/>
          </p:cNvSpPr>
          <p:nvPr>
            <p:ph type="title"/>
          </p:nvPr>
        </p:nvSpPr>
        <p:spPr/>
        <p:txBody>
          <a:bodyPr/>
          <a:lstStyle/>
          <a:p>
            <a:r>
              <a:rPr lang="en-IN" altLang="en-US" sz="4800"/>
              <a:t>Association</a:t>
            </a:r>
          </a:p>
        </p:txBody>
      </p:sp>
      <p:sp>
        <p:nvSpPr>
          <p:cNvPr id="3" name="Content Placeholder 2">
            <a:extLst>
              <a:ext uri="{FF2B5EF4-FFF2-40B4-BE49-F238E27FC236}">
                <a16:creationId xmlns:a16="http://schemas.microsoft.com/office/drawing/2014/main" id="{ABB1F5B4-7201-7935-9CBF-BFDBBC2CEDB7}"/>
              </a:ext>
            </a:extLst>
          </p:cNvPr>
          <p:cNvSpPr>
            <a:spLocks noGrp="1"/>
          </p:cNvSpPr>
          <p:nvPr>
            <p:ph idx="1"/>
          </p:nvPr>
        </p:nvSpPr>
        <p:spPr/>
        <p:txBody>
          <a:bodyPr/>
          <a:lstStyle/>
          <a:p>
            <a:pPr>
              <a:defRPr/>
            </a:pPr>
            <a:r>
              <a:rPr lang="en-US" sz="2400" dirty="0"/>
              <a:t>An association is a structural relationship that specifies that objects of one thing are </a:t>
            </a:r>
            <a:r>
              <a:rPr lang="en-US" sz="2400" u="sng" dirty="0"/>
              <a:t>connected</a:t>
            </a:r>
            <a:r>
              <a:rPr lang="en-US" sz="2400" dirty="0"/>
              <a:t> to objects of another</a:t>
            </a:r>
          </a:p>
          <a:p>
            <a:pPr>
              <a:defRPr/>
            </a:pPr>
            <a:endParaRPr lang="en-US" sz="2400" dirty="0"/>
          </a:p>
          <a:p>
            <a:pPr>
              <a:defRPr/>
            </a:pPr>
            <a:endParaRPr lang="en-US" sz="2400" dirty="0"/>
          </a:p>
          <a:p>
            <a:pPr>
              <a:defRPr/>
            </a:pPr>
            <a:r>
              <a:rPr lang="en-US" sz="2400" dirty="0"/>
              <a:t>Associations can be adorned with a </a:t>
            </a:r>
            <a:r>
              <a:rPr lang="en-US" sz="2400" u="sng" dirty="0"/>
              <a:t>name</a:t>
            </a:r>
          </a:p>
          <a:p>
            <a:pPr>
              <a:defRPr/>
            </a:pPr>
            <a:endParaRPr lang="en-US" sz="2400" u="sng" dirty="0"/>
          </a:p>
          <a:p>
            <a:pPr>
              <a:defRPr/>
            </a:pPr>
            <a:endParaRPr lang="en-US" sz="2400" u="sng" dirty="0"/>
          </a:p>
          <a:p>
            <a:pPr>
              <a:defRPr/>
            </a:pPr>
            <a:r>
              <a:rPr lang="en-US" sz="2400" dirty="0"/>
              <a:t>Associations can be adorned with </a:t>
            </a:r>
            <a:r>
              <a:rPr lang="en-US" sz="2400" u="sng" dirty="0"/>
              <a:t>the multiplicity</a:t>
            </a:r>
          </a:p>
          <a:p>
            <a:pPr>
              <a:defRPr/>
            </a:pPr>
            <a:endParaRPr lang="en-US" sz="2400" dirty="0"/>
          </a:p>
          <a:p>
            <a:pPr>
              <a:defRPr/>
            </a:pPr>
            <a:endParaRPr lang="en-IN" sz="2400" dirty="0"/>
          </a:p>
        </p:txBody>
      </p:sp>
      <p:sp>
        <p:nvSpPr>
          <p:cNvPr id="89092" name="Slide Number Placeholder 3">
            <a:extLst>
              <a:ext uri="{FF2B5EF4-FFF2-40B4-BE49-F238E27FC236}">
                <a16:creationId xmlns:a16="http://schemas.microsoft.com/office/drawing/2014/main" id="{99FEB108-1DE4-D506-51E0-7CF74D4DE80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97CE326-08EC-4F49-A99B-91DC95D61B71}" type="slidenum">
              <a:rPr lang="en-US" altLang="en-US">
                <a:latin typeface="Times New Roman" panose="02020603050405020304" pitchFamily="18" charset="0"/>
              </a:rPr>
              <a:pPr/>
              <a:t>76</a:t>
            </a:fld>
            <a:endParaRPr lang="en-US" altLang="en-US">
              <a:latin typeface="Times New Roman" panose="02020603050405020304" pitchFamily="18" charset="0"/>
            </a:endParaRPr>
          </a:p>
        </p:txBody>
      </p:sp>
      <p:graphicFrame>
        <p:nvGraphicFramePr>
          <p:cNvPr id="5" name="Group 74">
            <a:extLst>
              <a:ext uri="{FF2B5EF4-FFF2-40B4-BE49-F238E27FC236}">
                <a16:creationId xmlns:a16="http://schemas.microsoft.com/office/drawing/2014/main" id="{BFBF0FA4-C5A6-3E6A-714F-3B40DF8A4C79}"/>
              </a:ext>
            </a:extLst>
          </p:cNvPr>
          <p:cNvGraphicFramePr>
            <a:graphicFrameLocks noGrp="1"/>
          </p:cNvGraphicFramePr>
          <p:nvPr/>
        </p:nvGraphicFramePr>
        <p:xfrm>
          <a:off x="1030288" y="2895600"/>
          <a:ext cx="1981200" cy="457200"/>
        </p:xfrm>
        <a:graphic>
          <a:graphicData uri="http://schemas.openxmlformats.org/drawingml/2006/table">
            <a:tbl>
              <a:tblPr/>
              <a:tblGrid>
                <a:gridCol w="1981200">
                  <a:extLst>
                    <a:ext uri="{9D8B030D-6E8A-4147-A177-3AD203B41FA5}">
                      <a16:colId xmlns:a16="http://schemas.microsoft.com/office/drawing/2014/main" val="20000"/>
                    </a:ext>
                  </a:extLst>
                </a:gridCol>
              </a:tblGrid>
              <a:tr h="331788">
                <a:tc>
                  <a:txBody>
                    <a:bodyPr/>
                    <a:lstStyle/>
                    <a:p>
                      <a:pPr marL="0" marR="0" lvl="0" indent="190500" algn="ctr" defTabSz="862013" rtl="0" eaLnBrk="1" fontAlgn="base" latinLnBrk="0" hangingPunct="1">
                        <a:lnSpc>
                          <a:spcPct val="100000"/>
                        </a:lnSpc>
                        <a:spcBef>
                          <a:spcPct val="20000"/>
                        </a:spcBef>
                        <a:spcAft>
                          <a:spcPct val="0"/>
                        </a:spcAft>
                        <a:buClr>
                          <a:schemeClr val="accent2"/>
                        </a:buClr>
                        <a:buSzPct val="80000"/>
                        <a:buFont typeface="Wingdings" pitchFamily="2" charset="2"/>
                        <a:buNone/>
                        <a:tabLst>
                          <a:tab pos="381000" algn="l"/>
                          <a:tab pos="762000" algn="l"/>
                          <a:tab pos="1143000" algn="l"/>
                          <a:tab pos="1524000" algn="l"/>
                          <a:tab pos="1905000" algn="l"/>
                        </a:tabLst>
                      </a:pPr>
                      <a:r>
                        <a:rPr kumimoji="0" lang="en-US" sz="2400" b="1" i="0" u="none" strike="noStrike" cap="none" normalizeH="0" baseline="0" dirty="0">
                          <a:ln>
                            <a:noFill/>
                          </a:ln>
                          <a:solidFill>
                            <a:schemeClr val="tx1"/>
                          </a:solidFill>
                          <a:effectLst/>
                          <a:latin typeface="Arial" charset="0"/>
                        </a:rPr>
                        <a:t>Faculty</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6" name="Group 75">
            <a:extLst>
              <a:ext uri="{FF2B5EF4-FFF2-40B4-BE49-F238E27FC236}">
                <a16:creationId xmlns:a16="http://schemas.microsoft.com/office/drawing/2014/main" id="{865230FE-E317-9323-C7F2-108BDCD76C04}"/>
              </a:ext>
            </a:extLst>
          </p:cNvPr>
          <p:cNvGraphicFramePr>
            <a:graphicFrameLocks noGrp="1"/>
          </p:cNvGraphicFramePr>
          <p:nvPr/>
        </p:nvGraphicFramePr>
        <p:xfrm>
          <a:off x="4953000" y="2905125"/>
          <a:ext cx="1981200" cy="457200"/>
        </p:xfrm>
        <a:graphic>
          <a:graphicData uri="http://schemas.openxmlformats.org/drawingml/2006/table">
            <a:tbl>
              <a:tblPr/>
              <a:tblGrid>
                <a:gridCol w="1981200">
                  <a:extLst>
                    <a:ext uri="{9D8B030D-6E8A-4147-A177-3AD203B41FA5}">
                      <a16:colId xmlns:a16="http://schemas.microsoft.com/office/drawing/2014/main" val="20000"/>
                    </a:ext>
                  </a:extLst>
                </a:gridCol>
              </a:tblGrid>
              <a:tr h="322263">
                <a:tc>
                  <a:txBody>
                    <a:bodyPr/>
                    <a:lstStyle/>
                    <a:p>
                      <a:pPr marL="0" marR="0" lvl="0" indent="190500" algn="ctr" defTabSz="862013" rtl="0" eaLnBrk="1" fontAlgn="base" latinLnBrk="0" hangingPunct="1">
                        <a:lnSpc>
                          <a:spcPct val="100000"/>
                        </a:lnSpc>
                        <a:spcBef>
                          <a:spcPct val="20000"/>
                        </a:spcBef>
                        <a:spcAft>
                          <a:spcPct val="0"/>
                        </a:spcAft>
                        <a:buClr>
                          <a:schemeClr val="accent2"/>
                        </a:buClr>
                        <a:buSzPct val="80000"/>
                        <a:buFont typeface="Wingdings" pitchFamily="2" charset="2"/>
                        <a:buNone/>
                        <a:tabLst>
                          <a:tab pos="381000" algn="l"/>
                          <a:tab pos="762000" algn="l"/>
                          <a:tab pos="1143000" algn="l"/>
                          <a:tab pos="1524000" algn="l"/>
                          <a:tab pos="1905000" algn="l"/>
                        </a:tabLst>
                      </a:pPr>
                      <a:r>
                        <a:rPr kumimoji="0" lang="en-US" sz="2400" b="1" i="0" u="none" strike="noStrike" cap="none" normalizeH="0" baseline="0" dirty="0">
                          <a:ln>
                            <a:noFill/>
                          </a:ln>
                          <a:solidFill>
                            <a:schemeClr val="tx1"/>
                          </a:solidFill>
                          <a:effectLst/>
                          <a:latin typeface="Arial" charset="0"/>
                        </a:rPr>
                        <a:t>Student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89105" name="Line 61">
            <a:extLst>
              <a:ext uri="{FF2B5EF4-FFF2-40B4-BE49-F238E27FC236}">
                <a16:creationId xmlns:a16="http://schemas.microsoft.com/office/drawing/2014/main" id="{779F60F2-6D05-EF01-9BAC-0918A528E91E}"/>
              </a:ext>
            </a:extLst>
          </p:cNvPr>
          <p:cNvSpPr>
            <a:spLocks noChangeShapeType="1"/>
          </p:cNvSpPr>
          <p:nvPr/>
        </p:nvSpPr>
        <p:spPr bwMode="auto">
          <a:xfrm>
            <a:off x="3048000" y="3108325"/>
            <a:ext cx="1905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106" name="Line 6">
            <a:extLst>
              <a:ext uri="{FF2B5EF4-FFF2-40B4-BE49-F238E27FC236}">
                <a16:creationId xmlns:a16="http://schemas.microsoft.com/office/drawing/2014/main" id="{89FC44D9-ACF5-1243-DDD4-EE5CBBF1DAE6}"/>
              </a:ext>
            </a:extLst>
          </p:cNvPr>
          <p:cNvSpPr>
            <a:spLocks noChangeShapeType="1"/>
          </p:cNvSpPr>
          <p:nvPr/>
        </p:nvSpPr>
        <p:spPr bwMode="auto">
          <a:xfrm>
            <a:off x="3009900" y="4524375"/>
            <a:ext cx="2095500" cy="9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aphicFrame>
        <p:nvGraphicFramePr>
          <p:cNvPr id="9" name="Group 37">
            <a:extLst>
              <a:ext uri="{FF2B5EF4-FFF2-40B4-BE49-F238E27FC236}">
                <a16:creationId xmlns:a16="http://schemas.microsoft.com/office/drawing/2014/main" id="{E6C48B53-F4BB-4E89-E0D5-F6FEF4CBA9A6}"/>
              </a:ext>
            </a:extLst>
          </p:cNvPr>
          <p:cNvGraphicFramePr>
            <a:graphicFrameLocks noGrp="1"/>
          </p:cNvGraphicFramePr>
          <p:nvPr/>
        </p:nvGraphicFramePr>
        <p:xfrm>
          <a:off x="1004888" y="4267200"/>
          <a:ext cx="1981200" cy="457200"/>
        </p:xfrm>
        <a:graphic>
          <a:graphicData uri="http://schemas.openxmlformats.org/drawingml/2006/table">
            <a:tbl>
              <a:tblPr/>
              <a:tblGrid>
                <a:gridCol w="1981200">
                  <a:extLst>
                    <a:ext uri="{9D8B030D-6E8A-4147-A177-3AD203B41FA5}">
                      <a16:colId xmlns:a16="http://schemas.microsoft.com/office/drawing/2014/main" val="20000"/>
                    </a:ext>
                  </a:extLst>
                </a:gridCol>
              </a:tblGrid>
              <a:tr h="331788">
                <a:tc>
                  <a:txBody>
                    <a:bodyPr/>
                    <a:lstStyle/>
                    <a:p>
                      <a:pPr marL="0" marR="0" lvl="0" indent="190500" algn="ctr" defTabSz="862013" rtl="0" eaLnBrk="1" fontAlgn="base" latinLnBrk="0" hangingPunct="1">
                        <a:lnSpc>
                          <a:spcPct val="100000"/>
                        </a:lnSpc>
                        <a:spcBef>
                          <a:spcPct val="20000"/>
                        </a:spcBef>
                        <a:spcAft>
                          <a:spcPct val="0"/>
                        </a:spcAft>
                        <a:buClr>
                          <a:schemeClr val="accent2"/>
                        </a:buClr>
                        <a:buSzPct val="80000"/>
                        <a:buFont typeface="Wingdings" pitchFamily="2" charset="2"/>
                        <a:buNone/>
                        <a:tabLst>
                          <a:tab pos="381000" algn="l"/>
                          <a:tab pos="762000" algn="l"/>
                          <a:tab pos="1143000" algn="l"/>
                          <a:tab pos="1524000" algn="l"/>
                          <a:tab pos="1905000" algn="l"/>
                        </a:tabLst>
                      </a:pPr>
                      <a:r>
                        <a:rPr kumimoji="0" lang="en-US" sz="2400" b="1" i="0" u="none" strike="noStrike" cap="none" normalizeH="0" baseline="0" dirty="0">
                          <a:ln>
                            <a:noFill/>
                          </a:ln>
                          <a:solidFill>
                            <a:schemeClr val="tx1"/>
                          </a:solidFill>
                          <a:effectLst/>
                          <a:latin typeface="Arial" charset="0"/>
                        </a:rPr>
                        <a:t>Faculty</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 name="Group 43">
            <a:extLst>
              <a:ext uri="{FF2B5EF4-FFF2-40B4-BE49-F238E27FC236}">
                <a16:creationId xmlns:a16="http://schemas.microsoft.com/office/drawing/2014/main" id="{BC82C076-987C-C25C-9DC3-78D0D5B8CDBB}"/>
              </a:ext>
            </a:extLst>
          </p:cNvPr>
          <p:cNvGraphicFramePr>
            <a:graphicFrameLocks noGrp="1"/>
          </p:cNvGraphicFramePr>
          <p:nvPr/>
        </p:nvGraphicFramePr>
        <p:xfrm>
          <a:off x="5105400" y="4343400"/>
          <a:ext cx="1981200" cy="457200"/>
        </p:xfrm>
        <a:graphic>
          <a:graphicData uri="http://schemas.openxmlformats.org/drawingml/2006/table">
            <a:tbl>
              <a:tblPr/>
              <a:tblGrid>
                <a:gridCol w="1981200">
                  <a:extLst>
                    <a:ext uri="{9D8B030D-6E8A-4147-A177-3AD203B41FA5}">
                      <a16:colId xmlns:a16="http://schemas.microsoft.com/office/drawing/2014/main" val="20000"/>
                    </a:ext>
                  </a:extLst>
                </a:gridCol>
              </a:tblGrid>
              <a:tr h="322263">
                <a:tc>
                  <a:txBody>
                    <a:bodyPr/>
                    <a:lstStyle/>
                    <a:p>
                      <a:pPr marL="0" marR="0" lvl="0" indent="190500" algn="ctr" defTabSz="862013" rtl="0" eaLnBrk="1" fontAlgn="base" latinLnBrk="0" hangingPunct="1">
                        <a:lnSpc>
                          <a:spcPct val="100000"/>
                        </a:lnSpc>
                        <a:spcBef>
                          <a:spcPct val="20000"/>
                        </a:spcBef>
                        <a:spcAft>
                          <a:spcPct val="0"/>
                        </a:spcAft>
                        <a:buClr>
                          <a:schemeClr val="accent2"/>
                        </a:buClr>
                        <a:buSzPct val="80000"/>
                        <a:buFont typeface="Wingdings" pitchFamily="2" charset="2"/>
                        <a:buNone/>
                        <a:tabLst>
                          <a:tab pos="381000" algn="l"/>
                          <a:tab pos="762000" algn="l"/>
                          <a:tab pos="1143000" algn="l"/>
                          <a:tab pos="1524000" algn="l"/>
                          <a:tab pos="1905000" algn="l"/>
                        </a:tabLst>
                      </a:pPr>
                      <a:r>
                        <a:rPr kumimoji="0" lang="en-US" sz="2400" b="1" i="0" u="none" strike="noStrike" cap="none" normalizeH="0" baseline="0" dirty="0">
                          <a:ln>
                            <a:noFill/>
                          </a:ln>
                          <a:solidFill>
                            <a:schemeClr val="tx1"/>
                          </a:solidFill>
                          <a:effectLst/>
                          <a:latin typeface="Arial" charset="0"/>
                        </a:rPr>
                        <a:t>Student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89119" name="Text Box 68">
            <a:extLst>
              <a:ext uri="{FF2B5EF4-FFF2-40B4-BE49-F238E27FC236}">
                <a16:creationId xmlns:a16="http://schemas.microsoft.com/office/drawing/2014/main" id="{64D629A1-6E91-EA69-3926-BF0BC51AC6EB}"/>
              </a:ext>
            </a:extLst>
          </p:cNvPr>
          <p:cNvSpPr txBox="1">
            <a:spLocks noChangeArrowheads="1"/>
          </p:cNvSpPr>
          <p:nvPr/>
        </p:nvSpPr>
        <p:spPr bwMode="auto">
          <a:xfrm>
            <a:off x="3414713" y="4087813"/>
            <a:ext cx="127635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6635" tIns="38319" rIns="76635" bIns="38319" anchor="ctr">
            <a:spAutoFit/>
          </a:bodyPr>
          <a:lstStyle>
            <a:lvl1pPr defTabSz="862013" eaLnBrk="0" hangingPunct="0">
              <a:defRPr>
                <a:solidFill>
                  <a:schemeClr val="tx1"/>
                </a:solidFill>
                <a:latin typeface="Arial" panose="020B0604020202020204" pitchFamily="34" charset="0"/>
              </a:defRPr>
            </a:lvl1pPr>
            <a:lvl2pPr marL="742950" indent="-285750" defTabSz="862013" eaLnBrk="0" hangingPunct="0">
              <a:defRPr>
                <a:solidFill>
                  <a:schemeClr val="tx1"/>
                </a:solidFill>
                <a:latin typeface="Arial" panose="020B0604020202020204" pitchFamily="34" charset="0"/>
              </a:defRPr>
            </a:lvl2pPr>
            <a:lvl3pPr marL="1143000" indent="-228600" defTabSz="862013" eaLnBrk="0" hangingPunct="0">
              <a:defRPr>
                <a:solidFill>
                  <a:schemeClr val="tx1"/>
                </a:solidFill>
                <a:latin typeface="Arial" panose="020B0604020202020204" pitchFamily="34" charset="0"/>
              </a:defRPr>
            </a:lvl3pPr>
            <a:lvl4pPr marL="1600200" indent="-228600" defTabSz="862013" eaLnBrk="0" hangingPunct="0">
              <a:defRPr>
                <a:solidFill>
                  <a:schemeClr val="tx1"/>
                </a:solidFill>
                <a:latin typeface="Arial" panose="020B0604020202020204" pitchFamily="34" charset="0"/>
              </a:defRPr>
            </a:lvl4pPr>
            <a:lvl5pPr marL="2057400" indent="-228600" defTabSz="862013" eaLnBrk="0" hangingPunct="0">
              <a:defRPr>
                <a:solidFill>
                  <a:schemeClr val="tx1"/>
                </a:solidFill>
                <a:latin typeface="Arial" panose="020B0604020202020204" pitchFamily="34" charset="0"/>
              </a:defRPr>
            </a:lvl5pPr>
            <a:lvl6pPr marL="2514600" indent="-228600" defTabSz="862013" eaLnBrk="0" fontAlgn="base" hangingPunct="0">
              <a:spcBef>
                <a:spcPct val="0"/>
              </a:spcBef>
              <a:spcAft>
                <a:spcPct val="0"/>
              </a:spcAft>
              <a:defRPr>
                <a:solidFill>
                  <a:schemeClr val="tx1"/>
                </a:solidFill>
                <a:latin typeface="Arial" panose="020B0604020202020204" pitchFamily="34" charset="0"/>
              </a:defRPr>
            </a:lvl6pPr>
            <a:lvl7pPr marL="2971800" indent="-228600" defTabSz="862013" eaLnBrk="0" fontAlgn="base" hangingPunct="0">
              <a:spcBef>
                <a:spcPct val="0"/>
              </a:spcBef>
              <a:spcAft>
                <a:spcPct val="0"/>
              </a:spcAft>
              <a:defRPr>
                <a:solidFill>
                  <a:schemeClr val="tx1"/>
                </a:solidFill>
                <a:latin typeface="Arial" panose="020B0604020202020204" pitchFamily="34" charset="0"/>
              </a:defRPr>
            </a:lvl7pPr>
            <a:lvl8pPr marL="3429000" indent="-228600" defTabSz="862013" eaLnBrk="0" fontAlgn="base" hangingPunct="0">
              <a:spcBef>
                <a:spcPct val="0"/>
              </a:spcBef>
              <a:spcAft>
                <a:spcPct val="0"/>
              </a:spcAft>
              <a:defRPr>
                <a:solidFill>
                  <a:schemeClr val="tx1"/>
                </a:solidFill>
                <a:latin typeface="Arial" panose="020B0604020202020204" pitchFamily="34" charset="0"/>
              </a:defRPr>
            </a:lvl8pPr>
            <a:lvl9pPr marL="3886200" indent="-228600" defTabSz="8620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en-US" sz="2400">
                <a:solidFill>
                  <a:srgbClr val="C00000"/>
                </a:solidFill>
                <a:latin typeface="Times New Roman" panose="02020603050405020304" pitchFamily="18" charset="0"/>
                <a:ea typeface="MS PGothic" panose="020B0600070205080204" pitchFamily="34" charset="-128"/>
              </a:rPr>
              <a:t>Teaching</a:t>
            </a:r>
          </a:p>
        </p:txBody>
      </p:sp>
      <p:sp>
        <p:nvSpPr>
          <p:cNvPr id="89120" name="Text Box 22">
            <a:extLst>
              <a:ext uri="{FF2B5EF4-FFF2-40B4-BE49-F238E27FC236}">
                <a16:creationId xmlns:a16="http://schemas.microsoft.com/office/drawing/2014/main" id="{818A6039-F512-939B-ED18-53D01C183F9E}"/>
              </a:ext>
            </a:extLst>
          </p:cNvPr>
          <p:cNvSpPr txBox="1">
            <a:spLocks noChangeArrowheads="1"/>
          </p:cNvSpPr>
          <p:nvPr/>
        </p:nvSpPr>
        <p:spPr bwMode="auto">
          <a:xfrm>
            <a:off x="4605338" y="5638800"/>
            <a:ext cx="539750"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6635" tIns="38319" rIns="76635" bIns="38319" anchor="ctr">
            <a:spAutoFit/>
          </a:bodyPr>
          <a:lstStyle>
            <a:lvl1pPr defTabSz="862013" eaLnBrk="0" hangingPunct="0">
              <a:defRPr>
                <a:solidFill>
                  <a:schemeClr val="tx1"/>
                </a:solidFill>
                <a:latin typeface="Arial" panose="020B0604020202020204" pitchFamily="34" charset="0"/>
              </a:defRPr>
            </a:lvl1pPr>
            <a:lvl2pPr marL="742950" indent="-285750" defTabSz="862013" eaLnBrk="0" hangingPunct="0">
              <a:defRPr>
                <a:solidFill>
                  <a:schemeClr val="tx1"/>
                </a:solidFill>
                <a:latin typeface="Arial" panose="020B0604020202020204" pitchFamily="34" charset="0"/>
              </a:defRPr>
            </a:lvl2pPr>
            <a:lvl3pPr marL="1143000" indent="-228600" defTabSz="862013" eaLnBrk="0" hangingPunct="0">
              <a:defRPr>
                <a:solidFill>
                  <a:schemeClr val="tx1"/>
                </a:solidFill>
                <a:latin typeface="Arial" panose="020B0604020202020204" pitchFamily="34" charset="0"/>
              </a:defRPr>
            </a:lvl3pPr>
            <a:lvl4pPr marL="1600200" indent="-228600" defTabSz="862013" eaLnBrk="0" hangingPunct="0">
              <a:defRPr>
                <a:solidFill>
                  <a:schemeClr val="tx1"/>
                </a:solidFill>
                <a:latin typeface="Arial" panose="020B0604020202020204" pitchFamily="34" charset="0"/>
              </a:defRPr>
            </a:lvl4pPr>
            <a:lvl5pPr marL="2057400" indent="-228600" defTabSz="862013" eaLnBrk="0" hangingPunct="0">
              <a:defRPr>
                <a:solidFill>
                  <a:schemeClr val="tx1"/>
                </a:solidFill>
                <a:latin typeface="Arial" panose="020B0604020202020204" pitchFamily="34" charset="0"/>
              </a:defRPr>
            </a:lvl5pPr>
            <a:lvl6pPr marL="2514600" indent="-228600" defTabSz="862013" eaLnBrk="0" fontAlgn="base" hangingPunct="0">
              <a:spcBef>
                <a:spcPct val="0"/>
              </a:spcBef>
              <a:spcAft>
                <a:spcPct val="0"/>
              </a:spcAft>
              <a:defRPr>
                <a:solidFill>
                  <a:schemeClr val="tx1"/>
                </a:solidFill>
                <a:latin typeface="Arial" panose="020B0604020202020204" pitchFamily="34" charset="0"/>
              </a:defRPr>
            </a:lvl6pPr>
            <a:lvl7pPr marL="2971800" indent="-228600" defTabSz="862013" eaLnBrk="0" fontAlgn="base" hangingPunct="0">
              <a:spcBef>
                <a:spcPct val="0"/>
              </a:spcBef>
              <a:spcAft>
                <a:spcPct val="0"/>
              </a:spcAft>
              <a:defRPr>
                <a:solidFill>
                  <a:schemeClr val="tx1"/>
                </a:solidFill>
                <a:latin typeface="Arial" panose="020B0604020202020204" pitchFamily="34" charset="0"/>
              </a:defRPr>
            </a:lvl7pPr>
            <a:lvl8pPr marL="3429000" indent="-228600" defTabSz="862013" eaLnBrk="0" fontAlgn="base" hangingPunct="0">
              <a:spcBef>
                <a:spcPct val="0"/>
              </a:spcBef>
              <a:spcAft>
                <a:spcPct val="0"/>
              </a:spcAft>
              <a:defRPr>
                <a:solidFill>
                  <a:schemeClr val="tx1"/>
                </a:solidFill>
                <a:latin typeface="Arial" panose="020B0604020202020204" pitchFamily="34" charset="0"/>
              </a:defRPr>
            </a:lvl8pPr>
            <a:lvl9pPr marL="3886200" indent="-228600" defTabSz="862013"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000" b="1">
                <a:solidFill>
                  <a:srgbClr val="C00000"/>
                </a:solidFill>
                <a:latin typeface="Times New Roman" panose="02020603050405020304" pitchFamily="18" charset="0"/>
                <a:ea typeface="MS PGothic" panose="020B0600070205080204" pitchFamily="34" charset="-128"/>
              </a:rPr>
              <a:t>4..*</a:t>
            </a:r>
          </a:p>
        </p:txBody>
      </p:sp>
      <p:graphicFrame>
        <p:nvGraphicFramePr>
          <p:cNvPr id="13" name="Group 23">
            <a:extLst>
              <a:ext uri="{FF2B5EF4-FFF2-40B4-BE49-F238E27FC236}">
                <a16:creationId xmlns:a16="http://schemas.microsoft.com/office/drawing/2014/main" id="{C95EC92E-A92C-0B8B-2328-BC2B7B9E51BE}"/>
              </a:ext>
            </a:extLst>
          </p:cNvPr>
          <p:cNvGraphicFramePr>
            <a:graphicFrameLocks noGrp="1"/>
          </p:cNvGraphicFramePr>
          <p:nvPr/>
        </p:nvGraphicFramePr>
        <p:xfrm>
          <a:off x="1036638" y="5472113"/>
          <a:ext cx="1981200" cy="457200"/>
        </p:xfrm>
        <a:graphic>
          <a:graphicData uri="http://schemas.openxmlformats.org/drawingml/2006/table">
            <a:tbl>
              <a:tblPr/>
              <a:tblGrid>
                <a:gridCol w="1981200">
                  <a:extLst>
                    <a:ext uri="{9D8B030D-6E8A-4147-A177-3AD203B41FA5}">
                      <a16:colId xmlns:a16="http://schemas.microsoft.com/office/drawing/2014/main" val="20000"/>
                    </a:ext>
                  </a:extLst>
                </a:gridCol>
              </a:tblGrid>
              <a:tr h="331788">
                <a:tc>
                  <a:txBody>
                    <a:bodyPr/>
                    <a:lstStyle/>
                    <a:p>
                      <a:pPr marL="0" marR="0" lvl="0" indent="190500" algn="ctr" defTabSz="862013" rtl="0" eaLnBrk="1" fontAlgn="base" latinLnBrk="0" hangingPunct="1">
                        <a:lnSpc>
                          <a:spcPct val="100000"/>
                        </a:lnSpc>
                        <a:spcBef>
                          <a:spcPct val="20000"/>
                        </a:spcBef>
                        <a:spcAft>
                          <a:spcPct val="0"/>
                        </a:spcAft>
                        <a:buClr>
                          <a:schemeClr val="accent2"/>
                        </a:buClr>
                        <a:buSzPct val="80000"/>
                        <a:buFont typeface="Wingdings" pitchFamily="2" charset="2"/>
                        <a:buNone/>
                        <a:tabLst>
                          <a:tab pos="381000" algn="l"/>
                          <a:tab pos="762000" algn="l"/>
                          <a:tab pos="1143000" algn="l"/>
                          <a:tab pos="1524000" algn="l"/>
                          <a:tab pos="1905000" algn="l"/>
                        </a:tabLst>
                      </a:pPr>
                      <a:r>
                        <a:rPr kumimoji="0" lang="en-US" sz="2400" b="1" i="0" u="none" strike="noStrike" cap="none" normalizeH="0" baseline="0">
                          <a:ln>
                            <a:noFill/>
                          </a:ln>
                          <a:solidFill>
                            <a:schemeClr val="tx1"/>
                          </a:solidFill>
                          <a:effectLst/>
                          <a:latin typeface="Arial" charset="0"/>
                        </a:rPr>
                        <a:t>Faculty</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Group 69">
            <a:extLst>
              <a:ext uri="{FF2B5EF4-FFF2-40B4-BE49-F238E27FC236}">
                <a16:creationId xmlns:a16="http://schemas.microsoft.com/office/drawing/2014/main" id="{F861446A-2FD4-B65A-79F2-F7A41CE6DDF2}"/>
              </a:ext>
            </a:extLst>
          </p:cNvPr>
          <p:cNvGraphicFramePr>
            <a:graphicFrameLocks noGrp="1"/>
          </p:cNvGraphicFramePr>
          <p:nvPr/>
        </p:nvGraphicFramePr>
        <p:xfrm>
          <a:off x="5129213" y="5500688"/>
          <a:ext cx="1981200" cy="457200"/>
        </p:xfrm>
        <a:graphic>
          <a:graphicData uri="http://schemas.openxmlformats.org/drawingml/2006/table">
            <a:tbl>
              <a:tblPr/>
              <a:tblGrid>
                <a:gridCol w="1981200">
                  <a:extLst>
                    <a:ext uri="{9D8B030D-6E8A-4147-A177-3AD203B41FA5}">
                      <a16:colId xmlns:a16="http://schemas.microsoft.com/office/drawing/2014/main" val="20000"/>
                    </a:ext>
                  </a:extLst>
                </a:gridCol>
              </a:tblGrid>
              <a:tr h="333375">
                <a:tc>
                  <a:txBody>
                    <a:bodyPr/>
                    <a:lstStyle/>
                    <a:p>
                      <a:pPr marL="0" marR="0" lvl="0" indent="190500" algn="ctr" defTabSz="862013" rtl="0" eaLnBrk="1" fontAlgn="base" latinLnBrk="0" hangingPunct="1">
                        <a:lnSpc>
                          <a:spcPct val="100000"/>
                        </a:lnSpc>
                        <a:spcBef>
                          <a:spcPct val="20000"/>
                        </a:spcBef>
                        <a:spcAft>
                          <a:spcPct val="0"/>
                        </a:spcAft>
                        <a:buClr>
                          <a:schemeClr val="accent2"/>
                        </a:buClr>
                        <a:buSzPct val="80000"/>
                        <a:buFont typeface="Wingdings" pitchFamily="2" charset="2"/>
                        <a:buNone/>
                        <a:tabLst>
                          <a:tab pos="381000" algn="l"/>
                          <a:tab pos="762000" algn="l"/>
                          <a:tab pos="1143000" algn="l"/>
                          <a:tab pos="1524000" algn="l"/>
                          <a:tab pos="1905000" algn="l"/>
                        </a:tabLst>
                      </a:pPr>
                      <a:r>
                        <a:rPr kumimoji="0" lang="en-US" sz="2400" b="1" i="0" u="none" strike="noStrike" cap="none" normalizeH="0" baseline="0" dirty="0">
                          <a:ln>
                            <a:noFill/>
                          </a:ln>
                          <a:solidFill>
                            <a:schemeClr val="tx1"/>
                          </a:solidFill>
                          <a:effectLst/>
                          <a:latin typeface="Arial" charset="0"/>
                        </a:rPr>
                        <a:t>Student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89133" name="Line 35">
            <a:extLst>
              <a:ext uri="{FF2B5EF4-FFF2-40B4-BE49-F238E27FC236}">
                <a16:creationId xmlns:a16="http://schemas.microsoft.com/office/drawing/2014/main" id="{64968105-6F24-5665-ECF8-6B772B7195B3}"/>
              </a:ext>
            </a:extLst>
          </p:cNvPr>
          <p:cNvSpPr>
            <a:spLocks noChangeShapeType="1"/>
          </p:cNvSpPr>
          <p:nvPr/>
        </p:nvSpPr>
        <p:spPr bwMode="auto">
          <a:xfrm>
            <a:off x="3068638" y="5684838"/>
            <a:ext cx="20367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89134" name="Text Box 36">
            <a:extLst>
              <a:ext uri="{FF2B5EF4-FFF2-40B4-BE49-F238E27FC236}">
                <a16:creationId xmlns:a16="http://schemas.microsoft.com/office/drawing/2014/main" id="{0E27226D-B622-171E-B2C6-E41FB05D8083}"/>
              </a:ext>
            </a:extLst>
          </p:cNvPr>
          <p:cNvSpPr txBox="1">
            <a:spLocks noChangeArrowheads="1"/>
          </p:cNvSpPr>
          <p:nvPr/>
        </p:nvSpPr>
        <p:spPr bwMode="auto">
          <a:xfrm>
            <a:off x="3068638" y="5735638"/>
            <a:ext cx="214312"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6635" tIns="38319" rIns="76635" bIns="38319" anchor="ctr">
            <a:spAutoFit/>
          </a:bodyPr>
          <a:lstStyle>
            <a:lvl1pPr defTabSz="862013" eaLnBrk="0" hangingPunct="0">
              <a:defRPr>
                <a:solidFill>
                  <a:schemeClr val="tx1"/>
                </a:solidFill>
                <a:latin typeface="Arial" panose="020B0604020202020204" pitchFamily="34" charset="0"/>
              </a:defRPr>
            </a:lvl1pPr>
            <a:lvl2pPr marL="742950" indent="-285750" defTabSz="862013" eaLnBrk="0" hangingPunct="0">
              <a:defRPr>
                <a:solidFill>
                  <a:schemeClr val="tx1"/>
                </a:solidFill>
                <a:latin typeface="Arial" panose="020B0604020202020204" pitchFamily="34" charset="0"/>
              </a:defRPr>
            </a:lvl2pPr>
            <a:lvl3pPr marL="1143000" indent="-228600" defTabSz="862013" eaLnBrk="0" hangingPunct="0">
              <a:defRPr>
                <a:solidFill>
                  <a:schemeClr val="tx1"/>
                </a:solidFill>
                <a:latin typeface="Arial" panose="020B0604020202020204" pitchFamily="34" charset="0"/>
              </a:defRPr>
            </a:lvl3pPr>
            <a:lvl4pPr marL="1600200" indent="-228600" defTabSz="862013" eaLnBrk="0" hangingPunct="0">
              <a:defRPr>
                <a:solidFill>
                  <a:schemeClr val="tx1"/>
                </a:solidFill>
                <a:latin typeface="Arial" panose="020B0604020202020204" pitchFamily="34" charset="0"/>
              </a:defRPr>
            </a:lvl4pPr>
            <a:lvl5pPr marL="2057400" indent="-228600" defTabSz="862013" eaLnBrk="0" hangingPunct="0">
              <a:defRPr>
                <a:solidFill>
                  <a:schemeClr val="tx1"/>
                </a:solidFill>
                <a:latin typeface="Arial" panose="020B0604020202020204" pitchFamily="34" charset="0"/>
              </a:defRPr>
            </a:lvl5pPr>
            <a:lvl6pPr marL="2514600" indent="-228600" defTabSz="862013" eaLnBrk="0" fontAlgn="base" hangingPunct="0">
              <a:spcBef>
                <a:spcPct val="0"/>
              </a:spcBef>
              <a:spcAft>
                <a:spcPct val="0"/>
              </a:spcAft>
              <a:defRPr>
                <a:solidFill>
                  <a:schemeClr val="tx1"/>
                </a:solidFill>
                <a:latin typeface="Arial" panose="020B0604020202020204" pitchFamily="34" charset="0"/>
              </a:defRPr>
            </a:lvl6pPr>
            <a:lvl7pPr marL="2971800" indent="-228600" defTabSz="862013" eaLnBrk="0" fontAlgn="base" hangingPunct="0">
              <a:spcBef>
                <a:spcPct val="0"/>
              </a:spcBef>
              <a:spcAft>
                <a:spcPct val="0"/>
              </a:spcAft>
              <a:defRPr>
                <a:solidFill>
                  <a:schemeClr val="tx1"/>
                </a:solidFill>
                <a:latin typeface="Arial" panose="020B0604020202020204" pitchFamily="34" charset="0"/>
              </a:defRPr>
            </a:lvl7pPr>
            <a:lvl8pPr marL="3429000" indent="-228600" defTabSz="862013" eaLnBrk="0" fontAlgn="base" hangingPunct="0">
              <a:spcBef>
                <a:spcPct val="0"/>
              </a:spcBef>
              <a:spcAft>
                <a:spcPct val="0"/>
              </a:spcAft>
              <a:defRPr>
                <a:solidFill>
                  <a:schemeClr val="tx1"/>
                </a:solidFill>
                <a:latin typeface="Arial" panose="020B0604020202020204" pitchFamily="34" charset="0"/>
              </a:defRPr>
            </a:lvl8pPr>
            <a:lvl9pPr marL="3886200" indent="-228600" defTabSz="8620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en-US" sz="2000" b="1">
                <a:solidFill>
                  <a:srgbClr val="C00000"/>
                </a:solidFill>
                <a:latin typeface="Times New Roman" panose="02020603050405020304" pitchFamily="18" charset="0"/>
                <a:ea typeface="MS PGothic" panose="020B0600070205080204" pitchFamily="34" charset="-128"/>
              </a:rPr>
              <a:t>1</a:t>
            </a: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a:extLst>
              <a:ext uri="{FF2B5EF4-FFF2-40B4-BE49-F238E27FC236}">
                <a16:creationId xmlns:a16="http://schemas.microsoft.com/office/drawing/2014/main" id="{4954D838-55CD-1A49-F5D4-D9AADA126F9B}"/>
              </a:ext>
            </a:extLst>
          </p:cNvPr>
          <p:cNvSpPr>
            <a:spLocks noGrp="1"/>
          </p:cNvSpPr>
          <p:nvPr>
            <p:ph type="title"/>
          </p:nvPr>
        </p:nvSpPr>
        <p:spPr/>
        <p:txBody>
          <a:bodyPr/>
          <a:lstStyle/>
          <a:p>
            <a:r>
              <a:rPr lang="en-IN" altLang="en-US" sz="4800"/>
              <a:t>Association</a:t>
            </a:r>
            <a:endParaRPr lang="en-IN" altLang="en-US" sz="4400"/>
          </a:p>
        </p:txBody>
      </p:sp>
      <p:sp>
        <p:nvSpPr>
          <p:cNvPr id="3" name="Content Placeholder 2">
            <a:extLst>
              <a:ext uri="{FF2B5EF4-FFF2-40B4-BE49-F238E27FC236}">
                <a16:creationId xmlns:a16="http://schemas.microsoft.com/office/drawing/2014/main" id="{B817F032-4E4F-3B91-556F-635AD4FF10F7}"/>
              </a:ext>
            </a:extLst>
          </p:cNvPr>
          <p:cNvSpPr>
            <a:spLocks noGrp="1"/>
          </p:cNvSpPr>
          <p:nvPr>
            <p:ph idx="1"/>
          </p:nvPr>
        </p:nvSpPr>
        <p:spPr/>
        <p:txBody>
          <a:bodyPr/>
          <a:lstStyle/>
          <a:p>
            <a:pPr>
              <a:defRPr/>
            </a:pPr>
            <a:r>
              <a:rPr lang="en-IN" sz="2000" dirty="0"/>
              <a:t>An association only denotes a </a:t>
            </a:r>
            <a:r>
              <a:rPr lang="en-IN" sz="2000" b="1" dirty="0"/>
              <a:t>semantic dependency and does not state the direction of this dependency</a:t>
            </a:r>
            <a:r>
              <a:rPr lang="en-IN" sz="2000" dirty="0"/>
              <a:t> (unless otherwise stated, an association implies bidirectional navigation)</a:t>
            </a:r>
          </a:p>
          <a:p>
            <a:pPr>
              <a:defRPr/>
            </a:pPr>
            <a:r>
              <a:rPr lang="en-IN" sz="2000" dirty="0"/>
              <a:t>A single student can associate with multiple teachers</a:t>
            </a:r>
          </a:p>
          <a:p>
            <a:pPr marL="0" indent="0">
              <a:buFont typeface="Wingdings" pitchFamily="2" charset="2"/>
              <a:buNone/>
              <a:defRPr/>
            </a:pPr>
            <a:endParaRPr lang="en-IN" sz="2000" dirty="0"/>
          </a:p>
          <a:p>
            <a:pPr>
              <a:defRPr/>
            </a:pPr>
            <a:endParaRPr lang="en-IN" sz="2000" dirty="0"/>
          </a:p>
          <a:p>
            <a:pPr>
              <a:defRPr/>
            </a:pPr>
            <a:r>
              <a:rPr lang="en-IN" sz="2000" dirty="0"/>
              <a:t>Every Instructor has one or more Students</a:t>
            </a:r>
          </a:p>
          <a:p>
            <a:pPr>
              <a:defRPr/>
            </a:pPr>
            <a:endParaRPr lang="en-IN" sz="2000" dirty="0"/>
          </a:p>
          <a:p>
            <a:pPr>
              <a:defRPr/>
            </a:pPr>
            <a:endParaRPr lang="en-IN" sz="2000" dirty="0"/>
          </a:p>
          <a:p>
            <a:pPr>
              <a:defRPr/>
            </a:pPr>
            <a:r>
              <a:rPr lang="en-IN" sz="2000" dirty="0"/>
              <a:t>We can also indicate the behavior of an object in an association (i.e., the role of an object) using role names</a:t>
            </a:r>
          </a:p>
          <a:p>
            <a:pPr>
              <a:defRPr/>
            </a:pPr>
            <a:endParaRPr lang="en-IN" sz="2000" dirty="0"/>
          </a:p>
          <a:p>
            <a:pPr marL="0" indent="0">
              <a:buFont typeface="Wingdings" pitchFamily="2" charset="2"/>
              <a:buNone/>
              <a:defRPr/>
            </a:pPr>
            <a:endParaRPr lang="en-IN" sz="2000" dirty="0"/>
          </a:p>
          <a:p>
            <a:pPr>
              <a:defRPr/>
            </a:pPr>
            <a:endParaRPr lang="en-IN" sz="2000" dirty="0"/>
          </a:p>
          <a:p>
            <a:pPr>
              <a:defRPr/>
            </a:pPr>
            <a:endParaRPr lang="en-IN" sz="2000" dirty="0"/>
          </a:p>
        </p:txBody>
      </p:sp>
      <p:sp>
        <p:nvSpPr>
          <p:cNvPr id="90116" name="Slide Number Placeholder 3">
            <a:extLst>
              <a:ext uri="{FF2B5EF4-FFF2-40B4-BE49-F238E27FC236}">
                <a16:creationId xmlns:a16="http://schemas.microsoft.com/office/drawing/2014/main" id="{2A85DE52-5218-1AE0-89E8-14985CFDE99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9220EED-9FB2-4C77-822E-A6C9837DB2D4}" type="slidenum">
              <a:rPr lang="en-US" altLang="en-US">
                <a:latin typeface="Times New Roman" panose="02020603050405020304" pitchFamily="18" charset="0"/>
              </a:rPr>
              <a:pPr/>
              <a:t>77</a:t>
            </a:fld>
            <a:endParaRPr lang="en-US" altLang="en-US">
              <a:latin typeface="Times New Roman" panose="02020603050405020304" pitchFamily="18" charset="0"/>
            </a:endParaRPr>
          </a:p>
        </p:txBody>
      </p:sp>
      <p:pic>
        <p:nvPicPr>
          <p:cNvPr id="90117" name="Picture 9" descr="Association multiplicity example 1">
            <a:extLst>
              <a:ext uri="{FF2B5EF4-FFF2-40B4-BE49-F238E27FC236}">
                <a16:creationId xmlns:a16="http://schemas.microsoft.com/office/drawing/2014/main" id="{92491E40-B316-B6A4-0BB5-C9C3827612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987675"/>
            <a:ext cx="36576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8" name="Picture 10" descr="Association multiplicity example 2">
            <a:extLst>
              <a:ext uri="{FF2B5EF4-FFF2-40B4-BE49-F238E27FC236}">
                <a16:creationId xmlns:a16="http://schemas.microsoft.com/office/drawing/2014/main" id="{EA51E601-5D3F-E4D1-438D-C382227A7B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6338" y="4191000"/>
            <a:ext cx="37004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9" name="Picture 11" descr="Association multiplicity example 3">
            <a:extLst>
              <a:ext uri="{FF2B5EF4-FFF2-40B4-BE49-F238E27FC236}">
                <a16:creationId xmlns:a16="http://schemas.microsoft.com/office/drawing/2014/main" id="{4540DAF1-F9AB-73BF-DE6E-9C35DF1A1C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6338" y="5638800"/>
            <a:ext cx="37766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a:extLst>
              <a:ext uri="{FF2B5EF4-FFF2-40B4-BE49-F238E27FC236}">
                <a16:creationId xmlns:a16="http://schemas.microsoft.com/office/drawing/2014/main" id="{5DDBE641-9D5F-F732-9977-9D682370B540}"/>
              </a:ext>
            </a:extLst>
          </p:cNvPr>
          <p:cNvSpPr>
            <a:spLocks noGrp="1"/>
          </p:cNvSpPr>
          <p:nvPr>
            <p:ph type="title"/>
          </p:nvPr>
        </p:nvSpPr>
        <p:spPr/>
        <p:txBody>
          <a:bodyPr/>
          <a:lstStyle/>
          <a:p>
            <a:r>
              <a:rPr lang="en-US" altLang="en-US"/>
              <a:t>Dependency Relationship</a:t>
            </a:r>
            <a:endParaRPr lang="en-IN" altLang="en-US"/>
          </a:p>
        </p:txBody>
      </p:sp>
      <p:sp>
        <p:nvSpPr>
          <p:cNvPr id="3" name="Content Placeholder 2">
            <a:extLst>
              <a:ext uri="{FF2B5EF4-FFF2-40B4-BE49-F238E27FC236}">
                <a16:creationId xmlns:a16="http://schemas.microsoft.com/office/drawing/2014/main" id="{ED2C5441-5049-4F73-7E9A-F40963106E1D}"/>
              </a:ext>
            </a:extLst>
          </p:cNvPr>
          <p:cNvSpPr>
            <a:spLocks noGrp="1"/>
          </p:cNvSpPr>
          <p:nvPr>
            <p:ph idx="1"/>
          </p:nvPr>
        </p:nvSpPr>
        <p:spPr/>
        <p:txBody>
          <a:bodyPr/>
          <a:lstStyle/>
          <a:p>
            <a:pPr>
              <a:defRPr/>
            </a:pPr>
            <a:r>
              <a:rPr lang="en-IN" sz="2000" dirty="0"/>
              <a:t>One object needs a service/operation of another object</a:t>
            </a:r>
          </a:p>
          <a:p>
            <a:pPr>
              <a:defRPr/>
            </a:pPr>
            <a:r>
              <a:rPr lang="en-IN" sz="2000" dirty="0"/>
              <a:t>Maintains object integrity (encapsulation) &amp; responsibility</a:t>
            </a:r>
          </a:p>
          <a:p>
            <a:pPr>
              <a:defRPr/>
            </a:pPr>
            <a:r>
              <a:rPr lang="en-IN" sz="2000" dirty="0"/>
              <a:t>Is implemented through local-scope objects</a:t>
            </a:r>
          </a:p>
          <a:p>
            <a:pPr lvl="1">
              <a:defRPr/>
            </a:pPr>
            <a:r>
              <a:rPr lang="en-IN" sz="1600" dirty="0"/>
              <a:t>passing an object as a parameter to a function/method</a:t>
            </a:r>
          </a:p>
          <a:p>
            <a:pPr lvl="1">
              <a:defRPr/>
            </a:pPr>
            <a:r>
              <a:rPr lang="en-IN" sz="1600" dirty="0"/>
              <a:t>instantiating a local object</a:t>
            </a:r>
          </a:p>
          <a:p>
            <a:pPr>
              <a:defRPr/>
            </a:pPr>
            <a:r>
              <a:rPr lang="en-IN" sz="2000" dirty="0"/>
              <a:t>Ephemeral form of association</a:t>
            </a:r>
          </a:p>
          <a:p>
            <a:pPr>
              <a:defRPr/>
            </a:pPr>
            <a:r>
              <a:rPr lang="en-IN" sz="2000" dirty="0"/>
              <a:t>Also known as </a:t>
            </a:r>
            <a:r>
              <a:rPr lang="en-IN" sz="2000" dirty="0">
                <a:solidFill>
                  <a:srgbClr val="C00000"/>
                </a:solidFill>
              </a:rPr>
              <a:t>delegation or using</a:t>
            </a:r>
          </a:p>
        </p:txBody>
      </p:sp>
      <p:sp>
        <p:nvSpPr>
          <p:cNvPr id="91140" name="Slide Number Placeholder 3">
            <a:extLst>
              <a:ext uri="{FF2B5EF4-FFF2-40B4-BE49-F238E27FC236}">
                <a16:creationId xmlns:a16="http://schemas.microsoft.com/office/drawing/2014/main" id="{B67A8EE0-E733-D4C1-7CC4-888DFA32BF8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6A90C8A-657A-4F1E-8257-33F40BE7E0D3}" type="slidenum">
              <a:rPr lang="en-US" altLang="en-US">
                <a:latin typeface="Times New Roman" panose="02020603050405020304" pitchFamily="18" charset="0"/>
              </a:rPr>
              <a:pPr/>
              <a:t>78</a:t>
            </a:fld>
            <a:endParaRPr lang="en-US" altLang="en-US">
              <a:latin typeface="Times New Roman" panose="02020603050405020304" pitchFamily="18" charset="0"/>
            </a:endParaRPr>
          </a:p>
        </p:txBody>
      </p:sp>
      <p:pic>
        <p:nvPicPr>
          <p:cNvPr id="87050" name="Picture 10">
            <a:extLst>
              <a:ext uri="{FF2B5EF4-FFF2-40B4-BE49-F238E27FC236}">
                <a16:creationId xmlns:a16="http://schemas.microsoft.com/office/drawing/2014/main" id="{46A30F29-BC1C-AE27-4067-2DEC92C8B839}"/>
              </a:ext>
            </a:extLst>
          </p:cNvPr>
          <p:cNvPicPr>
            <a:picLocks noChangeAspect="1" noChangeArrowheads="1"/>
          </p:cNvPicPr>
          <p:nvPr/>
        </p:nvPicPr>
        <p:blipFill>
          <a:blip r:embed="rId2"/>
          <a:srcRect/>
          <a:stretch>
            <a:fillRect/>
          </a:stretch>
        </p:blipFill>
        <p:spPr bwMode="auto">
          <a:xfrm>
            <a:off x="609600" y="4191000"/>
            <a:ext cx="5581650" cy="222885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a:extLst>
              <a:ext uri="{FF2B5EF4-FFF2-40B4-BE49-F238E27FC236}">
                <a16:creationId xmlns:a16="http://schemas.microsoft.com/office/drawing/2014/main" id="{429E9A54-05C8-5FE8-F4F7-145E343511A4}"/>
              </a:ext>
            </a:extLst>
          </p:cNvPr>
          <p:cNvSpPr>
            <a:spLocks noGrp="1"/>
          </p:cNvSpPr>
          <p:nvPr>
            <p:ph type="title"/>
          </p:nvPr>
        </p:nvSpPr>
        <p:spPr/>
        <p:txBody>
          <a:bodyPr/>
          <a:lstStyle/>
          <a:p>
            <a:r>
              <a:rPr lang="en-US" altLang="en-US"/>
              <a:t>Dependency Relationship</a:t>
            </a:r>
            <a:endParaRPr lang="en-IN" altLang="en-US"/>
          </a:p>
        </p:txBody>
      </p:sp>
      <p:sp>
        <p:nvSpPr>
          <p:cNvPr id="92163" name="Slide Number Placeholder 3">
            <a:extLst>
              <a:ext uri="{FF2B5EF4-FFF2-40B4-BE49-F238E27FC236}">
                <a16:creationId xmlns:a16="http://schemas.microsoft.com/office/drawing/2014/main" id="{F9820655-766E-2475-1FC8-C2530F2673D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905227D-F76D-45CA-A8B6-25F8872DAC15}" type="slidenum">
              <a:rPr lang="en-US" altLang="en-US">
                <a:latin typeface="Times New Roman" panose="02020603050405020304" pitchFamily="18" charset="0"/>
              </a:rPr>
              <a:pPr/>
              <a:t>79</a:t>
            </a:fld>
            <a:endParaRPr lang="en-US" altLang="en-US">
              <a:latin typeface="Times New Roman" panose="02020603050405020304" pitchFamily="18" charset="0"/>
            </a:endParaRPr>
          </a:p>
        </p:txBody>
      </p:sp>
      <p:pic>
        <p:nvPicPr>
          <p:cNvPr id="104450" name="Picture 2">
            <a:extLst>
              <a:ext uri="{FF2B5EF4-FFF2-40B4-BE49-F238E27FC236}">
                <a16:creationId xmlns:a16="http://schemas.microsoft.com/office/drawing/2014/main" id="{D3B6B51A-81AC-EA1B-BDFB-1DA0465AD8BE}"/>
              </a:ext>
            </a:extLst>
          </p:cNvPr>
          <p:cNvPicPr>
            <a:picLocks noChangeAspect="1" noChangeArrowheads="1"/>
          </p:cNvPicPr>
          <p:nvPr/>
        </p:nvPicPr>
        <p:blipFill>
          <a:blip r:embed="rId2"/>
          <a:srcRect/>
          <a:stretch>
            <a:fillRect/>
          </a:stretch>
        </p:blipFill>
        <p:spPr bwMode="auto">
          <a:xfrm>
            <a:off x="962025" y="1739900"/>
            <a:ext cx="2314575" cy="4203700"/>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11">
            <a:extLst>
              <a:ext uri="{FF2B5EF4-FFF2-40B4-BE49-F238E27FC236}">
                <a16:creationId xmlns:a16="http://schemas.microsoft.com/office/drawing/2014/main" id="{0727B431-A1ED-6D3A-BBE1-F9D3D054D850}"/>
              </a:ext>
            </a:extLst>
          </p:cNvPr>
          <p:cNvPicPr>
            <a:picLocks noChangeAspect="1" noChangeArrowheads="1"/>
          </p:cNvPicPr>
          <p:nvPr/>
        </p:nvPicPr>
        <p:blipFill>
          <a:blip r:embed="rId3"/>
          <a:srcRect/>
          <a:stretch>
            <a:fillRect/>
          </a:stretch>
        </p:blipFill>
        <p:spPr bwMode="auto">
          <a:xfrm>
            <a:off x="3810000" y="1752600"/>
            <a:ext cx="4191000" cy="4251325"/>
          </a:xfrm>
          <a:prstGeom prst="rect">
            <a:avLst/>
          </a:prstGeom>
          <a:noFill/>
          <a:ln>
            <a:noFill/>
          </a:ln>
          <a:effectLst>
            <a:prstShdw prst="shdw18" dist="17961" dir="135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a:extLst>
              <a:ext uri="{FF2B5EF4-FFF2-40B4-BE49-F238E27FC236}">
                <a16:creationId xmlns:a16="http://schemas.microsoft.com/office/drawing/2014/main" id="{B3816BAB-E7F3-DCB5-17E1-E808191095C9}"/>
              </a:ext>
            </a:extLst>
          </p:cNvPr>
          <p:cNvSpPr>
            <a:spLocks noGrp="1"/>
          </p:cNvSpPr>
          <p:nvPr>
            <p:ph type="title"/>
          </p:nvPr>
        </p:nvSpPr>
        <p:spPr/>
        <p:txBody>
          <a:bodyPr/>
          <a:lstStyle/>
          <a:p>
            <a:r>
              <a:rPr lang="en-US" altLang="en-US"/>
              <a:t>UML Class Diagram</a:t>
            </a:r>
            <a:endParaRPr lang="en-IN" altLang="en-US"/>
          </a:p>
        </p:txBody>
      </p:sp>
      <p:sp>
        <p:nvSpPr>
          <p:cNvPr id="3" name="Content Placeholder 2">
            <a:extLst>
              <a:ext uri="{FF2B5EF4-FFF2-40B4-BE49-F238E27FC236}">
                <a16:creationId xmlns:a16="http://schemas.microsoft.com/office/drawing/2014/main" id="{60FACDB2-0F90-1D65-FA2F-B5348FC19CED}"/>
              </a:ext>
            </a:extLst>
          </p:cNvPr>
          <p:cNvSpPr>
            <a:spLocks noGrp="1"/>
          </p:cNvSpPr>
          <p:nvPr>
            <p:ph idx="1"/>
          </p:nvPr>
        </p:nvSpPr>
        <p:spPr>
          <a:xfrm>
            <a:off x="457200" y="1171575"/>
            <a:ext cx="8229600" cy="4530725"/>
          </a:xfrm>
        </p:spPr>
        <p:txBody>
          <a:bodyPr/>
          <a:lstStyle/>
          <a:p>
            <a:pPr>
              <a:defRPr/>
            </a:pPr>
            <a:r>
              <a:rPr kumimoji="1" lang="en-US" sz="2000" dirty="0"/>
              <a:t>Describe the </a:t>
            </a:r>
            <a:r>
              <a:rPr kumimoji="1" lang="en-US" sz="2000" b="1" dirty="0"/>
              <a:t>classes</a:t>
            </a:r>
            <a:r>
              <a:rPr kumimoji="1" lang="en-US" sz="2000" dirty="0"/>
              <a:t> in the system and the </a:t>
            </a:r>
            <a:r>
              <a:rPr kumimoji="1" lang="en-US" sz="2000" b="1" dirty="0"/>
              <a:t>static</a:t>
            </a:r>
            <a:r>
              <a:rPr kumimoji="1" lang="en-US" sz="2000" dirty="0"/>
              <a:t> relationships between classes</a:t>
            </a:r>
          </a:p>
          <a:p>
            <a:pPr>
              <a:defRPr/>
            </a:pPr>
            <a:endParaRPr lang="en-IN" sz="2000" dirty="0"/>
          </a:p>
        </p:txBody>
      </p:sp>
      <p:sp>
        <p:nvSpPr>
          <p:cNvPr id="93188" name="Slide Number Placeholder 3">
            <a:extLst>
              <a:ext uri="{FF2B5EF4-FFF2-40B4-BE49-F238E27FC236}">
                <a16:creationId xmlns:a16="http://schemas.microsoft.com/office/drawing/2014/main" id="{7D68D865-FFB1-5C37-B6C1-45A20E64B26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ABEE6E7-8D89-4FBE-ACC0-112CC7315EB4}" type="slidenum">
              <a:rPr lang="en-US" altLang="en-US">
                <a:latin typeface="Times New Roman" panose="02020603050405020304" pitchFamily="18" charset="0"/>
              </a:rPr>
              <a:pPr/>
              <a:t>80</a:t>
            </a:fld>
            <a:endParaRPr lang="en-US" altLang="en-US">
              <a:latin typeface="Times New Roman" panose="02020603050405020304" pitchFamily="18" charset="0"/>
            </a:endParaRPr>
          </a:p>
        </p:txBody>
      </p:sp>
      <p:grpSp>
        <p:nvGrpSpPr>
          <p:cNvPr id="93189" name="Group 42">
            <a:extLst>
              <a:ext uri="{FF2B5EF4-FFF2-40B4-BE49-F238E27FC236}">
                <a16:creationId xmlns:a16="http://schemas.microsoft.com/office/drawing/2014/main" id="{AD748477-B640-36B1-F393-6F75DC25DA9B}"/>
              </a:ext>
            </a:extLst>
          </p:cNvPr>
          <p:cNvGrpSpPr>
            <a:grpSpLocks/>
          </p:cNvGrpSpPr>
          <p:nvPr/>
        </p:nvGrpSpPr>
        <p:grpSpPr bwMode="auto">
          <a:xfrm>
            <a:off x="838200" y="1905000"/>
            <a:ext cx="7620000" cy="4724400"/>
            <a:chOff x="672" y="768"/>
            <a:chExt cx="4800" cy="2976"/>
          </a:xfrm>
        </p:grpSpPr>
        <p:sp>
          <p:nvSpPr>
            <p:cNvPr id="93190" name="Rectangle 3">
              <a:extLst>
                <a:ext uri="{FF2B5EF4-FFF2-40B4-BE49-F238E27FC236}">
                  <a16:creationId xmlns:a16="http://schemas.microsoft.com/office/drawing/2014/main" id="{836315D4-3708-4BE1-D741-C07D4E1B4D59}"/>
                </a:ext>
              </a:extLst>
            </p:cNvPr>
            <p:cNvSpPr>
              <a:spLocks noChangeArrowheads="1"/>
            </p:cNvSpPr>
            <p:nvPr/>
          </p:nvSpPr>
          <p:spPr bwMode="auto">
            <a:xfrm>
              <a:off x="938" y="3323"/>
              <a:ext cx="630" cy="421"/>
            </a:xfrm>
            <a:prstGeom prst="rect">
              <a:avLst/>
            </a:prstGeom>
            <a:solidFill>
              <a:srgbClr val="FFFFFF"/>
            </a:solidFill>
            <a:ln w="1270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3191" name="Rectangle 4">
              <a:extLst>
                <a:ext uri="{FF2B5EF4-FFF2-40B4-BE49-F238E27FC236}">
                  <a16:creationId xmlns:a16="http://schemas.microsoft.com/office/drawing/2014/main" id="{340300DA-DE22-9040-C822-7FA4A02F2363}"/>
                </a:ext>
              </a:extLst>
            </p:cNvPr>
            <p:cNvSpPr>
              <a:spLocks noChangeArrowheads="1"/>
            </p:cNvSpPr>
            <p:nvPr/>
          </p:nvSpPr>
          <p:spPr bwMode="auto">
            <a:xfrm>
              <a:off x="938" y="3323"/>
              <a:ext cx="630" cy="141"/>
            </a:xfrm>
            <a:prstGeom prst="rect">
              <a:avLst/>
            </a:prstGeom>
            <a:solidFill>
              <a:srgbClr val="FFFFFF"/>
            </a:solidFill>
            <a:ln w="1270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3192" name="Rectangle 5">
              <a:extLst>
                <a:ext uri="{FF2B5EF4-FFF2-40B4-BE49-F238E27FC236}">
                  <a16:creationId xmlns:a16="http://schemas.microsoft.com/office/drawing/2014/main" id="{B52A3987-7C06-C940-C504-62AFC2854BB0}"/>
                </a:ext>
              </a:extLst>
            </p:cNvPr>
            <p:cNvSpPr>
              <a:spLocks noChangeArrowheads="1"/>
            </p:cNvSpPr>
            <p:nvPr/>
          </p:nvSpPr>
          <p:spPr bwMode="auto">
            <a:xfrm>
              <a:off x="1016" y="3338"/>
              <a:ext cx="48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en-US" sz="1200">
                  <a:solidFill>
                    <a:srgbClr val="000000"/>
                  </a:solidFill>
                </a:rPr>
                <a:t>DVD Movie</a:t>
              </a:r>
              <a:endParaRPr kumimoji="1" lang="en-US" altLang="en-US" sz="1600">
                <a:solidFill>
                  <a:schemeClr val="tx2"/>
                </a:solidFill>
                <a:latin typeface="Times New Roman" panose="02020603050405020304" pitchFamily="18" charset="0"/>
              </a:endParaRPr>
            </a:p>
          </p:txBody>
        </p:sp>
        <p:sp>
          <p:nvSpPr>
            <p:cNvPr id="93193" name="Rectangle 6">
              <a:extLst>
                <a:ext uri="{FF2B5EF4-FFF2-40B4-BE49-F238E27FC236}">
                  <a16:creationId xmlns:a16="http://schemas.microsoft.com/office/drawing/2014/main" id="{3BB2FE2D-4DD3-A2E4-B4C7-8CB97D8B276B}"/>
                </a:ext>
              </a:extLst>
            </p:cNvPr>
            <p:cNvSpPr>
              <a:spLocks noChangeArrowheads="1"/>
            </p:cNvSpPr>
            <p:nvPr/>
          </p:nvSpPr>
          <p:spPr bwMode="auto">
            <a:xfrm>
              <a:off x="1778" y="3323"/>
              <a:ext cx="629" cy="421"/>
            </a:xfrm>
            <a:prstGeom prst="rect">
              <a:avLst/>
            </a:prstGeom>
            <a:solidFill>
              <a:srgbClr val="FFFFFF"/>
            </a:solidFill>
            <a:ln w="1270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3194" name="Rectangle 7">
              <a:extLst>
                <a:ext uri="{FF2B5EF4-FFF2-40B4-BE49-F238E27FC236}">
                  <a16:creationId xmlns:a16="http://schemas.microsoft.com/office/drawing/2014/main" id="{2C0CA9C5-B0FB-8921-018E-7986CBCF8EBB}"/>
                </a:ext>
              </a:extLst>
            </p:cNvPr>
            <p:cNvSpPr>
              <a:spLocks noChangeArrowheads="1"/>
            </p:cNvSpPr>
            <p:nvPr/>
          </p:nvSpPr>
          <p:spPr bwMode="auto">
            <a:xfrm>
              <a:off x="1778" y="3323"/>
              <a:ext cx="629" cy="141"/>
            </a:xfrm>
            <a:prstGeom prst="rect">
              <a:avLst/>
            </a:prstGeom>
            <a:solidFill>
              <a:srgbClr val="FFFFFF"/>
            </a:solidFill>
            <a:ln w="1270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3195" name="Rectangle 8">
              <a:extLst>
                <a:ext uri="{FF2B5EF4-FFF2-40B4-BE49-F238E27FC236}">
                  <a16:creationId xmlns:a16="http://schemas.microsoft.com/office/drawing/2014/main" id="{F4FDAF7E-E01F-9CC4-E4FB-1C2AC09720C6}"/>
                </a:ext>
              </a:extLst>
            </p:cNvPr>
            <p:cNvSpPr>
              <a:spLocks noChangeArrowheads="1"/>
            </p:cNvSpPr>
            <p:nvPr/>
          </p:nvSpPr>
          <p:spPr bwMode="auto">
            <a:xfrm>
              <a:off x="1889" y="3341"/>
              <a:ext cx="41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en-US" sz="1200">
                  <a:solidFill>
                    <a:srgbClr val="000000"/>
                  </a:solidFill>
                </a:rPr>
                <a:t>CD Music</a:t>
              </a:r>
              <a:endParaRPr kumimoji="1" lang="en-US" altLang="en-US" sz="1600">
                <a:solidFill>
                  <a:schemeClr val="tx2"/>
                </a:solidFill>
                <a:latin typeface="Times New Roman" panose="02020603050405020304" pitchFamily="18" charset="0"/>
              </a:endParaRPr>
            </a:p>
          </p:txBody>
        </p:sp>
        <p:sp>
          <p:nvSpPr>
            <p:cNvPr id="93196" name="Rectangle 9">
              <a:extLst>
                <a:ext uri="{FF2B5EF4-FFF2-40B4-BE49-F238E27FC236}">
                  <a16:creationId xmlns:a16="http://schemas.microsoft.com/office/drawing/2014/main" id="{3E10E021-7852-F18D-FC74-E72291F42920}"/>
                </a:ext>
              </a:extLst>
            </p:cNvPr>
            <p:cNvSpPr>
              <a:spLocks noChangeArrowheads="1"/>
            </p:cNvSpPr>
            <p:nvPr/>
          </p:nvSpPr>
          <p:spPr bwMode="auto">
            <a:xfrm>
              <a:off x="2617" y="3323"/>
              <a:ext cx="630" cy="421"/>
            </a:xfrm>
            <a:prstGeom prst="rect">
              <a:avLst/>
            </a:prstGeom>
            <a:solidFill>
              <a:srgbClr val="FFFFFF"/>
            </a:solidFill>
            <a:ln w="1270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3197" name="Rectangle 10">
              <a:extLst>
                <a:ext uri="{FF2B5EF4-FFF2-40B4-BE49-F238E27FC236}">
                  <a16:creationId xmlns:a16="http://schemas.microsoft.com/office/drawing/2014/main" id="{BAEB324E-05D4-6612-9FE3-3850215E5C61}"/>
                </a:ext>
              </a:extLst>
            </p:cNvPr>
            <p:cNvSpPr>
              <a:spLocks noChangeArrowheads="1"/>
            </p:cNvSpPr>
            <p:nvPr/>
          </p:nvSpPr>
          <p:spPr bwMode="auto">
            <a:xfrm>
              <a:off x="2617" y="3323"/>
              <a:ext cx="630" cy="141"/>
            </a:xfrm>
            <a:prstGeom prst="rect">
              <a:avLst/>
            </a:prstGeom>
            <a:solidFill>
              <a:srgbClr val="FFFFFF"/>
            </a:solidFill>
            <a:ln w="1270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3198" name="Rectangle 11">
              <a:extLst>
                <a:ext uri="{FF2B5EF4-FFF2-40B4-BE49-F238E27FC236}">
                  <a16:creationId xmlns:a16="http://schemas.microsoft.com/office/drawing/2014/main" id="{A1F67539-C11A-3754-44D1-4B4E3A88EB7D}"/>
                </a:ext>
              </a:extLst>
            </p:cNvPr>
            <p:cNvSpPr>
              <a:spLocks noChangeArrowheads="1"/>
            </p:cNvSpPr>
            <p:nvPr/>
          </p:nvSpPr>
          <p:spPr bwMode="auto">
            <a:xfrm>
              <a:off x="2666" y="3338"/>
              <a:ext cx="53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en-US" sz="1200">
                  <a:solidFill>
                    <a:srgbClr val="000000"/>
                  </a:solidFill>
                </a:rPr>
                <a:t>Video Game</a:t>
              </a:r>
              <a:endParaRPr kumimoji="1" lang="en-US" altLang="en-US" sz="1600">
                <a:solidFill>
                  <a:schemeClr val="tx2"/>
                </a:solidFill>
                <a:latin typeface="Times New Roman" panose="02020603050405020304" pitchFamily="18" charset="0"/>
              </a:endParaRPr>
            </a:p>
          </p:txBody>
        </p:sp>
        <p:sp>
          <p:nvSpPr>
            <p:cNvPr id="93199" name="Rectangle 12">
              <a:extLst>
                <a:ext uri="{FF2B5EF4-FFF2-40B4-BE49-F238E27FC236}">
                  <a16:creationId xmlns:a16="http://schemas.microsoft.com/office/drawing/2014/main" id="{621D5771-AB1D-1507-2082-CC4F0A1CC928}"/>
                </a:ext>
              </a:extLst>
            </p:cNvPr>
            <p:cNvSpPr>
              <a:spLocks noChangeArrowheads="1"/>
            </p:cNvSpPr>
            <p:nvPr/>
          </p:nvSpPr>
          <p:spPr bwMode="auto">
            <a:xfrm>
              <a:off x="1673" y="2360"/>
              <a:ext cx="839" cy="288"/>
            </a:xfrm>
            <a:prstGeom prst="rect">
              <a:avLst/>
            </a:prstGeom>
            <a:solidFill>
              <a:srgbClr val="FFFFFF"/>
            </a:solidFill>
            <a:ln w="1270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3200" name="Rectangle 13">
              <a:extLst>
                <a:ext uri="{FF2B5EF4-FFF2-40B4-BE49-F238E27FC236}">
                  <a16:creationId xmlns:a16="http://schemas.microsoft.com/office/drawing/2014/main" id="{A6689ECA-6C26-1461-9F69-E3E2A539743D}"/>
                </a:ext>
              </a:extLst>
            </p:cNvPr>
            <p:cNvSpPr>
              <a:spLocks noChangeArrowheads="1"/>
            </p:cNvSpPr>
            <p:nvPr/>
          </p:nvSpPr>
          <p:spPr bwMode="auto">
            <a:xfrm>
              <a:off x="1673" y="2160"/>
              <a:ext cx="839" cy="288"/>
            </a:xfrm>
            <a:prstGeom prst="rect">
              <a:avLst/>
            </a:prstGeom>
            <a:solidFill>
              <a:srgbClr val="FFFFFF"/>
            </a:solidFill>
            <a:ln w="12700">
              <a:solidFill>
                <a:srgbClr val="000000"/>
              </a:solidFill>
              <a:miter lim="800000"/>
              <a:headEnd/>
              <a:tailEnd/>
            </a:ln>
          </p:spPr>
          <p:txBody>
            <a:bodyPr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50000"/>
                </a:lnSpc>
              </a:pPr>
              <a:r>
                <a:rPr lang="en-US" altLang="en-US" sz="1200" i="1">
                  <a:latin typeface="Verdana" panose="020B0604030504040204" pitchFamily="34" charset="0"/>
                </a:rPr>
                <a:t>Rental Item</a:t>
              </a:r>
            </a:p>
            <a:p>
              <a:pPr>
                <a:lnSpc>
                  <a:spcPct val="50000"/>
                </a:lnSpc>
                <a:spcBef>
                  <a:spcPct val="40000"/>
                </a:spcBef>
              </a:pPr>
              <a:r>
                <a:rPr lang="en-US" altLang="en-US" sz="1200">
                  <a:latin typeface="Verdana" panose="020B0604030504040204" pitchFamily="34" charset="0"/>
                </a:rPr>
                <a:t>{abstract}</a:t>
              </a:r>
            </a:p>
          </p:txBody>
        </p:sp>
        <p:sp>
          <p:nvSpPr>
            <p:cNvPr id="93201" name="Rectangle 14">
              <a:extLst>
                <a:ext uri="{FF2B5EF4-FFF2-40B4-BE49-F238E27FC236}">
                  <a16:creationId xmlns:a16="http://schemas.microsoft.com/office/drawing/2014/main" id="{CAFCC8BB-0C4C-D703-C2EE-E90E3F0FDD5B}"/>
                </a:ext>
              </a:extLst>
            </p:cNvPr>
            <p:cNvSpPr>
              <a:spLocks noChangeArrowheads="1"/>
            </p:cNvSpPr>
            <p:nvPr/>
          </p:nvSpPr>
          <p:spPr bwMode="auto">
            <a:xfrm>
              <a:off x="3877" y="1724"/>
              <a:ext cx="840" cy="630"/>
            </a:xfrm>
            <a:prstGeom prst="rect">
              <a:avLst/>
            </a:prstGeom>
            <a:solidFill>
              <a:srgbClr val="FFFFFF"/>
            </a:solidFill>
            <a:ln w="1270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3202" name="Rectangle 15">
              <a:extLst>
                <a:ext uri="{FF2B5EF4-FFF2-40B4-BE49-F238E27FC236}">
                  <a16:creationId xmlns:a16="http://schemas.microsoft.com/office/drawing/2014/main" id="{0E332406-A8A2-FBB1-49FB-2F4E22CEF6E9}"/>
                </a:ext>
              </a:extLst>
            </p:cNvPr>
            <p:cNvSpPr>
              <a:spLocks noChangeArrowheads="1"/>
            </p:cNvSpPr>
            <p:nvPr/>
          </p:nvSpPr>
          <p:spPr bwMode="auto">
            <a:xfrm>
              <a:off x="3877" y="1724"/>
              <a:ext cx="840" cy="210"/>
            </a:xfrm>
            <a:prstGeom prst="rect">
              <a:avLst/>
            </a:prstGeom>
            <a:solidFill>
              <a:srgbClr val="FFFFFF"/>
            </a:solidFill>
            <a:ln w="1270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3203" name="Rectangle 16">
              <a:extLst>
                <a:ext uri="{FF2B5EF4-FFF2-40B4-BE49-F238E27FC236}">
                  <a16:creationId xmlns:a16="http://schemas.microsoft.com/office/drawing/2014/main" id="{07F5C4E7-CD7B-F36C-402A-FDC59378B725}"/>
                </a:ext>
              </a:extLst>
            </p:cNvPr>
            <p:cNvSpPr>
              <a:spLocks noChangeArrowheads="1"/>
            </p:cNvSpPr>
            <p:nvPr/>
          </p:nvSpPr>
          <p:spPr bwMode="auto">
            <a:xfrm>
              <a:off x="3971" y="1773"/>
              <a:ext cx="6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en-US" sz="1200">
                  <a:solidFill>
                    <a:srgbClr val="000000"/>
                  </a:solidFill>
                </a:rPr>
                <a:t>Rental Invoice</a:t>
              </a:r>
              <a:endParaRPr kumimoji="1" lang="en-US" altLang="en-US" sz="1600">
                <a:solidFill>
                  <a:schemeClr val="tx2"/>
                </a:solidFill>
                <a:latin typeface="Times New Roman" panose="02020603050405020304" pitchFamily="18" charset="0"/>
              </a:endParaRPr>
            </a:p>
          </p:txBody>
        </p:sp>
        <p:sp>
          <p:nvSpPr>
            <p:cNvPr id="93204" name="Freeform 17">
              <a:extLst>
                <a:ext uri="{FF2B5EF4-FFF2-40B4-BE49-F238E27FC236}">
                  <a16:creationId xmlns:a16="http://schemas.microsoft.com/office/drawing/2014/main" id="{5C24DDF0-683E-2BC7-112E-1DA9E44D55EF}"/>
                </a:ext>
              </a:extLst>
            </p:cNvPr>
            <p:cNvSpPr>
              <a:spLocks/>
            </p:cNvSpPr>
            <p:nvPr/>
          </p:nvSpPr>
          <p:spPr bwMode="auto">
            <a:xfrm>
              <a:off x="3667" y="2197"/>
              <a:ext cx="210" cy="105"/>
            </a:xfrm>
            <a:custGeom>
              <a:avLst/>
              <a:gdLst>
                <a:gd name="T0" fmla="*/ 0 w 210"/>
                <a:gd name="T1" fmla="*/ 52 h 105"/>
                <a:gd name="T2" fmla="*/ 105 w 210"/>
                <a:gd name="T3" fmla="*/ 0 h 105"/>
                <a:gd name="T4" fmla="*/ 210 w 210"/>
                <a:gd name="T5" fmla="*/ 52 h 105"/>
                <a:gd name="T6" fmla="*/ 105 w 210"/>
                <a:gd name="T7" fmla="*/ 105 h 105"/>
                <a:gd name="T8" fmla="*/ 0 w 210"/>
                <a:gd name="T9" fmla="*/ 52 h 105"/>
                <a:gd name="T10" fmla="*/ 0 60000 65536"/>
                <a:gd name="T11" fmla="*/ 0 60000 65536"/>
                <a:gd name="T12" fmla="*/ 0 60000 65536"/>
                <a:gd name="T13" fmla="*/ 0 60000 65536"/>
                <a:gd name="T14" fmla="*/ 0 60000 65536"/>
                <a:gd name="T15" fmla="*/ 0 w 210"/>
                <a:gd name="T16" fmla="*/ 0 h 105"/>
                <a:gd name="T17" fmla="*/ 210 w 210"/>
                <a:gd name="T18" fmla="*/ 105 h 105"/>
              </a:gdLst>
              <a:ahLst/>
              <a:cxnLst>
                <a:cxn ang="T10">
                  <a:pos x="T0" y="T1"/>
                </a:cxn>
                <a:cxn ang="T11">
                  <a:pos x="T2" y="T3"/>
                </a:cxn>
                <a:cxn ang="T12">
                  <a:pos x="T4" y="T5"/>
                </a:cxn>
                <a:cxn ang="T13">
                  <a:pos x="T6" y="T7"/>
                </a:cxn>
                <a:cxn ang="T14">
                  <a:pos x="T8" y="T9"/>
                </a:cxn>
              </a:cxnLst>
              <a:rect l="T15" t="T16" r="T17" b="T18"/>
              <a:pathLst>
                <a:path w="210" h="105">
                  <a:moveTo>
                    <a:pt x="0" y="52"/>
                  </a:moveTo>
                  <a:lnTo>
                    <a:pt x="105" y="0"/>
                  </a:lnTo>
                  <a:lnTo>
                    <a:pt x="210" y="52"/>
                  </a:lnTo>
                  <a:lnTo>
                    <a:pt x="105" y="105"/>
                  </a:lnTo>
                  <a:lnTo>
                    <a:pt x="0" y="52"/>
                  </a:lnTo>
                  <a:close/>
                </a:path>
              </a:pathLst>
            </a:custGeom>
            <a:solidFill>
              <a:srgbClr val="000000"/>
            </a:solidFill>
            <a:ln w="12700">
              <a:solidFill>
                <a:srgbClr val="000000"/>
              </a:solidFill>
              <a:round/>
              <a:headEnd/>
              <a:tailEnd/>
            </a:ln>
          </p:spPr>
          <p:txBody>
            <a:bodyPr/>
            <a:lstStyle/>
            <a:p>
              <a:endParaRPr lang="en-US"/>
            </a:p>
          </p:txBody>
        </p:sp>
        <p:sp>
          <p:nvSpPr>
            <p:cNvPr id="93205" name="Rectangle 18">
              <a:extLst>
                <a:ext uri="{FF2B5EF4-FFF2-40B4-BE49-F238E27FC236}">
                  <a16:creationId xmlns:a16="http://schemas.microsoft.com/office/drawing/2014/main" id="{8BB1FF5E-BD19-3225-CF47-3FC8E2722D01}"/>
                </a:ext>
              </a:extLst>
            </p:cNvPr>
            <p:cNvSpPr>
              <a:spLocks noChangeArrowheads="1"/>
            </p:cNvSpPr>
            <p:nvPr/>
          </p:nvSpPr>
          <p:spPr bwMode="auto">
            <a:xfrm>
              <a:off x="2592" y="2179"/>
              <a:ext cx="2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en-US">
                  <a:solidFill>
                    <a:srgbClr val="000000"/>
                  </a:solidFill>
                </a:rPr>
                <a:t>1..*</a:t>
              </a:r>
            </a:p>
          </p:txBody>
        </p:sp>
        <p:sp>
          <p:nvSpPr>
            <p:cNvPr id="93206" name="Rectangle 19">
              <a:extLst>
                <a:ext uri="{FF2B5EF4-FFF2-40B4-BE49-F238E27FC236}">
                  <a16:creationId xmlns:a16="http://schemas.microsoft.com/office/drawing/2014/main" id="{B26749E8-15B3-EE00-EB46-E1FB12838311}"/>
                </a:ext>
              </a:extLst>
            </p:cNvPr>
            <p:cNvSpPr>
              <a:spLocks noChangeArrowheads="1"/>
            </p:cNvSpPr>
            <p:nvPr/>
          </p:nvSpPr>
          <p:spPr bwMode="auto">
            <a:xfrm>
              <a:off x="3752" y="2324"/>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en-US">
                  <a:solidFill>
                    <a:srgbClr val="000000"/>
                  </a:solidFill>
                </a:rPr>
                <a:t>1</a:t>
              </a:r>
              <a:endParaRPr kumimoji="1" lang="en-US" altLang="en-US" sz="1600">
                <a:solidFill>
                  <a:schemeClr val="tx2"/>
                </a:solidFill>
                <a:latin typeface="Times New Roman" panose="02020603050405020304" pitchFamily="18" charset="0"/>
              </a:endParaRPr>
            </a:p>
          </p:txBody>
        </p:sp>
        <p:sp>
          <p:nvSpPr>
            <p:cNvPr id="93207" name="Rectangle 20">
              <a:extLst>
                <a:ext uri="{FF2B5EF4-FFF2-40B4-BE49-F238E27FC236}">
                  <a16:creationId xmlns:a16="http://schemas.microsoft.com/office/drawing/2014/main" id="{13801FF3-6FA3-7EBA-F395-BAB127AF0E82}"/>
                </a:ext>
              </a:extLst>
            </p:cNvPr>
            <p:cNvSpPr>
              <a:spLocks noChangeArrowheads="1"/>
            </p:cNvSpPr>
            <p:nvPr/>
          </p:nvSpPr>
          <p:spPr bwMode="auto">
            <a:xfrm>
              <a:off x="1673" y="1104"/>
              <a:ext cx="839" cy="525"/>
            </a:xfrm>
            <a:prstGeom prst="rect">
              <a:avLst/>
            </a:prstGeom>
            <a:solidFill>
              <a:srgbClr val="FFFFFF"/>
            </a:solidFill>
            <a:ln w="1270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3208" name="Rectangle 21">
              <a:extLst>
                <a:ext uri="{FF2B5EF4-FFF2-40B4-BE49-F238E27FC236}">
                  <a16:creationId xmlns:a16="http://schemas.microsoft.com/office/drawing/2014/main" id="{2B690572-7BC1-0CEB-E358-9EFFEC08FC8C}"/>
                </a:ext>
              </a:extLst>
            </p:cNvPr>
            <p:cNvSpPr>
              <a:spLocks noChangeArrowheads="1"/>
            </p:cNvSpPr>
            <p:nvPr/>
          </p:nvSpPr>
          <p:spPr bwMode="auto">
            <a:xfrm>
              <a:off x="1673" y="1104"/>
              <a:ext cx="839" cy="175"/>
            </a:xfrm>
            <a:prstGeom prst="rect">
              <a:avLst/>
            </a:prstGeom>
            <a:solidFill>
              <a:srgbClr val="FFFFFF"/>
            </a:solidFill>
            <a:ln w="1270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3209" name="Rectangle 22">
              <a:extLst>
                <a:ext uri="{FF2B5EF4-FFF2-40B4-BE49-F238E27FC236}">
                  <a16:creationId xmlns:a16="http://schemas.microsoft.com/office/drawing/2014/main" id="{8BCF4EF2-7A91-A0DD-1A04-624B1167E48D}"/>
                </a:ext>
              </a:extLst>
            </p:cNvPr>
            <p:cNvSpPr>
              <a:spLocks noChangeArrowheads="1"/>
            </p:cNvSpPr>
            <p:nvPr/>
          </p:nvSpPr>
          <p:spPr bwMode="auto">
            <a:xfrm>
              <a:off x="1885" y="1136"/>
              <a:ext cx="41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en-US" sz="1200">
                  <a:solidFill>
                    <a:srgbClr val="000000"/>
                  </a:solidFill>
                </a:rPr>
                <a:t>Customer</a:t>
              </a:r>
              <a:endParaRPr kumimoji="1" lang="en-US" altLang="en-US" sz="1600">
                <a:solidFill>
                  <a:schemeClr val="tx2"/>
                </a:solidFill>
                <a:latin typeface="Times New Roman" panose="02020603050405020304" pitchFamily="18" charset="0"/>
              </a:endParaRPr>
            </a:p>
          </p:txBody>
        </p:sp>
        <p:sp>
          <p:nvSpPr>
            <p:cNvPr id="93210" name="Freeform 23">
              <a:extLst>
                <a:ext uri="{FF2B5EF4-FFF2-40B4-BE49-F238E27FC236}">
                  <a16:creationId xmlns:a16="http://schemas.microsoft.com/office/drawing/2014/main" id="{C5E20A51-FB78-FA8F-5225-C4A906CDD643}"/>
                </a:ext>
              </a:extLst>
            </p:cNvPr>
            <p:cNvSpPr>
              <a:spLocks/>
            </p:cNvSpPr>
            <p:nvPr/>
          </p:nvSpPr>
          <p:spPr bwMode="auto">
            <a:xfrm>
              <a:off x="3667" y="1987"/>
              <a:ext cx="210" cy="105"/>
            </a:xfrm>
            <a:custGeom>
              <a:avLst/>
              <a:gdLst>
                <a:gd name="T0" fmla="*/ 0 w 210"/>
                <a:gd name="T1" fmla="*/ 52 h 105"/>
                <a:gd name="T2" fmla="*/ 105 w 210"/>
                <a:gd name="T3" fmla="*/ 0 h 105"/>
                <a:gd name="T4" fmla="*/ 210 w 210"/>
                <a:gd name="T5" fmla="*/ 52 h 105"/>
                <a:gd name="T6" fmla="*/ 105 w 210"/>
                <a:gd name="T7" fmla="*/ 105 h 105"/>
                <a:gd name="T8" fmla="*/ 0 w 210"/>
                <a:gd name="T9" fmla="*/ 52 h 105"/>
                <a:gd name="T10" fmla="*/ 0 60000 65536"/>
                <a:gd name="T11" fmla="*/ 0 60000 65536"/>
                <a:gd name="T12" fmla="*/ 0 60000 65536"/>
                <a:gd name="T13" fmla="*/ 0 60000 65536"/>
                <a:gd name="T14" fmla="*/ 0 60000 65536"/>
                <a:gd name="T15" fmla="*/ 0 w 210"/>
                <a:gd name="T16" fmla="*/ 0 h 105"/>
                <a:gd name="T17" fmla="*/ 210 w 210"/>
                <a:gd name="T18" fmla="*/ 105 h 105"/>
              </a:gdLst>
              <a:ahLst/>
              <a:cxnLst>
                <a:cxn ang="T10">
                  <a:pos x="T0" y="T1"/>
                </a:cxn>
                <a:cxn ang="T11">
                  <a:pos x="T2" y="T3"/>
                </a:cxn>
                <a:cxn ang="T12">
                  <a:pos x="T4" y="T5"/>
                </a:cxn>
                <a:cxn ang="T13">
                  <a:pos x="T6" y="T7"/>
                </a:cxn>
                <a:cxn ang="T14">
                  <a:pos x="T8" y="T9"/>
                </a:cxn>
              </a:cxnLst>
              <a:rect l="T15" t="T16" r="T17" b="T18"/>
              <a:pathLst>
                <a:path w="210" h="105">
                  <a:moveTo>
                    <a:pt x="0" y="52"/>
                  </a:moveTo>
                  <a:lnTo>
                    <a:pt x="105" y="0"/>
                  </a:lnTo>
                  <a:lnTo>
                    <a:pt x="210" y="52"/>
                  </a:lnTo>
                  <a:lnTo>
                    <a:pt x="105" y="105"/>
                  </a:lnTo>
                  <a:lnTo>
                    <a:pt x="0" y="52"/>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211" name="Rectangle 24">
              <a:extLst>
                <a:ext uri="{FF2B5EF4-FFF2-40B4-BE49-F238E27FC236}">
                  <a16:creationId xmlns:a16="http://schemas.microsoft.com/office/drawing/2014/main" id="{7D0C50B2-11C3-FC5F-D6A2-CC41D94B6900}"/>
                </a:ext>
              </a:extLst>
            </p:cNvPr>
            <p:cNvSpPr>
              <a:spLocks noChangeArrowheads="1"/>
            </p:cNvSpPr>
            <p:nvPr/>
          </p:nvSpPr>
          <p:spPr bwMode="auto">
            <a:xfrm>
              <a:off x="3877" y="3194"/>
              <a:ext cx="840" cy="454"/>
            </a:xfrm>
            <a:prstGeom prst="rect">
              <a:avLst/>
            </a:prstGeom>
            <a:solidFill>
              <a:srgbClr val="FFFFFF"/>
            </a:solidFill>
            <a:ln w="1270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3212" name="Rectangle 25">
              <a:extLst>
                <a:ext uri="{FF2B5EF4-FFF2-40B4-BE49-F238E27FC236}">
                  <a16:creationId xmlns:a16="http://schemas.microsoft.com/office/drawing/2014/main" id="{9D1457ED-CCF1-1265-91B6-B4A34B8E4858}"/>
                </a:ext>
              </a:extLst>
            </p:cNvPr>
            <p:cNvSpPr>
              <a:spLocks noChangeArrowheads="1"/>
            </p:cNvSpPr>
            <p:nvPr/>
          </p:nvSpPr>
          <p:spPr bwMode="auto">
            <a:xfrm>
              <a:off x="3877" y="3194"/>
              <a:ext cx="840" cy="210"/>
            </a:xfrm>
            <a:prstGeom prst="rect">
              <a:avLst/>
            </a:prstGeom>
            <a:solidFill>
              <a:srgbClr val="FFFFFF"/>
            </a:solidFill>
            <a:ln w="1270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3213" name="Rectangle 26">
              <a:extLst>
                <a:ext uri="{FF2B5EF4-FFF2-40B4-BE49-F238E27FC236}">
                  <a16:creationId xmlns:a16="http://schemas.microsoft.com/office/drawing/2014/main" id="{820D1CA7-3801-C0C1-563A-00C833AEE454}"/>
                </a:ext>
              </a:extLst>
            </p:cNvPr>
            <p:cNvSpPr>
              <a:spLocks noChangeArrowheads="1"/>
            </p:cNvSpPr>
            <p:nvPr/>
          </p:nvSpPr>
          <p:spPr bwMode="auto">
            <a:xfrm>
              <a:off x="3937" y="3243"/>
              <a:ext cx="73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en-US" sz="1200">
                  <a:solidFill>
                    <a:srgbClr val="000000"/>
                  </a:solidFill>
                </a:rPr>
                <a:t>Checkout Screen</a:t>
              </a:r>
              <a:endParaRPr kumimoji="1" lang="en-US" altLang="en-US" sz="1600">
                <a:solidFill>
                  <a:schemeClr val="tx2"/>
                </a:solidFill>
                <a:latin typeface="Times New Roman" panose="02020603050405020304" pitchFamily="18" charset="0"/>
              </a:endParaRPr>
            </a:p>
          </p:txBody>
        </p:sp>
        <p:sp>
          <p:nvSpPr>
            <p:cNvPr id="93214" name="Line 27">
              <a:extLst>
                <a:ext uri="{FF2B5EF4-FFF2-40B4-BE49-F238E27FC236}">
                  <a16:creationId xmlns:a16="http://schemas.microsoft.com/office/drawing/2014/main" id="{F8734D99-0C6C-56DF-3282-67FBD561A6C0}"/>
                </a:ext>
              </a:extLst>
            </p:cNvPr>
            <p:cNvSpPr>
              <a:spLocks noChangeShapeType="1"/>
            </p:cNvSpPr>
            <p:nvPr/>
          </p:nvSpPr>
          <p:spPr bwMode="auto">
            <a:xfrm flipV="1">
              <a:off x="4297" y="2354"/>
              <a:ext cx="1" cy="84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15" name="Rectangle 28">
              <a:extLst>
                <a:ext uri="{FF2B5EF4-FFF2-40B4-BE49-F238E27FC236}">
                  <a16:creationId xmlns:a16="http://schemas.microsoft.com/office/drawing/2014/main" id="{2FAC49DF-6880-1180-4171-D7AB7A207C13}"/>
                </a:ext>
              </a:extLst>
            </p:cNvPr>
            <p:cNvSpPr>
              <a:spLocks noChangeArrowheads="1"/>
            </p:cNvSpPr>
            <p:nvPr/>
          </p:nvSpPr>
          <p:spPr bwMode="auto">
            <a:xfrm>
              <a:off x="4343" y="2376"/>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en-US">
                  <a:solidFill>
                    <a:srgbClr val="000000"/>
                  </a:solidFill>
                </a:rPr>
                <a:t>0..1</a:t>
              </a:r>
              <a:endParaRPr kumimoji="1" lang="en-US" altLang="en-US" sz="1600">
                <a:solidFill>
                  <a:schemeClr val="tx2"/>
                </a:solidFill>
                <a:latin typeface="Times New Roman" panose="02020603050405020304" pitchFamily="18" charset="0"/>
              </a:endParaRPr>
            </a:p>
          </p:txBody>
        </p:sp>
        <p:sp>
          <p:nvSpPr>
            <p:cNvPr id="93216" name="Rectangle 29">
              <a:extLst>
                <a:ext uri="{FF2B5EF4-FFF2-40B4-BE49-F238E27FC236}">
                  <a16:creationId xmlns:a16="http://schemas.microsoft.com/office/drawing/2014/main" id="{BDFB47EA-C281-7609-AF39-435A66B8944E}"/>
                </a:ext>
              </a:extLst>
            </p:cNvPr>
            <p:cNvSpPr>
              <a:spLocks noChangeArrowheads="1"/>
            </p:cNvSpPr>
            <p:nvPr/>
          </p:nvSpPr>
          <p:spPr bwMode="auto">
            <a:xfrm>
              <a:off x="2559" y="1174"/>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kumimoji="1" lang="en-US" altLang="en-US">
                  <a:solidFill>
                    <a:srgbClr val="000000"/>
                  </a:solidFill>
                </a:rPr>
                <a:t>1</a:t>
              </a:r>
              <a:endParaRPr kumimoji="1" lang="en-US" altLang="en-US" sz="1600">
                <a:solidFill>
                  <a:schemeClr val="tx2"/>
                </a:solidFill>
                <a:latin typeface="Times New Roman" panose="02020603050405020304" pitchFamily="18" charset="0"/>
              </a:endParaRPr>
            </a:p>
          </p:txBody>
        </p:sp>
        <p:sp>
          <p:nvSpPr>
            <p:cNvPr id="93217" name="AutoShape 30">
              <a:extLst>
                <a:ext uri="{FF2B5EF4-FFF2-40B4-BE49-F238E27FC236}">
                  <a16:creationId xmlns:a16="http://schemas.microsoft.com/office/drawing/2014/main" id="{B0A077B9-4B89-0FEB-7418-5F76ED64B188}"/>
                </a:ext>
              </a:extLst>
            </p:cNvPr>
            <p:cNvSpPr>
              <a:spLocks noChangeArrowheads="1"/>
            </p:cNvSpPr>
            <p:nvPr/>
          </p:nvSpPr>
          <p:spPr bwMode="auto">
            <a:xfrm>
              <a:off x="4656" y="2688"/>
              <a:ext cx="816" cy="240"/>
            </a:xfrm>
            <a:prstGeom prst="wedgeRoundRectCallout">
              <a:avLst>
                <a:gd name="adj1" fmla="val -92032"/>
                <a:gd name="adj2" fmla="val -99583"/>
                <a:gd name="adj3" fmla="val 16667"/>
              </a:avLst>
            </a:prstGeom>
            <a:solidFill>
              <a:srgbClr val="FFFFFB"/>
            </a:solidFill>
            <a:ln w="25400">
              <a:solidFill>
                <a:srgbClr val="FF000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89000"/>
                </a:lnSpc>
                <a:spcBef>
                  <a:spcPct val="40000"/>
                </a:spcBef>
              </a:pPr>
              <a:r>
                <a:rPr lang="en-US" altLang="en-US" sz="1200">
                  <a:latin typeface="Verdana" panose="020B0604030504040204" pitchFamily="34" charset="0"/>
                </a:rPr>
                <a:t>Association</a:t>
              </a:r>
            </a:p>
          </p:txBody>
        </p:sp>
        <p:sp>
          <p:nvSpPr>
            <p:cNvPr id="93218" name="AutoShape 31">
              <a:extLst>
                <a:ext uri="{FF2B5EF4-FFF2-40B4-BE49-F238E27FC236}">
                  <a16:creationId xmlns:a16="http://schemas.microsoft.com/office/drawing/2014/main" id="{1E2BCB01-DF70-BCD4-D275-52EC0CC16AD9}"/>
                </a:ext>
              </a:extLst>
            </p:cNvPr>
            <p:cNvSpPr>
              <a:spLocks noChangeArrowheads="1"/>
            </p:cNvSpPr>
            <p:nvPr/>
          </p:nvSpPr>
          <p:spPr bwMode="auto">
            <a:xfrm>
              <a:off x="864" y="1248"/>
              <a:ext cx="480" cy="288"/>
            </a:xfrm>
            <a:prstGeom prst="wedgeRoundRectCallout">
              <a:avLst>
                <a:gd name="adj1" fmla="val 117708"/>
                <a:gd name="adj2" fmla="val -70486"/>
                <a:gd name="adj3" fmla="val 16667"/>
              </a:avLst>
            </a:prstGeom>
            <a:solidFill>
              <a:srgbClr val="FFFFFB"/>
            </a:solidFill>
            <a:ln w="25400">
              <a:solidFill>
                <a:srgbClr val="FF000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89000"/>
                </a:lnSpc>
                <a:spcBef>
                  <a:spcPct val="40000"/>
                </a:spcBef>
              </a:pPr>
              <a:r>
                <a:rPr lang="en-US" altLang="en-US" sz="1200">
                  <a:latin typeface="Verdana" panose="020B0604030504040204" pitchFamily="34" charset="0"/>
                </a:rPr>
                <a:t>Class</a:t>
              </a:r>
            </a:p>
          </p:txBody>
        </p:sp>
        <p:sp>
          <p:nvSpPr>
            <p:cNvPr id="93219" name="AutoShape 32">
              <a:extLst>
                <a:ext uri="{FF2B5EF4-FFF2-40B4-BE49-F238E27FC236}">
                  <a16:creationId xmlns:a16="http://schemas.microsoft.com/office/drawing/2014/main" id="{517F3748-90F7-DA52-F7A2-57CAE218545C}"/>
                </a:ext>
              </a:extLst>
            </p:cNvPr>
            <p:cNvSpPr>
              <a:spLocks noChangeArrowheads="1"/>
            </p:cNvSpPr>
            <p:nvPr/>
          </p:nvSpPr>
          <p:spPr bwMode="auto">
            <a:xfrm>
              <a:off x="768" y="1728"/>
              <a:ext cx="624" cy="432"/>
            </a:xfrm>
            <a:prstGeom prst="wedgeRoundRectCallout">
              <a:avLst>
                <a:gd name="adj1" fmla="val 93111"/>
                <a:gd name="adj2" fmla="val 67130"/>
                <a:gd name="adj3" fmla="val 16667"/>
              </a:avLst>
            </a:prstGeom>
            <a:solidFill>
              <a:srgbClr val="FFFFFB"/>
            </a:solidFill>
            <a:ln w="25400">
              <a:solidFill>
                <a:srgbClr val="FF000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89000"/>
                </a:lnSpc>
                <a:spcBef>
                  <a:spcPct val="40000"/>
                </a:spcBef>
              </a:pPr>
              <a:r>
                <a:rPr lang="en-US" altLang="en-US" sz="1200">
                  <a:latin typeface="Verdana" panose="020B0604030504040204" pitchFamily="34" charset="0"/>
                </a:rPr>
                <a:t>Abstract</a:t>
              </a:r>
            </a:p>
            <a:p>
              <a:pPr>
                <a:lnSpc>
                  <a:spcPct val="89000"/>
                </a:lnSpc>
                <a:spcBef>
                  <a:spcPct val="40000"/>
                </a:spcBef>
              </a:pPr>
              <a:r>
                <a:rPr lang="en-US" altLang="en-US" sz="1200">
                  <a:latin typeface="Verdana" panose="020B0604030504040204" pitchFamily="34" charset="0"/>
                </a:rPr>
                <a:t>Class</a:t>
              </a:r>
            </a:p>
          </p:txBody>
        </p:sp>
        <p:sp>
          <p:nvSpPr>
            <p:cNvPr id="93220" name="AutoShape 33">
              <a:extLst>
                <a:ext uri="{FF2B5EF4-FFF2-40B4-BE49-F238E27FC236}">
                  <a16:creationId xmlns:a16="http://schemas.microsoft.com/office/drawing/2014/main" id="{EF63C75E-A304-974E-59B5-63FF148B1423}"/>
                </a:ext>
              </a:extLst>
            </p:cNvPr>
            <p:cNvSpPr>
              <a:spLocks noChangeArrowheads="1"/>
            </p:cNvSpPr>
            <p:nvPr/>
          </p:nvSpPr>
          <p:spPr bwMode="auto">
            <a:xfrm>
              <a:off x="3312" y="1296"/>
              <a:ext cx="864" cy="192"/>
            </a:xfrm>
            <a:prstGeom prst="wedgeRoundRectCallout">
              <a:avLst>
                <a:gd name="adj1" fmla="val -1157"/>
                <a:gd name="adj2" fmla="val 276042"/>
                <a:gd name="adj3" fmla="val 16667"/>
              </a:avLst>
            </a:prstGeom>
            <a:solidFill>
              <a:srgbClr val="FFFFFB"/>
            </a:solidFill>
            <a:ln w="25400">
              <a:solidFill>
                <a:srgbClr val="FF000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89000"/>
                </a:lnSpc>
                <a:spcBef>
                  <a:spcPct val="40000"/>
                </a:spcBef>
              </a:pPr>
              <a:r>
                <a:rPr lang="en-US" altLang="en-US" sz="1200">
                  <a:latin typeface="Verdana" panose="020B0604030504040204" pitchFamily="34" charset="0"/>
                </a:rPr>
                <a:t>Aggregation</a:t>
              </a:r>
            </a:p>
          </p:txBody>
        </p:sp>
        <p:sp>
          <p:nvSpPr>
            <p:cNvPr id="93221" name="AutoShape 34">
              <a:extLst>
                <a:ext uri="{FF2B5EF4-FFF2-40B4-BE49-F238E27FC236}">
                  <a16:creationId xmlns:a16="http://schemas.microsoft.com/office/drawing/2014/main" id="{C8A79D12-20CE-6032-F7B0-ADF29E003D02}"/>
                </a:ext>
              </a:extLst>
            </p:cNvPr>
            <p:cNvSpPr>
              <a:spLocks noChangeArrowheads="1"/>
            </p:cNvSpPr>
            <p:nvPr/>
          </p:nvSpPr>
          <p:spPr bwMode="auto">
            <a:xfrm>
              <a:off x="672" y="2784"/>
              <a:ext cx="912" cy="240"/>
            </a:xfrm>
            <a:prstGeom prst="wedgeRoundRectCallout">
              <a:avLst>
                <a:gd name="adj1" fmla="val 97477"/>
                <a:gd name="adj2" fmla="val -49167"/>
                <a:gd name="adj3" fmla="val 16667"/>
              </a:avLst>
            </a:prstGeom>
            <a:solidFill>
              <a:srgbClr val="FFFFFB"/>
            </a:solidFill>
            <a:ln w="25400">
              <a:solidFill>
                <a:srgbClr val="FF000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89000"/>
                </a:lnSpc>
                <a:spcBef>
                  <a:spcPct val="40000"/>
                </a:spcBef>
              </a:pPr>
              <a:r>
                <a:rPr lang="en-US" altLang="en-US" sz="1200">
                  <a:latin typeface="Verdana" panose="020B0604030504040204" pitchFamily="34" charset="0"/>
                </a:rPr>
                <a:t>Generalization</a:t>
              </a:r>
            </a:p>
          </p:txBody>
        </p:sp>
        <p:sp>
          <p:nvSpPr>
            <p:cNvPr id="93222" name="AutoShape 35">
              <a:extLst>
                <a:ext uri="{FF2B5EF4-FFF2-40B4-BE49-F238E27FC236}">
                  <a16:creationId xmlns:a16="http://schemas.microsoft.com/office/drawing/2014/main" id="{4C82756D-885C-451D-6355-3AE1D4288329}"/>
                </a:ext>
              </a:extLst>
            </p:cNvPr>
            <p:cNvSpPr>
              <a:spLocks noChangeArrowheads="1"/>
            </p:cNvSpPr>
            <p:nvPr/>
          </p:nvSpPr>
          <p:spPr bwMode="auto">
            <a:xfrm>
              <a:off x="2784" y="2592"/>
              <a:ext cx="768" cy="240"/>
            </a:xfrm>
            <a:prstGeom prst="wedgeRoundRectCallout">
              <a:avLst>
                <a:gd name="adj1" fmla="val 70315"/>
                <a:gd name="adj2" fmla="val -158750"/>
                <a:gd name="adj3" fmla="val 16667"/>
              </a:avLst>
            </a:prstGeom>
            <a:solidFill>
              <a:srgbClr val="FFFFFB"/>
            </a:solidFill>
            <a:ln w="25400">
              <a:solidFill>
                <a:srgbClr val="FF000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89000"/>
                </a:lnSpc>
                <a:spcBef>
                  <a:spcPct val="40000"/>
                </a:spcBef>
              </a:pPr>
              <a:r>
                <a:rPr lang="en-US" altLang="en-US" sz="1200">
                  <a:latin typeface="Verdana" panose="020B0604030504040204" pitchFamily="34" charset="0"/>
                </a:rPr>
                <a:t>Composition</a:t>
              </a:r>
            </a:p>
          </p:txBody>
        </p:sp>
        <p:cxnSp>
          <p:nvCxnSpPr>
            <p:cNvPr id="93223" name="AutoShape 36">
              <a:extLst>
                <a:ext uri="{FF2B5EF4-FFF2-40B4-BE49-F238E27FC236}">
                  <a16:creationId xmlns:a16="http://schemas.microsoft.com/office/drawing/2014/main" id="{0EF26A3E-C9D6-0E84-ED37-7413C1A0DEFE}"/>
                </a:ext>
              </a:extLst>
            </p:cNvPr>
            <p:cNvCxnSpPr>
              <a:cxnSpLocks noChangeShapeType="1"/>
              <a:stCxn id="93194" idx="0"/>
              <a:endCxn id="93199" idx="2"/>
            </p:cNvCxnSpPr>
            <p:nvPr/>
          </p:nvCxnSpPr>
          <p:spPr bwMode="auto">
            <a:xfrm flipV="1">
              <a:off x="2093" y="2648"/>
              <a:ext cx="0" cy="67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93224" name="AutoShape 37">
              <a:extLst>
                <a:ext uri="{FF2B5EF4-FFF2-40B4-BE49-F238E27FC236}">
                  <a16:creationId xmlns:a16="http://schemas.microsoft.com/office/drawing/2014/main" id="{E889CAA1-C640-B087-5B37-190144F1E261}"/>
                </a:ext>
              </a:extLst>
            </p:cNvPr>
            <p:cNvSpPr>
              <a:spLocks noChangeArrowheads="1"/>
            </p:cNvSpPr>
            <p:nvPr/>
          </p:nvSpPr>
          <p:spPr bwMode="auto">
            <a:xfrm>
              <a:off x="1997" y="2648"/>
              <a:ext cx="191" cy="147"/>
            </a:xfrm>
            <a:prstGeom prst="flowChartExtra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93225" name="AutoShape 38">
              <a:extLst>
                <a:ext uri="{FF2B5EF4-FFF2-40B4-BE49-F238E27FC236}">
                  <a16:creationId xmlns:a16="http://schemas.microsoft.com/office/drawing/2014/main" id="{6EF6C24B-5216-D395-1975-47EC9CF2CC17}"/>
                </a:ext>
              </a:extLst>
            </p:cNvPr>
            <p:cNvCxnSpPr>
              <a:cxnSpLocks noChangeShapeType="1"/>
              <a:stCxn id="93191" idx="0"/>
              <a:endCxn id="93197" idx="0"/>
            </p:cNvCxnSpPr>
            <p:nvPr/>
          </p:nvCxnSpPr>
          <p:spPr bwMode="auto">
            <a:xfrm rot="5400000" flipV="1">
              <a:off x="2092" y="2484"/>
              <a:ext cx="1" cy="1679"/>
            </a:xfrm>
            <a:prstGeom prst="bentConnector3">
              <a:avLst>
                <a:gd name="adj1" fmla="val -18000009"/>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93226" name="AutoShape 39">
              <a:extLst>
                <a:ext uri="{FF2B5EF4-FFF2-40B4-BE49-F238E27FC236}">
                  <a16:creationId xmlns:a16="http://schemas.microsoft.com/office/drawing/2014/main" id="{B056FC34-E616-1245-1B68-021F2CF67FB6}"/>
                </a:ext>
              </a:extLst>
            </p:cNvPr>
            <p:cNvCxnSpPr>
              <a:cxnSpLocks noChangeShapeType="1"/>
              <a:stCxn id="93204" idx="4"/>
              <a:endCxn id="93199" idx="3"/>
            </p:cNvCxnSpPr>
            <p:nvPr/>
          </p:nvCxnSpPr>
          <p:spPr bwMode="auto">
            <a:xfrm rot="10800000" flipV="1">
              <a:off x="2512" y="2249"/>
              <a:ext cx="1155" cy="255"/>
            </a:xfrm>
            <a:prstGeom prst="bentConnector3">
              <a:avLst>
                <a:gd name="adj1" fmla="val 49958"/>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93227" name="AutoShape 40">
              <a:extLst>
                <a:ext uri="{FF2B5EF4-FFF2-40B4-BE49-F238E27FC236}">
                  <a16:creationId xmlns:a16="http://schemas.microsoft.com/office/drawing/2014/main" id="{92D91B0B-EFD9-1D9C-D05C-70EBBDD14102}"/>
                </a:ext>
              </a:extLst>
            </p:cNvPr>
            <p:cNvCxnSpPr>
              <a:cxnSpLocks noChangeShapeType="1"/>
              <a:stCxn id="93210" idx="4"/>
              <a:endCxn id="93207" idx="3"/>
            </p:cNvCxnSpPr>
            <p:nvPr/>
          </p:nvCxnSpPr>
          <p:spPr bwMode="auto">
            <a:xfrm rot="10800000">
              <a:off x="2512" y="1367"/>
              <a:ext cx="1155" cy="672"/>
            </a:xfrm>
            <a:prstGeom prst="bentConnector3">
              <a:avLst>
                <a:gd name="adj1" fmla="val 4225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93228" name="AutoShape 41">
              <a:extLst>
                <a:ext uri="{FF2B5EF4-FFF2-40B4-BE49-F238E27FC236}">
                  <a16:creationId xmlns:a16="http://schemas.microsoft.com/office/drawing/2014/main" id="{CCDF9D1C-9A14-BBA0-B40C-40111DEDA292}"/>
                </a:ext>
              </a:extLst>
            </p:cNvPr>
            <p:cNvSpPr>
              <a:spLocks noChangeArrowheads="1"/>
            </p:cNvSpPr>
            <p:nvPr/>
          </p:nvSpPr>
          <p:spPr bwMode="auto">
            <a:xfrm>
              <a:off x="3251" y="768"/>
              <a:ext cx="720" cy="288"/>
            </a:xfrm>
            <a:prstGeom prst="wedgeRoundRectCallout">
              <a:avLst>
                <a:gd name="adj1" fmla="val -127361"/>
                <a:gd name="adj2" fmla="val 116319"/>
                <a:gd name="adj3" fmla="val 16667"/>
              </a:avLst>
            </a:prstGeom>
            <a:solidFill>
              <a:srgbClr val="FFFFFB"/>
            </a:solidFill>
            <a:ln w="25400">
              <a:solidFill>
                <a:srgbClr val="FF000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89000"/>
                </a:lnSpc>
                <a:spcBef>
                  <a:spcPct val="40000"/>
                </a:spcBef>
              </a:pPr>
              <a:r>
                <a:rPr lang="en-US" altLang="en-US" sz="1200">
                  <a:latin typeface="Verdana" panose="020B0604030504040204" pitchFamily="34" charset="0"/>
                </a:rPr>
                <a:t>Multiplicity</a:t>
              </a:r>
            </a:p>
          </p:txBody>
        </p:sp>
      </p:grpSp>
    </p:spTree>
  </p:cSld>
  <p:clrMapOvr>
    <a:masterClrMapping/>
  </p:clrMapOvr>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26945</TotalTime>
  <Words>5122</Words>
  <Application>Microsoft Office PowerPoint</Application>
  <PresentationFormat>On-screen Show (4:3)</PresentationFormat>
  <Paragraphs>1162</Paragraphs>
  <Slides>80</Slides>
  <Notes>2</Notes>
  <HiddenSlides>0</HiddenSlides>
  <MMClips>0</MMClips>
  <ScaleCrop>false</ScaleCrop>
  <HeadingPairs>
    <vt:vector size="4" baseType="variant">
      <vt:variant>
        <vt:lpstr>Theme</vt:lpstr>
      </vt:variant>
      <vt:variant>
        <vt:i4>1</vt:i4>
      </vt:variant>
      <vt:variant>
        <vt:lpstr>Slide Titles</vt:lpstr>
      </vt:variant>
      <vt:variant>
        <vt:i4>80</vt:i4>
      </vt:variant>
    </vt:vector>
  </HeadingPairs>
  <TitlesOfParts>
    <vt:vector size="81" baseType="lpstr">
      <vt:lpstr>Edge</vt:lpstr>
      <vt:lpstr>20XD24 - OBJECT ORIENTED PROGRAMMING   Chapter – V  Inheritance       </vt:lpstr>
      <vt:lpstr>Outline</vt:lpstr>
      <vt:lpstr>Inheritance</vt:lpstr>
      <vt:lpstr>Inheritance</vt:lpstr>
      <vt:lpstr>Inheritance</vt:lpstr>
      <vt:lpstr>Inheritance</vt:lpstr>
      <vt:lpstr>Inheritance and the “is a” Relationship</vt:lpstr>
      <vt:lpstr>Inheritance Characteristics </vt:lpstr>
      <vt:lpstr>Inheritance Characteristics</vt:lpstr>
      <vt:lpstr>Inheritance</vt:lpstr>
      <vt:lpstr>Defining Derived Class</vt:lpstr>
      <vt:lpstr>Protected Visibility Mode</vt:lpstr>
      <vt:lpstr>Defining Derived Class </vt:lpstr>
      <vt:lpstr>Inheritance And Objects </vt:lpstr>
      <vt:lpstr>Access Control</vt:lpstr>
      <vt:lpstr>Access Control</vt:lpstr>
      <vt:lpstr>Public, Protected and Private derivation</vt:lpstr>
      <vt:lpstr>Public Derivation - Example</vt:lpstr>
      <vt:lpstr>Public, Protected and Private derivation</vt:lpstr>
      <vt:lpstr>Protected Derivation - Example</vt:lpstr>
      <vt:lpstr>Public, Protected and Private derivation</vt:lpstr>
      <vt:lpstr>Private Derivation - Example</vt:lpstr>
      <vt:lpstr>Types of Inheritance</vt:lpstr>
      <vt:lpstr>Simple Or Single Inheritance</vt:lpstr>
      <vt:lpstr>Multilevel Inheritance</vt:lpstr>
      <vt:lpstr>Multiple Inheritance</vt:lpstr>
      <vt:lpstr>Hierarchical Inheritance</vt:lpstr>
      <vt:lpstr>Hybrid Inheritance</vt:lpstr>
      <vt:lpstr>Virtual Inheritance</vt:lpstr>
      <vt:lpstr>Virtual Inheritance</vt:lpstr>
      <vt:lpstr>USING VIRTUAL BASE CLASSES</vt:lpstr>
      <vt:lpstr>USING VIRTUAL BASE CLASSES</vt:lpstr>
      <vt:lpstr>USING VIRTUAL BASE CLASSES</vt:lpstr>
      <vt:lpstr>Advantages of Inheritance </vt:lpstr>
      <vt:lpstr>Note</vt:lpstr>
      <vt:lpstr>OVERRIDING AND OVERLOADING PARENT CLASS FUNCTIONS</vt:lpstr>
      <vt:lpstr>OVERRIDING AND OVERLOADING PARENT CLASS FUNCTIONS</vt:lpstr>
      <vt:lpstr>OVERRIDING AND OVERLOADING PARENT CLASS FUNCTIONS</vt:lpstr>
      <vt:lpstr>Overriding Member Functions</vt:lpstr>
      <vt:lpstr>Overriding Member Functions</vt:lpstr>
      <vt:lpstr>Overriding Member Functions</vt:lpstr>
      <vt:lpstr>Derived Class Constructors</vt:lpstr>
      <vt:lpstr>Derived Class Constructors</vt:lpstr>
      <vt:lpstr>Why the base class’s constructor is called on creating an object of derived class? </vt:lpstr>
      <vt:lpstr>Derived Class Constructors</vt:lpstr>
      <vt:lpstr>Derived Class Destructors</vt:lpstr>
      <vt:lpstr>Single Inheritance</vt:lpstr>
      <vt:lpstr>Single Inheritance – Contd.</vt:lpstr>
      <vt:lpstr>Multiple Inheritance</vt:lpstr>
      <vt:lpstr>Multiple Inheritance – Contd.</vt:lpstr>
      <vt:lpstr>All Base Class Constructors are Called</vt:lpstr>
      <vt:lpstr>Constructor Execution Order for Class Objects </vt:lpstr>
      <vt:lpstr>Order of Execution of Constructors</vt:lpstr>
      <vt:lpstr>Whole/Part Relationships </vt:lpstr>
      <vt:lpstr>Whole/Part Relationships </vt:lpstr>
      <vt:lpstr>Whole/Part Relationships </vt:lpstr>
      <vt:lpstr>Composition: Embedded Objects </vt:lpstr>
      <vt:lpstr>Initializing Embedded Part Objects </vt:lpstr>
      <vt:lpstr>Initializing Embedded Part Objects</vt:lpstr>
      <vt:lpstr>Initializing Embedded Part Objects – Example 2</vt:lpstr>
      <vt:lpstr>Initializing Embedded Part Objects</vt:lpstr>
      <vt:lpstr>Using Embedded Part Objects  </vt:lpstr>
      <vt:lpstr>Using Embedded Part Objects  </vt:lpstr>
      <vt:lpstr>Using Embedded Part Objects – Example 2  </vt:lpstr>
      <vt:lpstr>Using Embedded Part Objects – Example 2 </vt:lpstr>
      <vt:lpstr>Aggregation: Pointer Member Variables </vt:lpstr>
      <vt:lpstr>Aggregation - Example</vt:lpstr>
      <vt:lpstr>Aggregation - Example</vt:lpstr>
      <vt:lpstr>Aggregation - Example</vt:lpstr>
      <vt:lpstr>Aggregation - Example</vt:lpstr>
      <vt:lpstr>Aggregation - Example</vt:lpstr>
      <vt:lpstr>Aggregation or Composition?</vt:lpstr>
      <vt:lpstr>Association</vt:lpstr>
      <vt:lpstr>Implementing Association</vt:lpstr>
      <vt:lpstr>Multiplicity / Cardinality</vt:lpstr>
      <vt:lpstr>Association</vt:lpstr>
      <vt:lpstr>Association</vt:lpstr>
      <vt:lpstr>Dependency Relationship</vt:lpstr>
      <vt:lpstr>Dependency Relationship</vt:lpstr>
      <vt:lpstr>UML Class Diagram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vijayalaxmi</dc:creator>
  <cp:lastModifiedBy>919943986878</cp:lastModifiedBy>
  <cp:revision>2206</cp:revision>
  <dcterms:created xsi:type="dcterms:W3CDTF">2010-06-23T15:53:05Z</dcterms:created>
  <dcterms:modified xsi:type="dcterms:W3CDTF">2023-05-30T06:23:01Z</dcterms:modified>
</cp:coreProperties>
</file>