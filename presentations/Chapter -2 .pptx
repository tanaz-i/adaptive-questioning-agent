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3" r:id="rId1"/>
  </p:sldMasterIdLst>
  <p:notesMasterIdLst>
    <p:notesMasterId r:id="rId66"/>
  </p:notesMasterIdLst>
  <p:handoutMasterIdLst>
    <p:handoutMasterId r:id="rId67"/>
  </p:handoutMasterIdLst>
  <p:sldIdLst>
    <p:sldId id="489" r:id="rId2"/>
    <p:sldId id="806" r:id="rId3"/>
    <p:sldId id="822" r:id="rId4"/>
    <p:sldId id="823" r:id="rId5"/>
    <p:sldId id="824" r:id="rId6"/>
    <p:sldId id="832" r:id="rId7"/>
    <p:sldId id="833" r:id="rId8"/>
    <p:sldId id="835" r:id="rId9"/>
    <p:sldId id="825" r:id="rId10"/>
    <p:sldId id="826" r:id="rId11"/>
    <p:sldId id="862" r:id="rId12"/>
    <p:sldId id="836" r:id="rId13"/>
    <p:sldId id="827" r:id="rId14"/>
    <p:sldId id="829" r:id="rId15"/>
    <p:sldId id="830" r:id="rId16"/>
    <p:sldId id="831" r:id="rId17"/>
    <p:sldId id="834" r:id="rId18"/>
    <p:sldId id="837" r:id="rId19"/>
    <p:sldId id="838" r:id="rId20"/>
    <p:sldId id="854" r:id="rId21"/>
    <p:sldId id="840" r:id="rId22"/>
    <p:sldId id="841" r:id="rId23"/>
    <p:sldId id="856" r:id="rId24"/>
    <p:sldId id="855" r:id="rId25"/>
    <p:sldId id="828" r:id="rId26"/>
    <p:sldId id="839" r:id="rId27"/>
    <p:sldId id="842" r:id="rId28"/>
    <p:sldId id="843" r:id="rId29"/>
    <p:sldId id="844" r:id="rId30"/>
    <p:sldId id="851" r:id="rId31"/>
    <p:sldId id="849" r:id="rId32"/>
    <p:sldId id="845" r:id="rId33"/>
    <p:sldId id="850" r:id="rId34"/>
    <p:sldId id="853" r:id="rId35"/>
    <p:sldId id="852" r:id="rId36"/>
    <p:sldId id="846" r:id="rId37"/>
    <p:sldId id="861" r:id="rId38"/>
    <p:sldId id="858" r:id="rId39"/>
    <p:sldId id="859" r:id="rId40"/>
    <p:sldId id="860" r:id="rId41"/>
    <p:sldId id="868" r:id="rId42"/>
    <p:sldId id="847" r:id="rId43"/>
    <p:sldId id="857" r:id="rId44"/>
    <p:sldId id="848" r:id="rId45"/>
    <p:sldId id="863" r:id="rId46"/>
    <p:sldId id="864" r:id="rId47"/>
    <p:sldId id="865" r:id="rId48"/>
    <p:sldId id="866" r:id="rId49"/>
    <p:sldId id="867" r:id="rId50"/>
    <p:sldId id="869" r:id="rId51"/>
    <p:sldId id="870" r:id="rId52"/>
    <p:sldId id="871" r:id="rId53"/>
    <p:sldId id="872" r:id="rId54"/>
    <p:sldId id="873" r:id="rId55"/>
    <p:sldId id="880" r:id="rId56"/>
    <p:sldId id="874" r:id="rId57"/>
    <p:sldId id="875" r:id="rId58"/>
    <p:sldId id="881" r:id="rId59"/>
    <p:sldId id="878" r:id="rId60"/>
    <p:sldId id="879" r:id="rId61"/>
    <p:sldId id="876" r:id="rId62"/>
    <p:sldId id="877" r:id="rId63"/>
    <p:sldId id="882" r:id="rId64"/>
    <p:sldId id="883" r:id="rId65"/>
  </p:sldIdLst>
  <p:sldSz cx="9144000" cy="6858000" type="screen4x3"/>
  <p:notesSz cx="7023100" cy="93091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32">
          <p15:clr>
            <a:srgbClr val="A4A3A4"/>
          </p15:clr>
        </p15:guide>
        <p15:guide id="2" pos="221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33"/>
    <a:srgbClr val="A50021"/>
    <a:srgbClr val="2704FC"/>
    <a:srgbClr val="99CCFF"/>
    <a:srgbClr val="6699FF"/>
    <a:srgbClr val="0BF527"/>
    <a:srgbClr val="666699"/>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720" autoAdjust="0"/>
    <p:restoredTop sz="94533" autoAdjust="0"/>
  </p:normalViewPr>
  <p:slideViewPr>
    <p:cSldViewPr>
      <p:cViewPr>
        <p:scale>
          <a:sx n="66" d="100"/>
          <a:sy n="66" d="100"/>
        </p:scale>
        <p:origin x="-1740" y="-228"/>
      </p:cViewPr>
      <p:guideLst>
        <p:guide orient="horz" pos="2160"/>
        <p:guide pos="2880"/>
      </p:guideLst>
    </p:cSldViewPr>
  </p:slideViewPr>
  <p:notesTextViewPr>
    <p:cViewPr>
      <p:scale>
        <a:sx n="100" d="100"/>
        <a:sy n="100" d="100"/>
      </p:scale>
      <p:origin x="0" y="0"/>
    </p:cViewPr>
  </p:notesTextViewPr>
  <p:notesViewPr>
    <p:cSldViewPr>
      <p:cViewPr varScale="1">
        <p:scale>
          <a:sx n="51" d="100"/>
          <a:sy n="51" d="100"/>
        </p:scale>
        <p:origin x="-2886" y="-114"/>
      </p:cViewPr>
      <p:guideLst>
        <p:guide orient="horz" pos="2932"/>
        <p:guide pos="2212"/>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F971FF9-5D79-41C7-9179-94152F29DBDF}"/>
              </a:ext>
            </a:extLst>
          </p:cNvPr>
          <p:cNvSpPr>
            <a:spLocks noGrp="1"/>
          </p:cNvSpPr>
          <p:nvPr>
            <p:ph type="hdr" sz="quarter"/>
          </p:nvPr>
        </p:nvSpPr>
        <p:spPr>
          <a:xfrm>
            <a:off x="0" y="0"/>
            <a:ext cx="3043238" cy="465138"/>
          </a:xfrm>
          <a:prstGeom prst="rect">
            <a:avLst/>
          </a:prstGeom>
        </p:spPr>
        <p:txBody>
          <a:bodyPr vert="horz" lIns="93324" tIns="46662" rIns="93324" bIns="46662" rtlCol="0"/>
          <a:lstStyle>
            <a:lvl1pPr algn="l" fontAlgn="auto">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63A4F91A-D4C0-42FD-9B45-7BC485A38396}"/>
              </a:ext>
            </a:extLst>
          </p:cNvPr>
          <p:cNvSpPr>
            <a:spLocks noGrp="1"/>
          </p:cNvSpPr>
          <p:nvPr>
            <p:ph type="dt" idx="1"/>
          </p:nvPr>
        </p:nvSpPr>
        <p:spPr>
          <a:xfrm>
            <a:off x="3978275" y="0"/>
            <a:ext cx="3043238" cy="465138"/>
          </a:xfrm>
          <a:prstGeom prst="rect">
            <a:avLst/>
          </a:prstGeom>
        </p:spPr>
        <p:txBody>
          <a:bodyPr vert="horz" lIns="93324" tIns="46662" rIns="93324" bIns="46662" rtlCol="0"/>
          <a:lstStyle>
            <a:lvl1pPr algn="r" fontAlgn="auto">
              <a:spcBef>
                <a:spcPts val="0"/>
              </a:spcBef>
              <a:spcAft>
                <a:spcPts val="0"/>
              </a:spcAft>
              <a:defRPr sz="1200">
                <a:latin typeface="+mn-lt"/>
              </a:defRPr>
            </a:lvl1pPr>
          </a:lstStyle>
          <a:p>
            <a:pPr>
              <a:defRPr/>
            </a:pPr>
            <a:fld id="{32412B38-8A57-47BC-A346-CDD301B3916C}" type="datetimeFigureOut">
              <a:rPr lang="en-US"/>
              <a:pPr>
                <a:defRPr/>
              </a:pPr>
              <a:t>3/16/2026</a:t>
            </a:fld>
            <a:endParaRPr lang="en-US"/>
          </a:p>
        </p:txBody>
      </p:sp>
      <p:sp>
        <p:nvSpPr>
          <p:cNvPr id="4" name="Slide Image Placeholder 3">
            <a:extLst>
              <a:ext uri="{FF2B5EF4-FFF2-40B4-BE49-F238E27FC236}">
                <a16:creationId xmlns:a16="http://schemas.microsoft.com/office/drawing/2014/main" id="{867EC89E-4B22-4614-8222-2B3A90C76C1E}"/>
              </a:ext>
            </a:extLst>
          </p:cNvPr>
          <p:cNvSpPr>
            <a:spLocks noGrp="1" noRot="1" noChangeAspect="1"/>
          </p:cNvSpPr>
          <p:nvPr>
            <p:ph type="sldImg" idx="2"/>
          </p:nvPr>
        </p:nvSpPr>
        <p:spPr>
          <a:xfrm>
            <a:off x="1184275" y="698500"/>
            <a:ext cx="4654550" cy="3490913"/>
          </a:xfrm>
          <a:prstGeom prst="rect">
            <a:avLst/>
          </a:prstGeom>
          <a:noFill/>
          <a:ln w="12700">
            <a:solidFill>
              <a:prstClr val="black"/>
            </a:solidFill>
          </a:ln>
        </p:spPr>
        <p:txBody>
          <a:bodyPr vert="horz" lIns="93324" tIns="46662" rIns="93324" bIns="46662" rtlCol="0" anchor="ctr"/>
          <a:lstStyle/>
          <a:p>
            <a:pPr lvl="0"/>
            <a:endParaRPr lang="en-US" noProof="0"/>
          </a:p>
        </p:txBody>
      </p:sp>
      <p:sp>
        <p:nvSpPr>
          <p:cNvPr id="5" name="Notes Placeholder 4">
            <a:extLst>
              <a:ext uri="{FF2B5EF4-FFF2-40B4-BE49-F238E27FC236}">
                <a16:creationId xmlns:a16="http://schemas.microsoft.com/office/drawing/2014/main" id="{6D23CD6D-DD3E-4907-9546-0580E5B69F9E}"/>
              </a:ext>
            </a:extLst>
          </p:cNvPr>
          <p:cNvSpPr>
            <a:spLocks noGrp="1"/>
          </p:cNvSpPr>
          <p:nvPr>
            <p:ph type="body" sz="quarter" idx="3"/>
          </p:nvPr>
        </p:nvSpPr>
        <p:spPr>
          <a:xfrm>
            <a:off x="701675" y="4421188"/>
            <a:ext cx="5619750" cy="4189412"/>
          </a:xfrm>
          <a:prstGeom prst="rect">
            <a:avLst/>
          </a:prstGeom>
        </p:spPr>
        <p:txBody>
          <a:bodyPr vert="horz" lIns="93324" tIns="46662" rIns="93324" bIns="46662"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25471728-FAA3-47B9-A571-4EBF458538B1}"/>
              </a:ext>
            </a:extLst>
          </p:cNvPr>
          <p:cNvSpPr>
            <a:spLocks noGrp="1"/>
          </p:cNvSpPr>
          <p:nvPr>
            <p:ph type="ftr" sz="quarter" idx="4"/>
          </p:nvPr>
        </p:nvSpPr>
        <p:spPr>
          <a:xfrm>
            <a:off x="0" y="8842375"/>
            <a:ext cx="3043238" cy="465138"/>
          </a:xfrm>
          <a:prstGeom prst="rect">
            <a:avLst/>
          </a:prstGeom>
        </p:spPr>
        <p:txBody>
          <a:bodyPr vert="horz" lIns="93324" tIns="46662" rIns="93324" bIns="46662" rtlCol="0" anchor="b"/>
          <a:lstStyle>
            <a:lvl1pPr algn="l" fontAlgn="auto">
              <a:spcBef>
                <a:spcPts val="0"/>
              </a:spcBef>
              <a:spcAft>
                <a:spcPts val="0"/>
              </a:spcAft>
              <a:defRPr sz="1200">
                <a:latin typeface="+mn-lt"/>
              </a:defRPr>
            </a:lvl1pPr>
          </a:lstStyle>
          <a:p>
            <a:pPr>
              <a:defRPr/>
            </a:pPr>
            <a:endParaRPr lang="en-US"/>
          </a:p>
        </p:txBody>
      </p:sp>
      <p:sp>
        <p:nvSpPr>
          <p:cNvPr id="7" name="Slide Number Placeholder 6">
            <a:extLst>
              <a:ext uri="{FF2B5EF4-FFF2-40B4-BE49-F238E27FC236}">
                <a16:creationId xmlns:a16="http://schemas.microsoft.com/office/drawing/2014/main" id="{9A759125-E5F3-4F77-8C53-F72126F6BA24}"/>
              </a:ext>
            </a:extLst>
          </p:cNvPr>
          <p:cNvSpPr>
            <a:spLocks noGrp="1"/>
          </p:cNvSpPr>
          <p:nvPr>
            <p:ph type="sldNum" sz="quarter" idx="5"/>
          </p:nvPr>
        </p:nvSpPr>
        <p:spPr>
          <a:xfrm>
            <a:off x="3978275" y="8842375"/>
            <a:ext cx="3043238" cy="465138"/>
          </a:xfrm>
          <a:prstGeom prst="rect">
            <a:avLst/>
          </a:prstGeom>
        </p:spPr>
        <p:txBody>
          <a:bodyPr vert="horz" wrap="square" lIns="93324" tIns="46662" rIns="93324" bIns="46662" numCol="1" anchor="b" anchorCtr="0" compatLnSpc="1">
            <a:prstTxWarp prst="textNoShape">
              <a:avLst/>
            </a:prstTxWarp>
          </a:bodyPr>
          <a:lstStyle>
            <a:lvl1pPr algn="r">
              <a:defRPr sz="1200">
                <a:latin typeface="Calibri" panose="020F0502020204030204" pitchFamily="34" charset="0"/>
              </a:defRPr>
            </a:lvl1pPr>
          </a:lstStyle>
          <a:p>
            <a:fld id="{93BBD7EF-CB37-4EBB-8F32-372D6AA3536E}"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a:extLst>
              <a:ext uri="{FF2B5EF4-FFF2-40B4-BE49-F238E27FC236}">
                <a16:creationId xmlns:a16="http://schemas.microsoft.com/office/drawing/2014/main" id="{B8F7B963-F8E2-4C23-AEBB-2B644C21F84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Notes Placeholder 2">
            <a:extLst>
              <a:ext uri="{FF2B5EF4-FFF2-40B4-BE49-F238E27FC236}">
                <a16:creationId xmlns:a16="http://schemas.microsoft.com/office/drawing/2014/main" id="{78D6E9E4-9C35-44C6-A767-10D6641494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a16="http://schemas.microsoft.com/office/drawing/2014/main" id="{B905EB32-50DF-4682-A872-1253AB557B24}"/>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792839B-4E8F-4EF1-BD97-541CB1DB7418}" type="slidenum">
              <a:rPr lang="en-US" altLang="en-US">
                <a:latin typeface="Calibri" panose="020F0502020204030204" pitchFamily="34" charset="0"/>
              </a:rPr>
              <a:pPr eaLnBrk="1" hangingPunct="1"/>
              <a:t>1</a:t>
            </a:fld>
            <a:endParaRPr lang="en-US" altLang="en-US">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a:extLst>
              <a:ext uri="{FF2B5EF4-FFF2-40B4-BE49-F238E27FC236}">
                <a16:creationId xmlns:a16="http://schemas.microsoft.com/office/drawing/2014/main" id="{6D03C04F-7BE1-4CC2-8F2D-9DE2BE4929A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Notes Placeholder 2">
            <a:extLst>
              <a:ext uri="{FF2B5EF4-FFF2-40B4-BE49-F238E27FC236}">
                <a16:creationId xmlns:a16="http://schemas.microsoft.com/office/drawing/2014/main" id="{386B2CFA-FC5F-46A9-81D6-DDE832AC0E9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lvl="1"/>
            <a:endParaRPr lang="en-US" altLang="en-US"/>
          </a:p>
        </p:txBody>
      </p:sp>
      <p:sp>
        <p:nvSpPr>
          <p:cNvPr id="4" name="Slide Number Placeholder 3">
            <a:extLst>
              <a:ext uri="{FF2B5EF4-FFF2-40B4-BE49-F238E27FC236}">
                <a16:creationId xmlns:a16="http://schemas.microsoft.com/office/drawing/2014/main" id="{9C5F87D9-83B1-4EC9-AE27-C3A5B080D50D}"/>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81EA1BA-BA9B-4900-9EE2-EFED2357A843}" type="slidenum">
              <a:rPr lang="en-US" altLang="en-US">
                <a:latin typeface="Calibri" panose="020F0502020204030204" pitchFamily="34" charset="0"/>
              </a:rPr>
              <a:pPr eaLnBrk="1" hangingPunct="1"/>
              <a:t>2</a:t>
            </a:fld>
            <a:endParaRPr lang="en-US" altLang="en-US">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3555D144-ECD8-4687-97EF-108782B1D519}"/>
              </a:ext>
            </a:extLst>
          </p:cNvPr>
          <p:cNvSpPr>
            <a:spLocks noChangeArrowheads="1"/>
          </p:cNvSpPr>
          <p:nvPr/>
        </p:nvSpPr>
        <p:spPr bwMode="auto">
          <a:xfrm>
            <a:off x="609600" y="1219200"/>
            <a:ext cx="7924800" cy="914400"/>
          </a:xfrm>
          <a:custGeom>
            <a:avLst/>
            <a:gdLst>
              <a:gd name="T0" fmla="*/ 0 w 1000"/>
              <a:gd name="T1" fmla="*/ 2147483647 h 1000"/>
              <a:gd name="T2" fmla="*/ 0 w 1000"/>
              <a:gd name="T3" fmla="*/ 0 h 1000"/>
              <a:gd name="T4" fmla="*/ 2147483647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 name="Line 8">
            <a:extLst>
              <a:ext uri="{FF2B5EF4-FFF2-40B4-BE49-F238E27FC236}">
                <a16:creationId xmlns:a16="http://schemas.microsoft.com/office/drawing/2014/main" id="{6C33CCAA-B505-4E37-AD77-5C6642CB9A06}"/>
              </a:ext>
            </a:extLst>
          </p:cNvPr>
          <p:cNvSpPr>
            <a:spLocks noChangeShapeType="1"/>
          </p:cNvSpPr>
          <p:nvPr/>
        </p:nvSpPr>
        <p:spPr bwMode="auto">
          <a:xfrm>
            <a:off x="1981200" y="3962400"/>
            <a:ext cx="6511925"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58" name="Rectangle 2"/>
          <p:cNvSpPr>
            <a:spLocks noGrp="1" noChangeArrowheads="1"/>
          </p:cNvSpPr>
          <p:nvPr>
            <p:ph type="ctrTitle"/>
          </p:nvPr>
        </p:nvSpPr>
        <p:spPr>
          <a:xfrm>
            <a:off x="914400" y="1524000"/>
            <a:ext cx="7623175" cy="1752600"/>
          </a:xfrm>
        </p:spPr>
        <p:txBody>
          <a:bodyPr/>
          <a:lstStyle>
            <a:lvl1pPr>
              <a:defRPr sz="5000">
                <a:solidFill>
                  <a:srgbClr val="2704FC"/>
                </a:solidFill>
              </a:defRPr>
            </a:lvl1pPr>
          </a:lstStyle>
          <a:p>
            <a:r>
              <a:rPr lang="en-US" altLang="en-US" dirty="0"/>
              <a:t>Click to edit Master title style</a:t>
            </a:r>
          </a:p>
        </p:txBody>
      </p:sp>
      <p:sp>
        <p:nvSpPr>
          <p:cNvPr id="96259" name="Rectangle 3"/>
          <p:cNvSpPr>
            <a:spLocks noGrp="1" noChangeArrowheads="1"/>
          </p:cNvSpPr>
          <p:nvPr>
            <p:ph type="subTitle" idx="1"/>
          </p:nvPr>
        </p:nvSpPr>
        <p:spPr>
          <a:xfrm>
            <a:off x="1981200" y="3962400"/>
            <a:ext cx="6553200" cy="1752600"/>
          </a:xfrm>
        </p:spPr>
        <p:txBody>
          <a:bodyPr/>
          <a:lstStyle>
            <a:lvl1pPr marL="0" indent="0">
              <a:buFont typeface="Wingdings" pitchFamily="2" charset="2"/>
              <a:buNone/>
              <a:defRPr sz="2800"/>
            </a:lvl1pPr>
          </a:lstStyle>
          <a:p>
            <a:r>
              <a:rPr lang="en-US" altLang="en-US"/>
              <a:t>Click to edit Master subtitle style</a:t>
            </a:r>
          </a:p>
        </p:txBody>
      </p:sp>
    </p:spTree>
    <p:extLst>
      <p:ext uri="{BB962C8B-B14F-4D97-AF65-F5344CB8AC3E}">
        <p14:creationId xmlns:p14="http://schemas.microsoft.com/office/powerpoint/2010/main" val="14891055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solidFill>
                  <a:srgbClr val="2704FC"/>
                </a:solidFill>
              </a:defRPr>
            </a:lvl1pPr>
          </a:lstStyle>
          <a:p>
            <a:r>
              <a:rPr lang="en-US" dirty="0"/>
              <a:t>Click to edit Master title style</a:t>
            </a:r>
          </a:p>
        </p:txBody>
      </p:sp>
      <p:sp>
        <p:nvSpPr>
          <p:cNvPr id="3" name="Content Placeholder 2"/>
          <p:cNvSpPr>
            <a:spLocks noGrp="1"/>
          </p:cNvSpPr>
          <p:nvPr>
            <p:ph idx="1"/>
          </p:nvPr>
        </p:nvSpPr>
        <p:spPr/>
        <p:txBody>
          <a:bodyPr/>
          <a:lstStyle>
            <a:lvl1pPr>
              <a:buClr>
                <a:schemeClr val="accent6"/>
              </a:buClr>
              <a:buFont typeface="Wingdings" pitchFamily="2" charset="2"/>
              <a:buChar char="q"/>
              <a:defRPr/>
            </a:lvl1pPr>
            <a:lvl3pPr>
              <a:buClr>
                <a:schemeClr val="accent6"/>
              </a:buClr>
              <a:buFont typeface="Wingdings" pitchFamily="2" charset="2"/>
              <a:buChar char="q"/>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9">
            <a:extLst>
              <a:ext uri="{FF2B5EF4-FFF2-40B4-BE49-F238E27FC236}">
                <a16:creationId xmlns:a16="http://schemas.microsoft.com/office/drawing/2014/main" id="{0DD624C2-3111-4F5A-80FA-6E39584B0A92}"/>
              </a:ext>
            </a:extLst>
          </p:cNvPr>
          <p:cNvSpPr>
            <a:spLocks noGrp="1" noChangeArrowheads="1"/>
          </p:cNvSpPr>
          <p:nvPr>
            <p:ph type="dt" sz="half" idx="10"/>
          </p:nvPr>
        </p:nvSpPr>
        <p:spPr bwMode="auto">
          <a:xfrm>
            <a:off x="457200" y="624522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eaLnBrk="0" hangingPunct="0">
              <a:defRPr sz="1200">
                <a:latin typeface="Times New Roman" pitchFamily="18" charset="0"/>
              </a:defRPr>
            </a:lvl1pPr>
          </a:lstStyle>
          <a:p>
            <a:pPr>
              <a:defRPr/>
            </a:pPr>
            <a:r>
              <a:rPr lang="en-US"/>
              <a:t>08/07/2011</a:t>
            </a:r>
            <a:endParaRPr lang="en-US" dirty="0"/>
          </a:p>
        </p:txBody>
      </p:sp>
      <p:sp>
        <p:nvSpPr>
          <p:cNvPr id="5" name="Rectangle 11">
            <a:extLst>
              <a:ext uri="{FF2B5EF4-FFF2-40B4-BE49-F238E27FC236}">
                <a16:creationId xmlns:a16="http://schemas.microsoft.com/office/drawing/2014/main" id="{582120B6-B907-4314-A20F-9DF7FB82DB4D}"/>
              </a:ext>
            </a:extLst>
          </p:cNvPr>
          <p:cNvSpPr>
            <a:spLocks noGrp="1" noChangeArrowheads="1"/>
          </p:cNvSpPr>
          <p:nvPr>
            <p:ph type="sldNum" sz="quarter" idx="11"/>
          </p:nvPr>
        </p:nvSpPr>
        <p:spPr bwMode="auto">
          <a:xfrm>
            <a:off x="6553200" y="624522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eaLnBrk="0" hangingPunct="0">
              <a:defRPr sz="1200">
                <a:latin typeface="Times New Roman" panose="02020603050405020304" pitchFamily="18" charset="0"/>
              </a:defRPr>
            </a:lvl1pPr>
          </a:lstStyle>
          <a:p>
            <a:fld id="{F292801E-1B46-4A13-B8C8-873615369542}" type="slidenum">
              <a:rPr lang="en-US" altLang="en-US"/>
              <a:pPr/>
              <a:t>‹#›</a:t>
            </a:fld>
            <a:endParaRPr lang="en-US" altLang="en-US"/>
          </a:p>
        </p:txBody>
      </p:sp>
    </p:spTree>
    <p:extLst>
      <p:ext uri="{BB962C8B-B14F-4D97-AF65-F5344CB8AC3E}">
        <p14:creationId xmlns:p14="http://schemas.microsoft.com/office/powerpoint/2010/main" val="813348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31153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35DED89-80D6-442D-9A3C-7ED459E01CC2}"/>
              </a:ext>
            </a:extLst>
          </p:cNvPr>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200">
                <a:latin typeface="+mj-lt"/>
              </a:defRPr>
            </a:lvl1pPr>
          </a:lstStyle>
          <a:p>
            <a:pPr>
              <a:defRPr/>
            </a:pPr>
            <a:r>
              <a:rPr lang="en-US"/>
              <a:t>08/07/2011</a:t>
            </a:r>
            <a:endParaRPr lang="en-US" altLang="en-US"/>
          </a:p>
        </p:txBody>
      </p:sp>
      <p:sp>
        <p:nvSpPr>
          <p:cNvPr id="6" name="Footer Placeholder 5">
            <a:extLst>
              <a:ext uri="{FF2B5EF4-FFF2-40B4-BE49-F238E27FC236}">
                <a16:creationId xmlns:a16="http://schemas.microsoft.com/office/drawing/2014/main" id="{0AAD326A-8A80-414E-878B-02F5649F57CB}"/>
              </a:ext>
            </a:extLst>
          </p:cNvPr>
          <p:cNvSpPr>
            <a:spLocks noGrp="1" noChangeArrowheads="1"/>
          </p:cNvSpPr>
          <p:nvPr>
            <p:ph type="ftr" sz="quarter" idx="11"/>
          </p:nvPr>
        </p:nvSpPr>
        <p:spPr bwMode="auto">
          <a:xfrm>
            <a:off x="3124200" y="6248400"/>
            <a:ext cx="2895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a:defRPr sz="1200">
                <a:latin typeface="Garamond" pitchFamily="18" charset="0"/>
              </a:defRPr>
            </a:lvl1pPr>
          </a:lstStyle>
          <a:p>
            <a:pPr>
              <a:defRPr/>
            </a:pPr>
            <a:endParaRPr lang="en-US" altLang="en-US"/>
          </a:p>
        </p:txBody>
      </p:sp>
      <p:sp>
        <p:nvSpPr>
          <p:cNvPr id="7" name="Slide Number Placeholder 6">
            <a:extLst>
              <a:ext uri="{FF2B5EF4-FFF2-40B4-BE49-F238E27FC236}">
                <a16:creationId xmlns:a16="http://schemas.microsoft.com/office/drawing/2014/main" id="{222D962B-70A1-49C7-BBAA-B2DADFD8E9AD}"/>
              </a:ext>
            </a:extLst>
          </p:cNvPr>
          <p:cNvSpPr>
            <a:spLocks noGrp="1" noChangeArrowheads="1"/>
          </p:cNvSpPr>
          <p:nvPr>
            <p:ph type="sldNum" sz="quarter" idx="12"/>
          </p:nvPr>
        </p:nvSpPr>
        <p:spPr bwMode="auto">
          <a:xfrm>
            <a:off x="6553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a:defRPr sz="1200">
                <a:latin typeface="Garamond" panose="02020404030301010803" pitchFamily="18" charset="0"/>
              </a:defRPr>
            </a:lvl1pPr>
          </a:lstStyle>
          <a:p>
            <a:fld id="{3D00F072-9D9B-4FFD-88D3-F7127BF99985}" type="slidenum">
              <a:rPr lang="en-US" altLang="en-US"/>
              <a:pPr/>
              <a:t>‹#›</a:t>
            </a:fld>
            <a:endParaRPr lang="en-US" altLang="en-US"/>
          </a:p>
        </p:txBody>
      </p:sp>
    </p:spTree>
    <p:extLst>
      <p:ext uri="{BB962C8B-B14F-4D97-AF65-F5344CB8AC3E}">
        <p14:creationId xmlns:p14="http://schemas.microsoft.com/office/powerpoint/2010/main" val="2177356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027708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513383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3B0B8AED-31EB-4149-84C9-97F281F938C4}"/>
              </a:ext>
            </a:extLst>
          </p:cNvPr>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200">
                <a:latin typeface="+mj-lt"/>
              </a:defRPr>
            </a:lvl1pPr>
          </a:lstStyle>
          <a:p>
            <a:pPr>
              <a:defRPr/>
            </a:pPr>
            <a:r>
              <a:rPr lang="en-US"/>
              <a:t>08/07/2011</a:t>
            </a:r>
            <a:endParaRPr lang="en-US" altLang="en-US"/>
          </a:p>
        </p:txBody>
      </p:sp>
      <p:sp>
        <p:nvSpPr>
          <p:cNvPr id="3" name="Rectangle 5">
            <a:extLst>
              <a:ext uri="{FF2B5EF4-FFF2-40B4-BE49-F238E27FC236}">
                <a16:creationId xmlns:a16="http://schemas.microsoft.com/office/drawing/2014/main" id="{4B82A503-35F1-4170-B2EE-94786EC395CE}"/>
              </a:ext>
            </a:extLst>
          </p:cNvPr>
          <p:cNvSpPr>
            <a:spLocks noGrp="1" noChangeArrowheads="1"/>
          </p:cNvSpPr>
          <p:nvPr>
            <p:ph type="ftr" sz="quarter" idx="11"/>
          </p:nvPr>
        </p:nvSpPr>
        <p:spPr bwMode="auto">
          <a:xfrm>
            <a:off x="3124200" y="6248400"/>
            <a:ext cx="2895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a:defRPr sz="1200">
                <a:latin typeface="Garamond" pitchFamily="18" charset="0"/>
              </a:defRPr>
            </a:lvl1pPr>
          </a:lstStyle>
          <a:p>
            <a:pPr>
              <a:defRPr/>
            </a:pPr>
            <a:endParaRPr lang="en-US" altLang="en-US"/>
          </a:p>
        </p:txBody>
      </p:sp>
      <p:sp>
        <p:nvSpPr>
          <p:cNvPr id="4" name="Rectangle 6">
            <a:extLst>
              <a:ext uri="{FF2B5EF4-FFF2-40B4-BE49-F238E27FC236}">
                <a16:creationId xmlns:a16="http://schemas.microsoft.com/office/drawing/2014/main" id="{D022E4CA-D00B-4F8B-85E4-E1B534012525}"/>
              </a:ext>
            </a:extLst>
          </p:cNvPr>
          <p:cNvSpPr>
            <a:spLocks noGrp="1" noChangeArrowheads="1"/>
          </p:cNvSpPr>
          <p:nvPr>
            <p:ph type="sldNum" sz="quarter" idx="12"/>
          </p:nvPr>
        </p:nvSpPr>
        <p:spPr bwMode="auto">
          <a:xfrm>
            <a:off x="6553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a:defRPr sz="1200">
                <a:latin typeface="Garamond" panose="02020404030301010803" pitchFamily="18" charset="0"/>
              </a:defRPr>
            </a:lvl1pPr>
          </a:lstStyle>
          <a:p>
            <a:fld id="{74B6758F-F4AD-4035-8F5E-7B827D54FE95}" type="slidenum">
              <a:rPr lang="en-US" altLang="en-US"/>
              <a:pPr/>
              <a:t>‹#›</a:t>
            </a:fld>
            <a:endParaRPr lang="en-US" altLang="en-US"/>
          </a:p>
        </p:txBody>
      </p:sp>
    </p:spTree>
    <p:extLst>
      <p:ext uri="{BB962C8B-B14F-4D97-AF65-F5344CB8AC3E}">
        <p14:creationId xmlns:p14="http://schemas.microsoft.com/office/powerpoint/2010/main" val="1317113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417E87FB-52C8-4BC2-9E1B-5BB2AFBDD71A}"/>
              </a:ext>
            </a:extLst>
          </p:cNvPr>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200">
                <a:latin typeface="+mj-lt"/>
              </a:defRPr>
            </a:lvl1pPr>
          </a:lstStyle>
          <a:p>
            <a:pPr>
              <a:defRPr/>
            </a:pPr>
            <a:r>
              <a:rPr lang="en-US"/>
              <a:t>08/07/2011</a:t>
            </a:r>
            <a:endParaRPr lang="en-US" altLang="en-US"/>
          </a:p>
        </p:txBody>
      </p:sp>
      <p:sp>
        <p:nvSpPr>
          <p:cNvPr id="6" name="Footer Placeholder 5">
            <a:extLst>
              <a:ext uri="{FF2B5EF4-FFF2-40B4-BE49-F238E27FC236}">
                <a16:creationId xmlns:a16="http://schemas.microsoft.com/office/drawing/2014/main" id="{DEDE9635-1469-419D-A0F5-62A4D7101D0F}"/>
              </a:ext>
            </a:extLst>
          </p:cNvPr>
          <p:cNvSpPr>
            <a:spLocks noGrp="1" noChangeArrowheads="1"/>
          </p:cNvSpPr>
          <p:nvPr>
            <p:ph type="ftr" sz="quarter" idx="11"/>
          </p:nvPr>
        </p:nvSpPr>
        <p:spPr bwMode="auto">
          <a:xfrm>
            <a:off x="3124200" y="6248400"/>
            <a:ext cx="2895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a:defRPr sz="1200">
                <a:latin typeface="Garamond" pitchFamily="18" charset="0"/>
              </a:defRPr>
            </a:lvl1pPr>
          </a:lstStyle>
          <a:p>
            <a:pPr>
              <a:defRPr/>
            </a:pPr>
            <a:endParaRPr lang="en-US" altLang="en-US"/>
          </a:p>
        </p:txBody>
      </p:sp>
      <p:sp>
        <p:nvSpPr>
          <p:cNvPr id="7" name="Slide Number Placeholder 6">
            <a:extLst>
              <a:ext uri="{FF2B5EF4-FFF2-40B4-BE49-F238E27FC236}">
                <a16:creationId xmlns:a16="http://schemas.microsoft.com/office/drawing/2014/main" id="{9E4FD442-1670-44C1-8864-52857681D394}"/>
              </a:ext>
            </a:extLst>
          </p:cNvPr>
          <p:cNvSpPr>
            <a:spLocks noGrp="1" noChangeArrowheads="1"/>
          </p:cNvSpPr>
          <p:nvPr>
            <p:ph type="sldNum" sz="quarter" idx="12"/>
          </p:nvPr>
        </p:nvSpPr>
        <p:spPr bwMode="auto">
          <a:xfrm>
            <a:off x="6553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a:defRPr sz="1200">
                <a:latin typeface="Garamond" panose="02020404030301010803" pitchFamily="18" charset="0"/>
              </a:defRPr>
            </a:lvl1pPr>
          </a:lstStyle>
          <a:p>
            <a:fld id="{29FA7E9C-7335-4C5C-B3B9-D219DB66F148}" type="slidenum">
              <a:rPr lang="en-US" altLang="en-US"/>
              <a:pPr/>
              <a:t>‹#›</a:t>
            </a:fld>
            <a:endParaRPr lang="en-US" altLang="en-US"/>
          </a:p>
        </p:txBody>
      </p:sp>
    </p:spTree>
    <p:extLst>
      <p:ext uri="{BB962C8B-B14F-4D97-AF65-F5344CB8AC3E}">
        <p14:creationId xmlns:p14="http://schemas.microsoft.com/office/powerpoint/2010/main" val="10925807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62F6FF6A-4193-4875-BDDF-1C011C5474F5}"/>
              </a:ext>
            </a:extLst>
          </p:cNvPr>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200">
                <a:latin typeface="+mj-lt"/>
              </a:defRPr>
            </a:lvl1pPr>
          </a:lstStyle>
          <a:p>
            <a:pPr>
              <a:defRPr/>
            </a:pPr>
            <a:r>
              <a:rPr lang="en-US"/>
              <a:t>08/07/2011</a:t>
            </a:r>
            <a:endParaRPr lang="en-US" altLang="en-US"/>
          </a:p>
        </p:txBody>
      </p:sp>
      <p:sp>
        <p:nvSpPr>
          <p:cNvPr id="6" name="Footer Placeholder 5">
            <a:extLst>
              <a:ext uri="{FF2B5EF4-FFF2-40B4-BE49-F238E27FC236}">
                <a16:creationId xmlns:a16="http://schemas.microsoft.com/office/drawing/2014/main" id="{67C1FD3A-033E-4B8C-9941-76C541F954A9}"/>
              </a:ext>
            </a:extLst>
          </p:cNvPr>
          <p:cNvSpPr>
            <a:spLocks noGrp="1" noChangeArrowheads="1"/>
          </p:cNvSpPr>
          <p:nvPr>
            <p:ph type="ftr" sz="quarter" idx="11"/>
          </p:nvPr>
        </p:nvSpPr>
        <p:spPr bwMode="auto">
          <a:xfrm>
            <a:off x="3124200" y="6248400"/>
            <a:ext cx="2895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a:defRPr sz="1200">
                <a:latin typeface="Garamond" pitchFamily="18" charset="0"/>
              </a:defRPr>
            </a:lvl1pPr>
          </a:lstStyle>
          <a:p>
            <a:pPr>
              <a:defRPr/>
            </a:pPr>
            <a:endParaRPr lang="en-US" altLang="en-US"/>
          </a:p>
        </p:txBody>
      </p:sp>
      <p:sp>
        <p:nvSpPr>
          <p:cNvPr id="7" name="Slide Number Placeholder 6">
            <a:extLst>
              <a:ext uri="{FF2B5EF4-FFF2-40B4-BE49-F238E27FC236}">
                <a16:creationId xmlns:a16="http://schemas.microsoft.com/office/drawing/2014/main" id="{355613BD-26F8-43CA-80D9-1C8797188553}"/>
              </a:ext>
            </a:extLst>
          </p:cNvPr>
          <p:cNvSpPr>
            <a:spLocks noGrp="1" noChangeArrowheads="1"/>
          </p:cNvSpPr>
          <p:nvPr>
            <p:ph type="sldNum" sz="quarter" idx="12"/>
          </p:nvPr>
        </p:nvSpPr>
        <p:spPr bwMode="auto">
          <a:xfrm>
            <a:off x="6553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a:defRPr sz="1200">
                <a:latin typeface="Garamond" panose="02020404030301010803" pitchFamily="18" charset="0"/>
              </a:defRPr>
            </a:lvl1pPr>
          </a:lstStyle>
          <a:p>
            <a:fld id="{12564F25-44C6-4904-8B00-94BEA666A0F9}" type="slidenum">
              <a:rPr lang="en-US" altLang="en-US"/>
              <a:pPr/>
              <a:t>‹#›</a:t>
            </a:fld>
            <a:endParaRPr lang="en-US" altLang="en-US"/>
          </a:p>
        </p:txBody>
      </p:sp>
    </p:spTree>
    <p:extLst>
      <p:ext uri="{BB962C8B-B14F-4D97-AF65-F5344CB8AC3E}">
        <p14:creationId xmlns:p14="http://schemas.microsoft.com/office/powerpoint/2010/main" val="24983425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36B74D6-767A-4AA2-8147-148A5EDA6E6F}"/>
              </a:ext>
            </a:extLst>
          </p:cNvPr>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200">
                <a:latin typeface="+mj-lt"/>
              </a:defRPr>
            </a:lvl1pPr>
          </a:lstStyle>
          <a:p>
            <a:pPr>
              <a:defRPr/>
            </a:pPr>
            <a:r>
              <a:rPr lang="en-US"/>
              <a:t>08/07/2011</a:t>
            </a:r>
            <a:endParaRPr lang="en-US" altLang="en-US"/>
          </a:p>
        </p:txBody>
      </p:sp>
      <p:sp>
        <p:nvSpPr>
          <p:cNvPr id="5" name="Rectangle 5">
            <a:extLst>
              <a:ext uri="{FF2B5EF4-FFF2-40B4-BE49-F238E27FC236}">
                <a16:creationId xmlns:a16="http://schemas.microsoft.com/office/drawing/2014/main" id="{2ABAAA1A-B421-4EF1-8409-88D08889876E}"/>
              </a:ext>
            </a:extLst>
          </p:cNvPr>
          <p:cNvSpPr>
            <a:spLocks noGrp="1" noChangeArrowheads="1"/>
          </p:cNvSpPr>
          <p:nvPr>
            <p:ph type="ftr" sz="quarter" idx="11"/>
          </p:nvPr>
        </p:nvSpPr>
        <p:spPr bwMode="auto">
          <a:xfrm>
            <a:off x="3124200" y="6248400"/>
            <a:ext cx="2895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a:defRPr sz="1200">
                <a:latin typeface="Garamond" pitchFamily="18" charset="0"/>
              </a:defRPr>
            </a:lvl1pPr>
          </a:lstStyle>
          <a:p>
            <a:pPr>
              <a:defRPr/>
            </a:pPr>
            <a:endParaRPr lang="en-US" altLang="en-US"/>
          </a:p>
        </p:txBody>
      </p:sp>
      <p:sp>
        <p:nvSpPr>
          <p:cNvPr id="6" name="Rectangle 6">
            <a:extLst>
              <a:ext uri="{FF2B5EF4-FFF2-40B4-BE49-F238E27FC236}">
                <a16:creationId xmlns:a16="http://schemas.microsoft.com/office/drawing/2014/main" id="{8346E5FF-314D-41E2-A01A-B274316A3355}"/>
              </a:ext>
            </a:extLst>
          </p:cNvPr>
          <p:cNvSpPr>
            <a:spLocks noGrp="1" noChangeArrowheads="1"/>
          </p:cNvSpPr>
          <p:nvPr>
            <p:ph type="sldNum" sz="quarter" idx="12"/>
          </p:nvPr>
        </p:nvSpPr>
        <p:spPr bwMode="auto">
          <a:xfrm>
            <a:off x="6553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a:defRPr sz="1200">
                <a:latin typeface="Garamond" panose="02020404030301010803" pitchFamily="18" charset="0"/>
              </a:defRPr>
            </a:lvl1pPr>
          </a:lstStyle>
          <a:p>
            <a:fld id="{DC8C94CF-1389-48E1-86E9-F92D8AEAF094}" type="slidenum">
              <a:rPr lang="en-US" altLang="en-US"/>
              <a:pPr/>
              <a:t>‹#›</a:t>
            </a:fld>
            <a:endParaRPr lang="en-US" altLang="en-US"/>
          </a:p>
        </p:txBody>
      </p:sp>
    </p:spTree>
    <p:extLst>
      <p:ext uri="{BB962C8B-B14F-4D97-AF65-F5344CB8AC3E}">
        <p14:creationId xmlns:p14="http://schemas.microsoft.com/office/powerpoint/2010/main" val="2115034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0C7C8857-EE1A-40FA-A5A2-CCCF893C3160}"/>
              </a:ext>
            </a:extLst>
          </p:cNvPr>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200">
                <a:latin typeface="+mj-lt"/>
              </a:defRPr>
            </a:lvl1pPr>
          </a:lstStyle>
          <a:p>
            <a:pPr>
              <a:defRPr/>
            </a:pPr>
            <a:r>
              <a:rPr lang="en-US"/>
              <a:t>08/07/2011</a:t>
            </a:r>
            <a:endParaRPr lang="en-US" altLang="en-US"/>
          </a:p>
        </p:txBody>
      </p:sp>
      <p:sp>
        <p:nvSpPr>
          <p:cNvPr id="5" name="Rectangle 5">
            <a:extLst>
              <a:ext uri="{FF2B5EF4-FFF2-40B4-BE49-F238E27FC236}">
                <a16:creationId xmlns:a16="http://schemas.microsoft.com/office/drawing/2014/main" id="{28BC9E04-0C83-44A6-8051-DD155F7FB222}"/>
              </a:ext>
            </a:extLst>
          </p:cNvPr>
          <p:cNvSpPr>
            <a:spLocks noGrp="1" noChangeArrowheads="1"/>
          </p:cNvSpPr>
          <p:nvPr>
            <p:ph type="ftr" sz="quarter" idx="11"/>
          </p:nvPr>
        </p:nvSpPr>
        <p:spPr bwMode="auto">
          <a:xfrm>
            <a:off x="3124200" y="6248400"/>
            <a:ext cx="2895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a:defRPr sz="1200">
                <a:latin typeface="Garamond" pitchFamily="18" charset="0"/>
              </a:defRPr>
            </a:lvl1pPr>
          </a:lstStyle>
          <a:p>
            <a:pPr>
              <a:defRPr/>
            </a:pPr>
            <a:endParaRPr lang="en-US" altLang="en-US"/>
          </a:p>
        </p:txBody>
      </p:sp>
      <p:sp>
        <p:nvSpPr>
          <p:cNvPr id="6" name="Rectangle 6">
            <a:extLst>
              <a:ext uri="{FF2B5EF4-FFF2-40B4-BE49-F238E27FC236}">
                <a16:creationId xmlns:a16="http://schemas.microsoft.com/office/drawing/2014/main" id="{DD8715A4-BFD7-4FAB-A66F-C249C4B259AF}"/>
              </a:ext>
            </a:extLst>
          </p:cNvPr>
          <p:cNvSpPr>
            <a:spLocks noGrp="1" noChangeArrowheads="1"/>
          </p:cNvSpPr>
          <p:nvPr>
            <p:ph type="sldNum" sz="quarter" idx="12"/>
          </p:nvPr>
        </p:nvSpPr>
        <p:spPr bwMode="auto">
          <a:xfrm>
            <a:off x="6553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a:defRPr sz="1200">
                <a:latin typeface="Garamond" panose="02020404030301010803" pitchFamily="18" charset="0"/>
              </a:defRPr>
            </a:lvl1pPr>
          </a:lstStyle>
          <a:p>
            <a:fld id="{DAF1CADE-F343-4108-947D-9E660BE139BB}" type="slidenum">
              <a:rPr lang="en-US" altLang="en-US"/>
              <a:pPr/>
              <a:t>‹#›</a:t>
            </a:fld>
            <a:endParaRPr lang="en-US" altLang="en-US"/>
          </a:p>
        </p:txBody>
      </p:sp>
    </p:spTree>
    <p:extLst>
      <p:ext uri="{BB962C8B-B14F-4D97-AF65-F5344CB8AC3E}">
        <p14:creationId xmlns:p14="http://schemas.microsoft.com/office/powerpoint/2010/main" val="2557226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able Placeholder 2"/>
          <p:cNvSpPr>
            <a:spLocks noGrp="1"/>
          </p:cNvSpPr>
          <p:nvPr>
            <p:ph type="tbl" idx="1"/>
          </p:nvPr>
        </p:nvSpPr>
        <p:spPr>
          <a:xfrm>
            <a:off x="457200" y="1600200"/>
            <a:ext cx="8229600" cy="4530725"/>
          </a:xfrm>
        </p:spPr>
        <p:txBody>
          <a:bodyPr/>
          <a:lstStyle/>
          <a:p>
            <a:pPr lvl="0"/>
            <a:endParaRPr lang="en-US" noProof="0"/>
          </a:p>
        </p:txBody>
      </p:sp>
      <p:sp>
        <p:nvSpPr>
          <p:cNvPr id="4" name="Rectangle 4">
            <a:extLst>
              <a:ext uri="{FF2B5EF4-FFF2-40B4-BE49-F238E27FC236}">
                <a16:creationId xmlns:a16="http://schemas.microsoft.com/office/drawing/2014/main" id="{13976BC5-B866-46A8-9207-61B829DED979}"/>
              </a:ext>
            </a:extLst>
          </p:cNvPr>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200">
                <a:latin typeface="+mj-lt"/>
              </a:defRPr>
            </a:lvl1pPr>
          </a:lstStyle>
          <a:p>
            <a:pPr>
              <a:defRPr/>
            </a:pPr>
            <a:r>
              <a:rPr lang="en-US"/>
              <a:t>08/07/2011</a:t>
            </a:r>
            <a:endParaRPr lang="en-US" altLang="en-US"/>
          </a:p>
        </p:txBody>
      </p:sp>
      <p:sp>
        <p:nvSpPr>
          <p:cNvPr id="5" name="Rectangle 5">
            <a:extLst>
              <a:ext uri="{FF2B5EF4-FFF2-40B4-BE49-F238E27FC236}">
                <a16:creationId xmlns:a16="http://schemas.microsoft.com/office/drawing/2014/main" id="{07FA5637-3D97-4474-8734-81299F876A9D}"/>
              </a:ext>
            </a:extLst>
          </p:cNvPr>
          <p:cNvSpPr>
            <a:spLocks noGrp="1" noChangeArrowheads="1"/>
          </p:cNvSpPr>
          <p:nvPr>
            <p:ph type="ftr" sz="quarter" idx="11"/>
          </p:nvPr>
        </p:nvSpPr>
        <p:spPr bwMode="auto">
          <a:xfrm>
            <a:off x="3124200" y="6248400"/>
            <a:ext cx="2895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a:defRPr sz="1200">
                <a:latin typeface="Garamond" pitchFamily="18" charset="0"/>
              </a:defRPr>
            </a:lvl1pPr>
          </a:lstStyle>
          <a:p>
            <a:pPr>
              <a:defRPr/>
            </a:pPr>
            <a:endParaRPr lang="en-US" altLang="en-US"/>
          </a:p>
        </p:txBody>
      </p:sp>
      <p:sp>
        <p:nvSpPr>
          <p:cNvPr id="6" name="Rectangle 6">
            <a:extLst>
              <a:ext uri="{FF2B5EF4-FFF2-40B4-BE49-F238E27FC236}">
                <a16:creationId xmlns:a16="http://schemas.microsoft.com/office/drawing/2014/main" id="{492B3F6B-ACE3-44D8-B85D-F0419233BD5F}"/>
              </a:ext>
            </a:extLst>
          </p:cNvPr>
          <p:cNvSpPr>
            <a:spLocks noGrp="1" noChangeArrowheads="1"/>
          </p:cNvSpPr>
          <p:nvPr>
            <p:ph type="sldNum" sz="quarter" idx="12"/>
          </p:nvPr>
        </p:nvSpPr>
        <p:spPr bwMode="auto">
          <a:xfrm>
            <a:off x="6553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a:defRPr sz="1200">
                <a:latin typeface="Garamond" panose="02020404030301010803" pitchFamily="18" charset="0"/>
              </a:defRPr>
            </a:lvl1pPr>
          </a:lstStyle>
          <a:p>
            <a:fld id="{09A9E9A4-8774-4AE7-A43D-FC53C0FF9BF2}" type="slidenum">
              <a:rPr lang="en-US" altLang="en-US"/>
              <a:pPr/>
              <a:t>‹#›</a:t>
            </a:fld>
            <a:endParaRPr lang="en-US" altLang="en-US"/>
          </a:p>
        </p:txBody>
      </p:sp>
    </p:spTree>
    <p:extLst>
      <p:ext uri="{BB962C8B-B14F-4D97-AF65-F5344CB8AC3E}">
        <p14:creationId xmlns:p14="http://schemas.microsoft.com/office/powerpoint/2010/main" val="11240750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DFF2F53-CCFF-4A56-8D58-CDF2DAA3469D}"/>
              </a:ext>
            </a:extLst>
          </p:cNvPr>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200">
                <a:latin typeface="+mj-lt"/>
              </a:defRPr>
            </a:lvl1pPr>
          </a:lstStyle>
          <a:p>
            <a:pPr>
              <a:defRPr/>
            </a:pPr>
            <a:r>
              <a:rPr lang="en-US"/>
              <a:t>08/07/2011</a:t>
            </a:r>
            <a:endParaRPr lang="en-US" altLang="en-US"/>
          </a:p>
        </p:txBody>
      </p:sp>
      <p:sp>
        <p:nvSpPr>
          <p:cNvPr id="6" name="Footer Placeholder 5">
            <a:extLst>
              <a:ext uri="{FF2B5EF4-FFF2-40B4-BE49-F238E27FC236}">
                <a16:creationId xmlns:a16="http://schemas.microsoft.com/office/drawing/2014/main" id="{A309055E-AAD0-4F34-B608-F909C1531FE6}"/>
              </a:ext>
            </a:extLst>
          </p:cNvPr>
          <p:cNvSpPr>
            <a:spLocks noGrp="1" noChangeArrowheads="1"/>
          </p:cNvSpPr>
          <p:nvPr>
            <p:ph type="ftr" sz="quarter" idx="11"/>
          </p:nvPr>
        </p:nvSpPr>
        <p:spPr bwMode="auto">
          <a:xfrm>
            <a:off x="3124200" y="6248400"/>
            <a:ext cx="2895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a:defRPr sz="1200">
                <a:latin typeface="Garamond" pitchFamily="18" charset="0"/>
              </a:defRPr>
            </a:lvl1pPr>
          </a:lstStyle>
          <a:p>
            <a:pPr>
              <a:defRPr/>
            </a:pPr>
            <a:endParaRPr lang="en-US" altLang="en-US"/>
          </a:p>
        </p:txBody>
      </p:sp>
      <p:sp>
        <p:nvSpPr>
          <p:cNvPr id="7" name="Slide Number Placeholder 6">
            <a:extLst>
              <a:ext uri="{FF2B5EF4-FFF2-40B4-BE49-F238E27FC236}">
                <a16:creationId xmlns:a16="http://schemas.microsoft.com/office/drawing/2014/main" id="{E5C78A58-0419-4CE5-819D-C69B8A1B9BB9}"/>
              </a:ext>
            </a:extLst>
          </p:cNvPr>
          <p:cNvSpPr>
            <a:spLocks noGrp="1" noChangeArrowheads="1"/>
          </p:cNvSpPr>
          <p:nvPr>
            <p:ph type="sldNum" sz="quarter" idx="12"/>
          </p:nvPr>
        </p:nvSpPr>
        <p:spPr bwMode="auto">
          <a:xfrm>
            <a:off x="6553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a:defRPr sz="1200">
                <a:latin typeface="Garamond" panose="02020404030301010803" pitchFamily="18" charset="0"/>
              </a:defRPr>
            </a:lvl1pPr>
          </a:lstStyle>
          <a:p>
            <a:fld id="{7EA04AE6-DD9F-430A-BBDB-6336C7051D1A}" type="slidenum">
              <a:rPr lang="en-US" altLang="en-US"/>
              <a:pPr/>
              <a:t>‹#›</a:t>
            </a:fld>
            <a:endParaRPr lang="en-US" altLang="en-US"/>
          </a:p>
        </p:txBody>
      </p:sp>
    </p:spTree>
    <p:extLst>
      <p:ext uri="{BB962C8B-B14F-4D97-AF65-F5344CB8AC3E}">
        <p14:creationId xmlns:p14="http://schemas.microsoft.com/office/powerpoint/2010/main" val="1872990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9874C9C4-8ECB-49E9-B496-9B946B87D5FF}"/>
              </a:ext>
            </a:extLst>
          </p:cNvPr>
          <p:cNvSpPr>
            <a:spLocks noGrp="1" noChangeArrowheads="1"/>
          </p:cNvSpPr>
          <p:nvPr>
            <p:ph type="title"/>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B7B01A4C-1D53-4356-BC37-50F8140E7C51}"/>
              </a:ext>
            </a:extLst>
          </p:cNvPr>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Freeform 7">
            <a:extLst>
              <a:ext uri="{FF2B5EF4-FFF2-40B4-BE49-F238E27FC236}">
                <a16:creationId xmlns:a16="http://schemas.microsoft.com/office/drawing/2014/main" id="{A3360F72-6EA8-4E9D-94D0-3381FF36B653}"/>
              </a:ext>
            </a:extLst>
          </p:cNvPr>
          <p:cNvSpPr>
            <a:spLocks noChangeArrowheads="1"/>
          </p:cNvSpPr>
          <p:nvPr/>
        </p:nvSpPr>
        <p:spPr bwMode="auto">
          <a:xfrm>
            <a:off x="381000" y="228600"/>
            <a:ext cx="8229600" cy="609600"/>
          </a:xfrm>
          <a:custGeom>
            <a:avLst/>
            <a:gdLst>
              <a:gd name="T0" fmla="*/ 0 w 1000"/>
              <a:gd name="T1" fmla="*/ 2147483647 h 1000"/>
              <a:gd name="T2" fmla="*/ 0 w 1000"/>
              <a:gd name="T3" fmla="*/ 0 h 1000"/>
              <a:gd name="T4" fmla="*/ 2147483647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9" name="Line 8">
            <a:extLst>
              <a:ext uri="{FF2B5EF4-FFF2-40B4-BE49-F238E27FC236}">
                <a16:creationId xmlns:a16="http://schemas.microsoft.com/office/drawing/2014/main" id="{99EECA7B-6123-471E-8DE7-788D0F152903}"/>
              </a:ext>
            </a:extLst>
          </p:cNvPr>
          <p:cNvSpPr>
            <a:spLocks noChangeShapeType="1"/>
          </p:cNvSpPr>
          <p:nvPr/>
        </p:nvSpPr>
        <p:spPr bwMode="auto">
          <a:xfrm>
            <a:off x="457200" y="6172200"/>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6441" r:id="rId1"/>
    <p:sldLayoutId id="2147486442" r:id="rId2"/>
    <p:sldLayoutId id="2147486438" r:id="rId3"/>
    <p:sldLayoutId id="2147486443" r:id="rId4"/>
    <p:sldLayoutId id="2147486439" r:id="rId5"/>
    <p:sldLayoutId id="2147486440" r:id="rId6"/>
    <p:sldLayoutId id="2147486444" r:id="rId7"/>
    <p:sldLayoutId id="2147486445" r:id="rId8"/>
    <p:sldLayoutId id="2147486446" r:id="rId9"/>
    <p:sldLayoutId id="2147486447" r:id="rId10"/>
    <p:sldLayoutId id="2147486448" r:id="rId11"/>
    <p:sldLayoutId id="2147486449" r:id="rId12"/>
    <p:sldLayoutId id="2147486450" r:id="rId13"/>
  </p:sldLayoutIdLst>
  <p:hf hdr="0" ftr="0" dt="0"/>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4">
            <a:extLst>
              <a:ext uri="{FF2B5EF4-FFF2-40B4-BE49-F238E27FC236}">
                <a16:creationId xmlns:a16="http://schemas.microsoft.com/office/drawing/2014/main" id="{660BC273-8EC4-4F60-ADE7-1DE4CE94F2E2}"/>
              </a:ext>
            </a:extLst>
          </p:cNvPr>
          <p:cNvSpPr>
            <a:spLocks noGrp="1"/>
          </p:cNvSpPr>
          <p:nvPr>
            <p:ph type="ctrTitle"/>
          </p:nvPr>
        </p:nvSpPr>
        <p:spPr>
          <a:xfrm>
            <a:off x="609600" y="1447800"/>
            <a:ext cx="8001000" cy="3124200"/>
          </a:xfrm>
        </p:spPr>
        <p:txBody>
          <a:bodyPr/>
          <a:lstStyle/>
          <a:p>
            <a:pPr algn="ctr"/>
            <a:r>
              <a:rPr lang="en-US" altLang="en-US" sz="4400" b="1"/>
              <a:t>20XD24 - OBJECT ORIENTED PROGRAMMING</a:t>
            </a:r>
            <a:br>
              <a:rPr lang="en-US" altLang="en-US" sz="4400" b="1"/>
            </a:br>
            <a:br>
              <a:rPr lang="en-US" altLang="en-US" sz="4400" b="1"/>
            </a:br>
            <a:br>
              <a:rPr lang="en-US" altLang="en-US" sz="4400" b="1"/>
            </a:br>
            <a:r>
              <a:rPr lang="en-US" altLang="en-US" sz="4400"/>
              <a:t>Chapter – II</a:t>
            </a:r>
            <a:br>
              <a:rPr lang="en-US" altLang="en-US" sz="4400"/>
            </a:br>
            <a:r>
              <a:rPr lang="en-US" altLang="en-US" sz="4400"/>
              <a:t>Classes and Objects</a:t>
            </a:r>
            <a:br>
              <a:rPr lang="en-US" altLang="en-US" sz="4400"/>
            </a:br>
            <a:br>
              <a:rPr lang="en-US" altLang="en-US" sz="4400" b="1"/>
            </a:br>
            <a:br>
              <a:rPr lang="en-US" altLang="en-US" sz="4400" b="1"/>
            </a:br>
            <a:br>
              <a:rPr lang="en-US" altLang="en-US" sz="4400" b="1"/>
            </a:br>
            <a:br>
              <a:rPr lang="en-IN" altLang="en-US" sz="4400"/>
            </a:br>
            <a:br>
              <a:rPr lang="en-US" altLang="en-US" sz="4400" b="1"/>
            </a:br>
            <a:br>
              <a:rPr lang="en-US" altLang="en-US" sz="4400" b="1"/>
            </a:br>
            <a:endParaRPr lang="en-US" altLang="en-US" sz="5400"/>
          </a:p>
        </p:txBody>
      </p:sp>
      <p:sp>
        <p:nvSpPr>
          <p:cNvPr id="12291" name="AutoShape 5">
            <a:extLst>
              <a:ext uri="{FF2B5EF4-FFF2-40B4-BE49-F238E27FC236}">
                <a16:creationId xmlns:a16="http://schemas.microsoft.com/office/drawing/2014/main" id="{8106A229-9050-40ED-A5FA-9A97EA23B4F9}"/>
              </a:ext>
            </a:extLst>
          </p:cNvPr>
          <p:cNvSpPr>
            <a:spLocks noChangeAspect="1" noChangeArrowheads="1"/>
          </p:cNvSpPr>
          <p:nvPr/>
        </p:nvSpPr>
        <p:spPr bwMode="auto">
          <a:xfrm>
            <a:off x="6324600" y="2743200"/>
            <a:ext cx="1066800"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2292" name="TextBox 5">
            <a:extLst>
              <a:ext uri="{FF2B5EF4-FFF2-40B4-BE49-F238E27FC236}">
                <a16:creationId xmlns:a16="http://schemas.microsoft.com/office/drawing/2014/main" id="{4A3E2F1B-C9F8-446F-B0BE-19618C8C96EF}"/>
              </a:ext>
            </a:extLst>
          </p:cNvPr>
          <p:cNvSpPr txBox="1">
            <a:spLocks noChangeArrowheads="1"/>
          </p:cNvSpPr>
          <p:nvPr/>
        </p:nvSpPr>
        <p:spPr bwMode="auto">
          <a:xfrm>
            <a:off x="1981200" y="7620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Tree>
  </p:cSld>
  <p:clrMapOvr>
    <a:masterClrMapping/>
  </p:clrMapOvr>
  <p:transition spd="slow" advClick="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F97DC841-7744-4BC2-AF9D-9D32030524E9}"/>
              </a:ext>
            </a:extLst>
          </p:cNvPr>
          <p:cNvSpPr>
            <a:spLocks noGrp="1"/>
          </p:cNvSpPr>
          <p:nvPr>
            <p:ph type="title"/>
          </p:nvPr>
        </p:nvSpPr>
        <p:spPr/>
        <p:txBody>
          <a:bodyPr/>
          <a:lstStyle/>
          <a:p>
            <a:r>
              <a:rPr lang="en-US" altLang="en-US"/>
              <a:t>Outline</a:t>
            </a:r>
          </a:p>
        </p:txBody>
      </p:sp>
      <p:sp>
        <p:nvSpPr>
          <p:cNvPr id="3" name="Content Placeholder 2">
            <a:extLst>
              <a:ext uri="{FF2B5EF4-FFF2-40B4-BE49-F238E27FC236}">
                <a16:creationId xmlns:a16="http://schemas.microsoft.com/office/drawing/2014/main" id="{9F25BE12-0186-4CD1-9016-7D96EB9A87F1}"/>
              </a:ext>
            </a:extLst>
          </p:cNvPr>
          <p:cNvSpPr>
            <a:spLocks noGrp="1"/>
          </p:cNvSpPr>
          <p:nvPr>
            <p:ph idx="1"/>
          </p:nvPr>
        </p:nvSpPr>
        <p:spPr>
          <a:xfrm>
            <a:off x="457200" y="1371600"/>
            <a:ext cx="8229600" cy="4530725"/>
          </a:xfrm>
        </p:spPr>
        <p:txBody>
          <a:bodyPr/>
          <a:lstStyle/>
          <a:p>
            <a:pPr>
              <a:defRPr/>
            </a:pPr>
            <a:r>
              <a:rPr lang="en-US" sz="2000" dirty="0"/>
              <a:t>Classes  and  Objects </a:t>
            </a:r>
          </a:p>
          <a:p>
            <a:pPr lvl="1">
              <a:defRPr/>
            </a:pPr>
            <a:r>
              <a:rPr lang="en-US" sz="1800" dirty="0"/>
              <a:t>Member  functions </a:t>
            </a:r>
          </a:p>
          <a:p>
            <a:pPr lvl="1">
              <a:defRPr/>
            </a:pPr>
            <a:r>
              <a:rPr lang="en-US" sz="1800" dirty="0"/>
              <a:t>Nesting  of  Member  functions  </a:t>
            </a:r>
          </a:p>
          <a:p>
            <a:pPr lvl="1">
              <a:defRPr/>
            </a:pPr>
            <a:r>
              <a:rPr lang="en-US" sz="1800" dirty="0"/>
              <a:t>Private member functions</a:t>
            </a:r>
          </a:p>
          <a:p>
            <a:pPr lvl="1">
              <a:defRPr/>
            </a:pPr>
            <a:r>
              <a:rPr lang="en-US" sz="1800" dirty="0"/>
              <a:t>Memory  allocation  for  Objects </a:t>
            </a:r>
          </a:p>
          <a:p>
            <a:pPr lvl="1">
              <a:defRPr/>
            </a:pPr>
            <a:r>
              <a:rPr lang="en-US" sz="1800" dirty="0"/>
              <a:t>Static data members - Static Member Functions</a:t>
            </a:r>
          </a:p>
          <a:p>
            <a:pPr lvl="1">
              <a:defRPr/>
            </a:pPr>
            <a:r>
              <a:rPr lang="en-US" sz="1800" dirty="0"/>
              <a:t>Array of Objects </a:t>
            </a:r>
          </a:p>
          <a:p>
            <a:pPr lvl="1">
              <a:defRPr/>
            </a:pPr>
            <a:r>
              <a:rPr lang="en-US" sz="1800" dirty="0"/>
              <a:t>Objects as Function Arguments </a:t>
            </a:r>
          </a:p>
          <a:p>
            <a:pPr lvl="1">
              <a:defRPr/>
            </a:pPr>
            <a:r>
              <a:rPr lang="en-US" sz="1800" dirty="0"/>
              <a:t>Friend Functions </a:t>
            </a:r>
          </a:p>
          <a:p>
            <a:pPr lvl="1">
              <a:defRPr/>
            </a:pPr>
            <a:r>
              <a:rPr lang="en-US" sz="1800" dirty="0"/>
              <a:t>Returning Objects </a:t>
            </a:r>
          </a:p>
          <a:p>
            <a:pPr lvl="1">
              <a:defRPr/>
            </a:pPr>
            <a:r>
              <a:rPr lang="en-US" sz="1800" dirty="0" err="1"/>
              <a:t>Const</a:t>
            </a:r>
            <a:r>
              <a:rPr lang="en-US" sz="1800" dirty="0"/>
              <a:t> Member functions </a:t>
            </a:r>
          </a:p>
          <a:p>
            <a:pPr lvl="1">
              <a:defRPr/>
            </a:pPr>
            <a:r>
              <a:rPr lang="en-US" sz="1800" dirty="0"/>
              <a:t>Pointers to Members  </a:t>
            </a:r>
          </a:p>
        </p:txBody>
      </p:sp>
      <p:sp>
        <p:nvSpPr>
          <p:cNvPr id="13316" name="Slide Number Placeholder 3">
            <a:extLst>
              <a:ext uri="{FF2B5EF4-FFF2-40B4-BE49-F238E27FC236}">
                <a16:creationId xmlns:a16="http://schemas.microsoft.com/office/drawing/2014/main" id="{D7E90135-08BD-4218-80F0-0D60501167B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F3A067F-F018-4EE6-94F4-CF7172CF1FB7}" type="slidenum">
              <a:rPr lang="en-US" altLang="en-US">
                <a:latin typeface="Times New Roman" panose="02020603050405020304" pitchFamily="18" charset="0"/>
              </a:rPr>
              <a:pPr/>
              <a:t>2</a:t>
            </a:fld>
            <a:endParaRPr lang="en-US" altLang="en-US">
              <a:latin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6F887B3A-D1F5-4B36-A692-4C70711E5DC6}"/>
              </a:ext>
            </a:extLst>
          </p:cNvPr>
          <p:cNvSpPr>
            <a:spLocks noGrp="1"/>
          </p:cNvSpPr>
          <p:nvPr>
            <p:ph type="title"/>
          </p:nvPr>
        </p:nvSpPr>
        <p:spPr/>
        <p:txBody>
          <a:bodyPr/>
          <a:lstStyle/>
          <a:p>
            <a:r>
              <a:rPr lang="en-US" altLang="en-US" sz="4400"/>
              <a:t>Classes and Objects</a:t>
            </a:r>
          </a:p>
        </p:txBody>
      </p:sp>
      <p:sp>
        <p:nvSpPr>
          <p:cNvPr id="3" name="Content Placeholder 2">
            <a:extLst>
              <a:ext uri="{FF2B5EF4-FFF2-40B4-BE49-F238E27FC236}">
                <a16:creationId xmlns:a16="http://schemas.microsoft.com/office/drawing/2014/main" id="{D41371C6-BECA-49A8-97C3-7007614FC9BF}"/>
              </a:ext>
            </a:extLst>
          </p:cNvPr>
          <p:cNvSpPr>
            <a:spLocks noGrp="1"/>
          </p:cNvSpPr>
          <p:nvPr>
            <p:ph idx="1"/>
          </p:nvPr>
        </p:nvSpPr>
        <p:spPr>
          <a:xfrm>
            <a:off x="457200" y="1612900"/>
            <a:ext cx="8229600" cy="4530725"/>
          </a:xfrm>
        </p:spPr>
        <p:txBody>
          <a:bodyPr/>
          <a:lstStyle/>
          <a:p>
            <a:pPr>
              <a:defRPr/>
            </a:pPr>
            <a:r>
              <a:rPr lang="en-IN" sz="2000" b="1" dirty="0">
                <a:solidFill>
                  <a:srgbClr val="C00000"/>
                </a:solidFill>
              </a:rPr>
              <a:t>Class</a:t>
            </a:r>
            <a:r>
              <a:rPr lang="en-IN" sz="2000" b="1" dirty="0"/>
              <a:t> </a:t>
            </a:r>
            <a:r>
              <a:rPr lang="en-IN" sz="2000" dirty="0"/>
              <a:t>is a new data type which is used to define objects. A class serves as a plan, or a template</a:t>
            </a:r>
          </a:p>
          <a:p>
            <a:pPr>
              <a:defRPr/>
            </a:pPr>
            <a:r>
              <a:rPr lang="en-IN" sz="2000" dirty="0"/>
              <a:t>It specifies what data and what functions will be included in objects of that class. Writing a class doesn’t create any objects</a:t>
            </a:r>
          </a:p>
          <a:p>
            <a:pPr>
              <a:defRPr/>
            </a:pPr>
            <a:r>
              <a:rPr lang="en-IN" sz="2000" dirty="0"/>
              <a:t>A class is a description of similar objects</a:t>
            </a:r>
          </a:p>
          <a:p>
            <a:pPr>
              <a:defRPr/>
            </a:pPr>
            <a:r>
              <a:rPr lang="en-IN" sz="2000" b="1" dirty="0">
                <a:solidFill>
                  <a:srgbClr val="C00000"/>
                </a:solidFill>
              </a:rPr>
              <a:t>Object</a:t>
            </a:r>
            <a:r>
              <a:rPr lang="en-IN" sz="2000" dirty="0">
                <a:solidFill>
                  <a:srgbClr val="C00000"/>
                </a:solidFill>
              </a:rPr>
              <a:t>s</a:t>
            </a:r>
            <a:r>
              <a:rPr lang="en-IN" sz="2000" dirty="0"/>
              <a:t> are instances of classes</a:t>
            </a:r>
          </a:p>
          <a:p>
            <a:pPr>
              <a:defRPr/>
            </a:pPr>
            <a:endParaRPr lang="en-IN" sz="2000" dirty="0"/>
          </a:p>
          <a:p>
            <a:pPr>
              <a:defRPr/>
            </a:pPr>
            <a:r>
              <a:rPr lang="en-US" sz="2000" dirty="0">
                <a:solidFill>
                  <a:srgbClr val="C00000"/>
                </a:solidFill>
              </a:rPr>
              <a:t>Syntax : </a:t>
            </a:r>
            <a:r>
              <a:rPr lang="en-US" sz="2000" b="1" dirty="0"/>
              <a:t>Class declaration </a:t>
            </a:r>
          </a:p>
          <a:p>
            <a:pPr eaLnBrk="1" hangingPunct="1">
              <a:lnSpc>
                <a:spcPct val="80000"/>
              </a:lnSpc>
              <a:buFont typeface="Wingdings" pitchFamily="2" charset="2"/>
              <a:buNone/>
              <a:defRPr/>
            </a:pPr>
            <a:r>
              <a:rPr lang="en-US" sz="2000" dirty="0"/>
              <a:t>             class class-name</a:t>
            </a:r>
          </a:p>
          <a:p>
            <a:pPr eaLnBrk="1" hangingPunct="1">
              <a:lnSpc>
                <a:spcPct val="80000"/>
              </a:lnSpc>
              <a:buFont typeface="Wingdings" pitchFamily="2" charset="2"/>
              <a:buNone/>
              <a:defRPr/>
            </a:pPr>
            <a:r>
              <a:rPr lang="en-US" sz="2000" dirty="0"/>
              <a:t>		{</a:t>
            </a:r>
          </a:p>
          <a:p>
            <a:pPr eaLnBrk="1" hangingPunct="1">
              <a:lnSpc>
                <a:spcPct val="80000"/>
              </a:lnSpc>
              <a:buFont typeface="Wingdings" pitchFamily="2" charset="2"/>
              <a:buNone/>
              <a:defRPr/>
            </a:pPr>
            <a:r>
              <a:rPr lang="en-US" sz="2000" dirty="0"/>
              <a:t>			data-member declarations;</a:t>
            </a:r>
          </a:p>
          <a:p>
            <a:pPr eaLnBrk="1" hangingPunct="1">
              <a:lnSpc>
                <a:spcPct val="80000"/>
              </a:lnSpc>
              <a:buFont typeface="Wingdings" pitchFamily="2" charset="2"/>
              <a:buNone/>
              <a:defRPr/>
            </a:pPr>
            <a:r>
              <a:rPr lang="en-US" sz="2000" dirty="0"/>
              <a:t>			member-function declarations or definitions;</a:t>
            </a:r>
          </a:p>
          <a:p>
            <a:pPr eaLnBrk="1" hangingPunct="1">
              <a:lnSpc>
                <a:spcPct val="80000"/>
              </a:lnSpc>
              <a:buFont typeface="Wingdings" pitchFamily="2" charset="2"/>
              <a:buNone/>
              <a:defRPr/>
            </a:pPr>
            <a:r>
              <a:rPr lang="en-US" sz="2000" dirty="0"/>
              <a:t>		};</a:t>
            </a:r>
          </a:p>
          <a:p>
            <a:pPr>
              <a:defRPr/>
            </a:pPr>
            <a:endParaRPr lang="en-US" altLang="en-US" sz="2000" b="1" dirty="0"/>
          </a:p>
          <a:p>
            <a:pPr lvl="1">
              <a:defRPr/>
            </a:pPr>
            <a:endParaRPr lang="en-IN" sz="2000" dirty="0"/>
          </a:p>
          <a:p>
            <a:pPr>
              <a:defRPr/>
            </a:pPr>
            <a:endParaRPr lang="en-IN" sz="2000" dirty="0"/>
          </a:p>
        </p:txBody>
      </p:sp>
      <p:sp>
        <p:nvSpPr>
          <p:cNvPr id="14340" name="Slide Number Placeholder 3">
            <a:extLst>
              <a:ext uri="{FF2B5EF4-FFF2-40B4-BE49-F238E27FC236}">
                <a16:creationId xmlns:a16="http://schemas.microsoft.com/office/drawing/2014/main" id="{ED1D39A1-5BEC-4D50-930A-D9DF988C468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5F96CAE-93D1-417A-B6A3-DFBBBA2ED4C5}" type="slidenum">
              <a:rPr lang="en-US" altLang="en-US">
                <a:latin typeface="Times New Roman" panose="02020603050405020304" pitchFamily="18" charset="0"/>
              </a:rPr>
              <a:pPr/>
              <a:t>3</a:t>
            </a:fld>
            <a:endParaRPr lang="en-US" altLang="en-US">
              <a:latin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570BA83C-5DD5-403A-9524-1DA9352B96CC}"/>
              </a:ext>
            </a:extLst>
          </p:cNvPr>
          <p:cNvSpPr>
            <a:spLocks noGrp="1"/>
          </p:cNvSpPr>
          <p:nvPr>
            <p:ph type="title"/>
          </p:nvPr>
        </p:nvSpPr>
        <p:spPr/>
        <p:txBody>
          <a:bodyPr/>
          <a:lstStyle/>
          <a:p>
            <a:r>
              <a:rPr lang="en-US" altLang="en-US" sz="4400"/>
              <a:t>Classes and Objects</a:t>
            </a:r>
            <a:endParaRPr lang="en-IN" altLang="en-US" sz="4400"/>
          </a:p>
        </p:txBody>
      </p:sp>
      <p:sp>
        <p:nvSpPr>
          <p:cNvPr id="15363" name="Slide Number Placeholder 3">
            <a:extLst>
              <a:ext uri="{FF2B5EF4-FFF2-40B4-BE49-F238E27FC236}">
                <a16:creationId xmlns:a16="http://schemas.microsoft.com/office/drawing/2014/main" id="{BA5DF30B-E349-4FFE-BB73-54851949CFF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949F4BF-8BBF-4F0E-AB29-0AD65C1D96EF}" type="slidenum">
              <a:rPr lang="en-US" altLang="en-US">
                <a:latin typeface="Times New Roman" panose="02020603050405020304" pitchFamily="18" charset="0"/>
              </a:rPr>
              <a:pPr/>
              <a:t>4</a:t>
            </a:fld>
            <a:endParaRPr lang="en-US" altLang="en-US">
              <a:latin typeface="Times New Roman" panose="02020603050405020304" pitchFamily="18" charset="0"/>
            </a:endParaRPr>
          </a:p>
        </p:txBody>
      </p:sp>
      <p:pic>
        <p:nvPicPr>
          <p:cNvPr id="15364" name="Picture 2">
            <a:extLst>
              <a:ext uri="{FF2B5EF4-FFF2-40B4-BE49-F238E27FC236}">
                <a16:creationId xmlns:a16="http://schemas.microsoft.com/office/drawing/2014/main" id="{ECD7B38F-BD90-4CA1-A799-4CD9DE326C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8363" y="1295400"/>
            <a:ext cx="7623175"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5" name="Picture 5">
            <a:extLst>
              <a:ext uri="{FF2B5EF4-FFF2-40B4-BE49-F238E27FC236}">
                <a16:creationId xmlns:a16="http://schemas.microsoft.com/office/drawing/2014/main" id="{AD1F1473-802C-4AB1-A915-8AB7482A72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5822950"/>
            <a:ext cx="7805738" cy="93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7908966E-78C4-4341-88CA-1EDD07AE0AF7}"/>
              </a:ext>
            </a:extLst>
          </p:cNvPr>
          <p:cNvSpPr>
            <a:spLocks noGrp="1"/>
          </p:cNvSpPr>
          <p:nvPr>
            <p:ph type="title"/>
          </p:nvPr>
        </p:nvSpPr>
        <p:spPr/>
        <p:txBody>
          <a:bodyPr/>
          <a:lstStyle/>
          <a:p>
            <a:r>
              <a:rPr lang="en-US" altLang="en-US" sz="4400"/>
              <a:t>Classes and Objects</a:t>
            </a:r>
            <a:endParaRPr lang="en-IN" altLang="en-US" sz="4400"/>
          </a:p>
        </p:txBody>
      </p:sp>
      <p:sp>
        <p:nvSpPr>
          <p:cNvPr id="3" name="Content Placeholder 2">
            <a:extLst>
              <a:ext uri="{FF2B5EF4-FFF2-40B4-BE49-F238E27FC236}">
                <a16:creationId xmlns:a16="http://schemas.microsoft.com/office/drawing/2014/main" id="{F0786A64-9EE9-477C-90C9-CAB4818837E1}"/>
              </a:ext>
            </a:extLst>
          </p:cNvPr>
          <p:cNvSpPr>
            <a:spLocks noGrp="1"/>
          </p:cNvSpPr>
          <p:nvPr>
            <p:ph idx="1"/>
          </p:nvPr>
        </p:nvSpPr>
        <p:spPr/>
        <p:txBody>
          <a:bodyPr/>
          <a:lstStyle/>
          <a:p>
            <a:pPr>
              <a:defRPr/>
            </a:pPr>
            <a:r>
              <a:rPr lang="en-IN" sz="2000" dirty="0">
                <a:solidFill>
                  <a:srgbClr val="C00000"/>
                </a:solidFill>
              </a:rPr>
              <a:t>Data Members</a:t>
            </a:r>
          </a:p>
          <a:p>
            <a:pPr>
              <a:defRPr/>
            </a:pPr>
            <a:r>
              <a:rPr lang="en-IN" sz="2000" dirty="0"/>
              <a:t>A class normally consists of one or more member functions that manipulate the attributes that belong to a particular object of the class</a:t>
            </a:r>
          </a:p>
          <a:p>
            <a:pPr>
              <a:defRPr/>
            </a:pPr>
            <a:r>
              <a:rPr lang="en-IN" sz="2000" dirty="0"/>
              <a:t>Attributes are represented as variables in a class definition. Such variables are called </a:t>
            </a:r>
            <a:r>
              <a:rPr lang="en-IN" sz="2000" b="1" dirty="0">
                <a:solidFill>
                  <a:srgbClr val="C00000"/>
                </a:solidFill>
              </a:rPr>
              <a:t>data members </a:t>
            </a:r>
            <a:r>
              <a:rPr lang="en-IN" sz="2000" dirty="0"/>
              <a:t>and are declared </a:t>
            </a:r>
            <a:r>
              <a:rPr lang="en-IN" sz="2000" i="1" dirty="0"/>
              <a:t>inside </a:t>
            </a:r>
            <a:r>
              <a:rPr lang="en-IN" sz="2000" dirty="0"/>
              <a:t>a class definition but </a:t>
            </a:r>
            <a:r>
              <a:rPr lang="en-IN" sz="2000" i="1" dirty="0"/>
              <a:t>outside </a:t>
            </a:r>
            <a:r>
              <a:rPr lang="en-IN" sz="2000" dirty="0"/>
              <a:t>the bodies of the class’s member-function definitions</a:t>
            </a:r>
          </a:p>
          <a:p>
            <a:pPr>
              <a:defRPr/>
            </a:pPr>
            <a:endParaRPr lang="en-IN" sz="2000" dirty="0"/>
          </a:p>
          <a:p>
            <a:pPr>
              <a:defRPr/>
            </a:pPr>
            <a:r>
              <a:rPr lang="en-IN" sz="2000" dirty="0">
                <a:solidFill>
                  <a:srgbClr val="C00000"/>
                </a:solidFill>
              </a:rPr>
              <a:t>Member functions</a:t>
            </a:r>
          </a:p>
          <a:p>
            <a:pPr>
              <a:defRPr/>
            </a:pPr>
            <a:r>
              <a:rPr lang="en-IN" sz="2000" dirty="0"/>
              <a:t>Member functions are functions that are included within a class</a:t>
            </a:r>
          </a:p>
          <a:p>
            <a:pPr>
              <a:defRPr/>
            </a:pPr>
            <a:r>
              <a:rPr lang="en-US" sz="2000" dirty="0"/>
              <a:t>Member function can be defined either inside or outside the class</a:t>
            </a:r>
            <a:endParaRPr lang="en-IN" sz="2000" dirty="0"/>
          </a:p>
          <a:p>
            <a:pPr>
              <a:defRPr/>
            </a:pPr>
            <a:endParaRPr lang="en-IN" sz="2000" dirty="0">
              <a:solidFill>
                <a:srgbClr val="C00000"/>
              </a:solidFill>
            </a:endParaRPr>
          </a:p>
        </p:txBody>
      </p:sp>
      <p:sp>
        <p:nvSpPr>
          <p:cNvPr id="16388" name="Slide Number Placeholder 3">
            <a:extLst>
              <a:ext uri="{FF2B5EF4-FFF2-40B4-BE49-F238E27FC236}">
                <a16:creationId xmlns:a16="http://schemas.microsoft.com/office/drawing/2014/main" id="{4C0E4478-B1AA-48B4-93E7-1CEC543010A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0BD90E6-9203-4B30-BFDB-24047294239D}" type="slidenum">
              <a:rPr lang="en-US" altLang="en-US">
                <a:latin typeface="Times New Roman" panose="02020603050405020304" pitchFamily="18" charset="0"/>
              </a:rPr>
              <a:pPr/>
              <a:t>5</a:t>
            </a:fld>
            <a:endParaRPr lang="en-US" altLang="en-US">
              <a:latin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855137C4-8D27-4843-880D-F6221DC34134}"/>
              </a:ext>
            </a:extLst>
          </p:cNvPr>
          <p:cNvSpPr>
            <a:spLocks noGrp="1"/>
          </p:cNvSpPr>
          <p:nvPr>
            <p:ph type="title"/>
          </p:nvPr>
        </p:nvSpPr>
        <p:spPr/>
        <p:txBody>
          <a:bodyPr/>
          <a:lstStyle/>
          <a:p>
            <a:r>
              <a:rPr lang="en-US" altLang="en-US" sz="4400"/>
              <a:t>Classes and Objects</a:t>
            </a:r>
            <a:endParaRPr lang="en-IN" altLang="en-US" sz="4400"/>
          </a:p>
        </p:txBody>
      </p:sp>
      <p:sp>
        <p:nvSpPr>
          <p:cNvPr id="3" name="Content Placeholder 2">
            <a:extLst>
              <a:ext uri="{FF2B5EF4-FFF2-40B4-BE49-F238E27FC236}">
                <a16:creationId xmlns:a16="http://schemas.microsoft.com/office/drawing/2014/main" id="{9FED6489-F393-4635-A07B-AE7DAAA2B74B}"/>
              </a:ext>
            </a:extLst>
          </p:cNvPr>
          <p:cNvSpPr>
            <a:spLocks noGrp="1"/>
          </p:cNvSpPr>
          <p:nvPr>
            <p:ph idx="1"/>
          </p:nvPr>
        </p:nvSpPr>
        <p:spPr/>
        <p:txBody>
          <a:bodyPr/>
          <a:lstStyle/>
          <a:p>
            <a:pPr>
              <a:defRPr/>
            </a:pPr>
            <a:r>
              <a:rPr lang="en-IN" sz="2000" dirty="0"/>
              <a:t>If the member function is declared inside the class, then its definition is given outside the class</a:t>
            </a:r>
          </a:p>
          <a:p>
            <a:pPr eaLnBrk="1" hangingPunct="1">
              <a:lnSpc>
                <a:spcPct val="80000"/>
              </a:lnSpc>
              <a:buFont typeface="Wingdings" pitchFamily="2" charset="2"/>
              <a:buNone/>
              <a:defRPr/>
            </a:pPr>
            <a:r>
              <a:rPr lang="en-US" sz="2000" dirty="0"/>
              <a:t>     </a:t>
            </a:r>
          </a:p>
          <a:p>
            <a:pPr eaLnBrk="1" hangingPunct="1">
              <a:lnSpc>
                <a:spcPct val="80000"/>
              </a:lnSpc>
              <a:defRPr/>
            </a:pPr>
            <a:r>
              <a:rPr lang="en-US" sz="2000" dirty="0"/>
              <a:t> Syntax to define the member function outside the class:</a:t>
            </a:r>
          </a:p>
          <a:p>
            <a:pPr eaLnBrk="1" hangingPunct="1">
              <a:lnSpc>
                <a:spcPct val="80000"/>
              </a:lnSpc>
              <a:buFont typeface="Wingdings" pitchFamily="2" charset="2"/>
              <a:buNone/>
              <a:defRPr/>
            </a:pPr>
            <a:r>
              <a:rPr lang="en-US" sz="2000" dirty="0"/>
              <a:t>   	  </a:t>
            </a:r>
            <a:r>
              <a:rPr lang="en-US" sz="2000" dirty="0">
                <a:solidFill>
                  <a:srgbClr val="C00000"/>
                </a:solidFill>
              </a:rPr>
              <a:t>return-type </a:t>
            </a:r>
            <a:r>
              <a:rPr lang="en-US" sz="2000" dirty="0" err="1">
                <a:solidFill>
                  <a:srgbClr val="C00000"/>
                </a:solidFill>
              </a:rPr>
              <a:t>classname</a:t>
            </a:r>
            <a:r>
              <a:rPr lang="en-US" sz="2000" dirty="0">
                <a:solidFill>
                  <a:srgbClr val="C00000"/>
                </a:solidFill>
              </a:rPr>
              <a:t>::function-name(argument list)</a:t>
            </a:r>
          </a:p>
          <a:p>
            <a:pPr eaLnBrk="1" hangingPunct="1">
              <a:lnSpc>
                <a:spcPct val="80000"/>
              </a:lnSpc>
              <a:buFont typeface="Wingdings" pitchFamily="2" charset="2"/>
              <a:buNone/>
              <a:defRPr/>
            </a:pPr>
            <a:r>
              <a:rPr lang="en-US" sz="2000" dirty="0">
                <a:solidFill>
                  <a:srgbClr val="C00000"/>
                </a:solidFill>
              </a:rPr>
              <a:t>	  {  …… </a:t>
            </a:r>
          </a:p>
          <a:p>
            <a:pPr eaLnBrk="1" hangingPunct="1">
              <a:lnSpc>
                <a:spcPct val="80000"/>
              </a:lnSpc>
              <a:buFont typeface="Wingdings" pitchFamily="2" charset="2"/>
              <a:buNone/>
              <a:defRPr/>
            </a:pPr>
            <a:r>
              <a:rPr lang="en-US" sz="2000" dirty="0">
                <a:solidFill>
                  <a:srgbClr val="C00000"/>
                </a:solidFill>
              </a:rPr>
              <a:t>          ……   //function body</a:t>
            </a:r>
          </a:p>
          <a:p>
            <a:pPr eaLnBrk="1" hangingPunct="1">
              <a:lnSpc>
                <a:spcPct val="80000"/>
              </a:lnSpc>
              <a:buFont typeface="Wingdings" pitchFamily="2" charset="2"/>
              <a:buNone/>
              <a:defRPr/>
            </a:pPr>
            <a:r>
              <a:rPr lang="en-US" sz="2000" dirty="0">
                <a:solidFill>
                  <a:srgbClr val="C00000"/>
                </a:solidFill>
              </a:rPr>
              <a:t>        };</a:t>
            </a:r>
          </a:p>
          <a:p>
            <a:pPr eaLnBrk="1" hangingPunct="1">
              <a:lnSpc>
                <a:spcPct val="80000"/>
              </a:lnSpc>
              <a:buFont typeface="Wingdings" pitchFamily="2" charset="2"/>
              <a:buNone/>
              <a:defRPr/>
            </a:pPr>
            <a:endParaRPr lang="en-US" sz="2000" dirty="0">
              <a:solidFill>
                <a:srgbClr val="C00000"/>
              </a:solidFill>
            </a:endParaRPr>
          </a:p>
          <a:p>
            <a:pPr eaLnBrk="1" hangingPunct="1">
              <a:lnSpc>
                <a:spcPct val="80000"/>
              </a:lnSpc>
              <a:defRPr/>
            </a:pPr>
            <a:r>
              <a:rPr lang="en-US" sz="2000" dirty="0"/>
              <a:t>Membership label</a:t>
            </a:r>
            <a:r>
              <a:rPr lang="en-US" sz="2000" dirty="0">
                <a:solidFill>
                  <a:srgbClr val="C00000"/>
                </a:solidFill>
              </a:rPr>
              <a:t> </a:t>
            </a:r>
            <a:r>
              <a:rPr lang="en-US" sz="2000" dirty="0" err="1">
                <a:solidFill>
                  <a:srgbClr val="C00000"/>
                </a:solidFill>
              </a:rPr>
              <a:t>classname</a:t>
            </a:r>
            <a:r>
              <a:rPr lang="en-US" sz="2000" dirty="0">
                <a:solidFill>
                  <a:srgbClr val="C00000"/>
                </a:solidFill>
              </a:rPr>
              <a:t>:: </a:t>
            </a:r>
            <a:r>
              <a:rPr lang="en-US" sz="2000" dirty="0"/>
              <a:t>tells the compiler that function </a:t>
            </a:r>
            <a:r>
              <a:rPr lang="en-US" sz="2000" dirty="0">
                <a:solidFill>
                  <a:srgbClr val="C00000"/>
                </a:solidFill>
              </a:rPr>
              <a:t>function-name </a:t>
            </a:r>
            <a:r>
              <a:rPr lang="en-US" sz="2000" dirty="0"/>
              <a:t>belongs to </a:t>
            </a:r>
            <a:r>
              <a:rPr lang="en-US" sz="2000" dirty="0" err="1">
                <a:solidFill>
                  <a:srgbClr val="C00000"/>
                </a:solidFill>
              </a:rPr>
              <a:t>classname</a:t>
            </a:r>
            <a:r>
              <a:rPr lang="en-US" sz="2000" dirty="0">
                <a:solidFill>
                  <a:srgbClr val="C00000"/>
                </a:solidFill>
              </a:rPr>
              <a:t>:: </a:t>
            </a:r>
            <a:r>
              <a:rPr lang="en-US" sz="2000" dirty="0"/>
              <a:t>specified in header line</a:t>
            </a:r>
          </a:p>
          <a:p>
            <a:pPr eaLnBrk="1" hangingPunct="1">
              <a:lnSpc>
                <a:spcPct val="80000"/>
              </a:lnSpc>
              <a:defRPr/>
            </a:pPr>
            <a:endParaRPr lang="en-US" sz="2000" dirty="0"/>
          </a:p>
          <a:p>
            <a:pPr eaLnBrk="1" hangingPunct="1">
              <a:lnSpc>
                <a:spcPct val="80000"/>
              </a:lnSpc>
              <a:defRPr/>
            </a:pPr>
            <a:r>
              <a:rPr lang="en-US" sz="2000" dirty="0"/>
              <a:t>Symbol :: is called </a:t>
            </a:r>
            <a:r>
              <a:rPr lang="en-US" sz="2000" b="1" dirty="0"/>
              <a:t>scope resolution operator</a:t>
            </a:r>
          </a:p>
          <a:p>
            <a:pPr>
              <a:defRPr/>
            </a:pPr>
            <a:endParaRPr lang="en-IN" sz="2000" dirty="0">
              <a:solidFill>
                <a:srgbClr val="C00000"/>
              </a:solidFill>
            </a:endParaRPr>
          </a:p>
        </p:txBody>
      </p:sp>
      <p:sp>
        <p:nvSpPr>
          <p:cNvPr id="17412" name="Slide Number Placeholder 3">
            <a:extLst>
              <a:ext uri="{FF2B5EF4-FFF2-40B4-BE49-F238E27FC236}">
                <a16:creationId xmlns:a16="http://schemas.microsoft.com/office/drawing/2014/main" id="{E47BE28C-0E96-4451-ADEF-BA92A3686F0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D28D75C-E6F5-45C8-B586-57E9EB13B273}" type="slidenum">
              <a:rPr lang="en-US" altLang="en-US">
                <a:latin typeface="Times New Roman" panose="02020603050405020304" pitchFamily="18" charset="0"/>
              </a:rPr>
              <a:pPr/>
              <a:t>6</a:t>
            </a:fld>
            <a:endParaRPr lang="en-US" altLang="en-US">
              <a:latin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D36AC7D1-9114-4F5D-8DB7-B1B7BCB2F7FC}"/>
              </a:ext>
            </a:extLst>
          </p:cNvPr>
          <p:cNvSpPr>
            <a:spLocks noGrp="1"/>
          </p:cNvSpPr>
          <p:nvPr>
            <p:ph type="title"/>
          </p:nvPr>
        </p:nvSpPr>
        <p:spPr/>
        <p:txBody>
          <a:bodyPr/>
          <a:lstStyle/>
          <a:p>
            <a:r>
              <a:rPr lang="en-US" altLang="en-US" sz="4400"/>
              <a:t>Classes and Objects</a:t>
            </a:r>
            <a:endParaRPr lang="en-IN" altLang="en-US" sz="4400"/>
          </a:p>
        </p:txBody>
      </p:sp>
      <p:sp>
        <p:nvSpPr>
          <p:cNvPr id="18435" name="Slide Number Placeholder 3">
            <a:extLst>
              <a:ext uri="{FF2B5EF4-FFF2-40B4-BE49-F238E27FC236}">
                <a16:creationId xmlns:a16="http://schemas.microsoft.com/office/drawing/2014/main" id="{86954139-07D3-43DA-88DF-FB5AD26ED0C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BBF309A-6291-421B-846B-C7B64B475445}" type="slidenum">
              <a:rPr lang="en-US" altLang="en-US">
                <a:latin typeface="Times New Roman" panose="02020603050405020304" pitchFamily="18" charset="0"/>
              </a:rPr>
              <a:pPr/>
              <a:t>7</a:t>
            </a:fld>
            <a:endParaRPr lang="en-US" altLang="en-US">
              <a:latin typeface="Times New Roman" panose="02020603050405020304" pitchFamily="18" charset="0"/>
            </a:endParaRPr>
          </a:p>
        </p:txBody>
      </p:sp>
      <p:pic>
        <p:nvPicPr>
          <p:cNvPr id="18436" name="Picture 2">
            <a:extLst>
              <a:ext uri="{FF2B5EF4-FFF2-40B4-BE49-F238E27FC236}">
                <a16:creationId xmlns:a16="http://schemas.microsoft.com/office/drawing/2014/main" id="{06212B8E-2073-471F-BF65-E420BFF2F6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447800"/>
            <a:ext cx="8721725" cy="32004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437" name="Rectangle 4">
            <a:extLst>
              <a:ext uri="{FF2B5EF4-FFF2-40B4-BE49-F238E27FC236}">
                <a16:creationId xmlns:a16="http://schemas.microsoft.com/office/drawing/2014/main" id="{9C14343B-1C46-410E-9884-1EFD8D97A7C0}"/>
              </a:ext>
            </a:extLst>
          </p:cNvPr>
          <p:cNvSpPr>
            <a:spLocks noChangeArrowheads="1"/>
          </p:cNvSpPr>
          <p:nvPr/>
        </p:nvSpPr>
        <p:spPr bwMode="auto">
          <a:xfrm>
            <a:off x="304800" y="4826000"/>
            <a:ext cx="88392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buFont typeface="Wingdings" panose="05000000000000000000" pitchFamily="2" charset="2"/>
              <a:buChar char="q"/>
            </a:pPr>
            <a:r>
              <a:rPr lang="en-IN" altLang="en-US" sz="2000"/>
              <a:t>Functions defined inside of a class are </a:t>
            </a:r>
            <a:r>
              <a:rPr lang="en-IN" altLang="en-US" sz="2000">
                <a:solidFill>
                  <a:srgbClr val="C00000"/>
                </a:solidFill>
              </a:rPr>
              <a:t>inlined by default</a:t>
            </a:r>
          </a:p>
          <a:p>
            <a:pPr eaLnBrk="1" hangingPunct="1">
              <a:buFont typeface="Wingdings" panose="05000000000000000000" pitchFamily="2" charset="2"/>
              <a:buChar char="q"/>
            </a:pPr>
            <a:r>
              <a:rPr lang="en-IN" altLang="en-US" sz="2000"/>
              <a:t>Functions that are prototyped in the class but defined outside of the class must be bound to the class with the class name and the scope resolution operator (highlighted in yellow)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5D556EAA-3977-4F14-8436-F884CCA38D24}"/>
              </a:ext>
            </a:extLst>
          </p:cNvPr>
          <p:cNvSpPr>
            <a:spLocks noGrp="1"/>
          </p:cNvSpPr>
          <p:nvPr>
            <p:ph type="title"/>
          </p:nvPr>
        </p:nvSpPr>
        <p:spPr/>
        <p:txBody>
          <a:bodyPr/>
          <a:lstStyle/>
          <a:p>
            <a:r>
              <a:rPr lang="en-IN" altLang="en-US"/>
              <a:t>Scope Resolution Operator (::)</a:t>
            </a:r>
          </a:p>
        </p:txBody>
      </p:sp>
      <p:sp>
        <p:nvSpPr>
          <p:cNvPr id="3" name="Content Placeholder 2">
            <a:extLst>
              <a:ext uri="{FF2B5EF4-FFF2-40B4-BE49-F238E27FC236}">
                <a16:creationId xmlns:a16="http://schemas.microsoft.com/office/drawing/2014/main" id="{9EFB3756-ABC0-4894-84F7-EEB579D812D8}"/>
              </a:ext>
            </a:extLst>
          </p:cNvPr>
          <p:cNvSpPr>
            <a:spLocks noGrp="1"/>
          </p:cNvSpPr>
          <p:nvPr>
            <p:ph idx="1"/>
          </p:nvPr>
        </p:nvSpPr>
        <p:spPr/>
        <p:txBody>
          <a:bodyPr/>
          <a:lstStyle/>
          <a:p>
            <a:pPr>
              <a:defRPr/>
            </a:pPr>
            <a:r>
              <a:rPr lang="en-IN" sz="2000" dirty="0">
                <a:solidFill>
                  <a:srgbClr val="C00000"/>
                </a:solidFill>
              </a:rPr>
              <a:t>Unary scope resolution Operator</a:t>
            </a:r>
          </a:p>
          <a:p>
            <a:pPr lvl="1">
              <a:defRPr/>
            </a:pPr>
            <a:r>
              <a:rPr lang="en-IN" sz="2000" dirty="0"/>
              <a:t>Hidden global variables can be accessed</a:t>
            </a:r>
          </a:p>
          <a:p>
            <a:pPr lvl="1">
              <a:defRPr/>
            </a:pPr>
            <a:r>
              <a:rPr lang="en-IN" sz="2000" dirty="0"/>
              <a:t>Hidden local variables cannot be accessed</a:t>
            </a:r>
          </a:p>
          <a:p>
            <a:pPr lvl="1">
              <a:defRPr/>
            </a:pPr>
            <a:endParaRPr lang="en-IN" sz="2000" dirty="0"/>
          </a:p>
        </p:txBody>
      </p:sp>
      <p:sp>
        <p:nvSpPr>
          <p:cNvPr id="19460" name="Slide Number Placeholder 3">
            <a:extLst>
              <a:ext uri="{FF2B5EF4-FFF2-40B4-BE49-F238E27FC236}">
                <a16:creationId xmlns:a16="http://schemas.microsoft.com/office/drawing/2014/main" id="{8A4E655A-EAD5-4CF0-8E19-921ECC18D65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3AF2D79-6719-4FF8-AEF4-B2051B1C118A}" type="slidenum">
              <a:rPr lang="en-US" altLang="en-US">
                <a:latin typeface="Times New Roman" panose="02020603050405020304" pitchFamily="18" charset="0"/>
              </a:rPr>
              <a:pPr/>
              <a:t>8</a:t>
            </a:fld>
            <a:endParaRPr lang="en-US" altLang="en-US">
              <a:latin typeface="Times New Roman" panose="02020603050405020304" pitchFamily="18" charset="0"/>
            </a:endParaRPr>
          </a:p>
        </p:txBody>
      </p:sp>
      <p:sp>
        <p:nvSpPr>
          <p:cNvPr id="19461" name="Rectangle 4">
            <a:extLst>
              <a:ext uri="{FF2B5EF4-FFF2-40B4-BE49-F238E27FC236}">
                <a16:creationId xmlns:a16="http://schemas.microsoft.com/office/drawing/2014/main" id="{F3137656-3565-4D4E-9957-AEB5CA84D2B0}"/>
              </a:ext>
            </a:extLst>
          </p:cNvPr>
          <p:cNvSpPr>
            <a:spLocks noChangeArrowheads="1"/>
          </p:cNvSpPr>
          <p:nvPr/>
        </p:nvSpPr>
        <p:spPr bwMode="auto">
          <a:xfrm>
            <a:off x="1295400" y="2819400"/>
            <a:ext cx="4572000" cy="409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sz="2000"/>
              <a:t>int a=10;</a:t>
            </a:r>
          </a:p>
          <a:p>
            <a:pPr eaLnBrk="1" hangingPunct="1"/>
            <a:r>
              <a:rPr lang="en-IN" altLang="en-US" sz="2000"/>
              <a:t>main()</a:t>
            </a:r>
          </a:p>
          <a:p>
            <a:pPr eaLnBrk="1" hangingPunct="1"/>
            <a:r>
              <a:rPr lang="en-IN" altLang="en-US" sz="2000"/>
              <a:t>{</a:t>
            </a:r>
          </a:p>
          <a:p>
            <a:pPr eaLnBrk="1" hangingPunct="1"/>
            <a:r>
              <a:rPr lang="en-IN" altLang="en-US" sz="2000"/>
              <a:t>	int a = 20;</a:t>
            </a:r>
          </a:p>
          <a:p>
            <a:pPr eaLnBrk="1" hangingPunct="1"/>
            <a:r>
              <a:rPr lang="en-IN" altLang="en-US" sz="2000"/>
              <a:t>	{</a:t>
            </a:r>
          </a:p>
          <a:p>
            <a:pPr eaLnBrk="1" hangingPunct="1"/>
            <a:r>
              <a:rPr lang="en-IN" altLang="en-US" sz="2000"/>
              <a:t>		int a=30;</a:t>
            </a:r>
          </a:p>
          <a:p>
            <a:pPr eaLnBrk="1" hangingPunct="1"/>
            <a:r>
              <a:rPr lang="en-IN" altLang="en-US" sz="2000"/>
              <a:t>		cout&lt;&lt;a;       </a:t>
            </a:r>
            <a:r>
              <a:rPr lang="en-IN" altLang="en-US" sz="2000">
                <a:solidFill>
                  <a:srgbClr val="C00000"/>
                </a:solidFill>
              </a:rPr>
              <a:t>//30</a:t>
            </a:r>
          </a:p>
          <a:p>
            <a:pPr eaLnBrk="1" hangingPunct="1"/>
            <a:r>
              <a:rPr lang="en-IN" altLang="en-US" sz="2000"/>
              <a:t>		cout&lt;&lt;::a;     </a:t>
            </a:r>
            <a:r>
              <a:rPr lang="en-IN" altLang="en-US" sz="2000">
                <a:solidFill>
                  <a:srgbClr val="C00000"/>
                </a:solidFill>
              </a:rPr>
              <a:t>//10</a:t>
            </a:r>
          </a:p>
          <a:p>
            <a:pPr eaLnBrk="1" hangingPunct="1"/>
            <a:r>
              <a:rPr lang="en-IN" altLang="en-US" sz="2000"/>
              <a:t>	}</a:t>
            </a:r>
          </a:p>
          <a:p>
            <a:pPr eaLnBrk="1" hangingPunct="1"/>
            <a:r>
              <a:rPr lang="en-IN" altLang="en-US" sz="2000"/>
              <a:t>	cout&lt;&lt;a;                    </a:t>
            </a:r>
            <a:r>
              <a:rPr lang="en-IN" altLang="en-US" sz="2000">
                <a:solidFill>
                  <a:srgbClr val="C00000"/>
                </a:solidFill>
              </a:rPr>
              <a:t>//20</a:t>
            </a:r>
          </a:p>
          <a:p>
            <a:pPr eaLnBrk="1" hangingPunct="1"/>
            <a:r>
              <a:rPr lang="en-IN" altLang="en-US" sz="2000"/>
              <a:t>             cout&lt;&lt;::a;                  </a:t>
            </a:r>
            <a:r>
              <a:rPr lang="en-IN" altLang="en-US" sz="2000">
                <a:solidFill>
                  <a:srgbClr val="C00000"/>
                </a:solidFill>
              </a:rPr>
              <a:t>//10</a:t>
            </a:r>
          </a:p>
          <a:p>
            <a:pPr eaLnBrk="1" hangingPunct="1"/>
            <a:endParaRPr lang="en-IN" altLang="en-US" sz="2000">
              <a:solidFill>
                <a:srgbClr val="C00000"/>
              </a:solidFill>
            </a:endParaRPr>
          </a:p>
          <a:p>
            <a:pPr eaLnBrk="1" hangingPunct="1"/>
            <a:r>
              <a:rPr lang="en-IN" altLang="en-US" sz="200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CEC3762C-D464-4835-BE3A-17436E51D8A5}"/>
              </a:ext>
            </a:extLst>
          </p:cNvPr>
          <p:cNvSpPr>
            <a:spLocks noGrp="1"/>
          </p:cNvSpPr>
          <p:nvPr>
            <p:ph type="title"/>
          </p:nvPr>
        </p:nvSpPr>
        <p:spPr/>
        <p:txBody>
          <a:bodyPr/>
          <a:lstStyle/>
          <a:p>
            <a:r>
              <a:rPr lang="en-US" altLang="en-US" sz="4400"/>
              <a:t>Classes and Objects</a:t>
            </a:r>
            <a:endParaRPr lang="en-IN" altLang="en-US" sz="4400"/>
          </a:p>
        </p:txBody>
      </p:sp>
      <p:sp>
        <p:nvSpPr>
          <p:cNvPr id="20483" name="Slide Number Placeholder 3">
            <a:extLst>
              <a:ext uri="{FF2B5EF4-FFF2-40B4-BE49-F238E27FC236}">
                <a16:creationId xmlns:a16="http://schemas.microsoft.com/office/drawing/2014/main" id="{53EA7469-670B-4CA8-989B-3052027F3EE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3940E6F-7F09-477D-BE02-5AF9953240D6}" type="slidenum">
              <a:rPr lang="en-US" altLang="en-US">
                <a:latin typeface="Times New Roman" panose="02020603050405020304" pitchFamily="18" charset="0"/>
              </a:rPr>
              <a:pPr/>
              <a:t>9</a:t>
            </a:fld>
            <a:endParaRPr lang="en-US" altLang="en-US">
              <a:latin typeface="Times New Roman" panose="02020603050405020304" pitchFamily="18" charset="0"/>
            </a:endParaRPr>
          </a:p>
        </p:txBody>
      </p:sp>
      <p:pic>
        <p:nvPicPr>
          <p:cNvPr id="20484" name="Picture 5">
            <a:extLst>
              <a:ext uri="{FF2B5EF4-FFF2-40B4-BE49-F238E27FC236}">
                <a16:creationId xmlns:a16="http://schemas.microsoft.com/office/drawing/2014/main" id="{B69F0407-2265-4C65-96A3-C70C2E65A9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600200"/>
            <a:ext cx="4787900"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485" name="Rectangle 3">
            <a:extLst>
              <a:ext uri="{FF2B5EF4-FFF2-40B4-BE49-F238E27FC236}">
                <a16:creationId xmlns:a16="http://schemas.microsoft.com/office/drawing/2014/main" id="{0085E1EE-2624-4566-985A-11A4260E8B84}"/>
              </a:ext>
            </a:extLst>
          </p:cNvPr>
          <p:cNvSpPr>
            <a:spLocks noChangeArrowheads="1"/>
          </p:cNvSpPr>
          <p:nvPr/>
        </p:nvSpPr>
        <p:spPr bwMode="auto">
          <a:xfrm>
            <a:off x="4940300" y="1600200"/>
            <a:ext cx="4203700" cy="470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sz="2000"/>
              <a:t>All features included in a class specification are called "</a:t>
            </a:r>
            <a:r>
              <a:rPr lang="en-IN" altLang="en-US" sz="2000">
                <a:solidFill>
                  <a:srgbClr val="C00000"/>
                </a:solidFill>
              </a:rPr>
              <a:t>members</a:t>
            </a:r>
            <a:r>
              <a:rPr lang="en-IN" altLang="en-US" sz="2000"/>
              <a:t>" of the class, which results in two important terms:</a:t>
            </a:r>
          </a:p>
          <a:p>
            <a:pPr eaLnBrk="1" hangingPunct="1"/>
            <a:endParaRPr lang="en-IN" altLang="en-US" sz="2000"/>
          </a:p>
          <a:p>
            <a:pPr eaLnBrk="1" hangingPunct="1"/>
            <a:r>
              <a:rPr lang="en-IN" altLang="en-US" sz="2000" b="1"/>
              <a:t>Data members (or) Member variables</a:t>
            </a:r>
          </a:p>
          <a:p>
            <a:pPr eaLnBrk="1" hangingPunct="1"/>
            <a:r>
              <a:rPr lang="en-IN" altLang="en-US" sz="2000"/>
              <a:t>Variables defined in class scope.      For example: </a:t>
            </a:r>
            <a:r>
              <a:rPr lang="en-IN" altLang="en-US" sz="2000">
                <a:solidFill>
                  <a:srgbClr val="C00000"/>
                </a:solidFill>
              </a:rPr>
              <a:t>hours, minutes, and seconds</a:t>
            </a:r>
          </a:p>
          <a:p>
            <a:pPr eaLnBrk="1" hangingPunct="1"/>
            <a:endParaRPr lang="en-IN" altLang="en-US" sz="2000" i="1">
              <a:solidFill>
                <a:srgbClr val="C00000"/>
              </a:solidFill>
            </a:endParaRPr>
          </a:p>
          <a:p>
            <a:pPr eaLnBrk="1" hangingPunct="1"/>
            <a:r>
              <a:rPr lang="en-IN" altLang="en-US" sz="2000" b="1"/>
              <a:t>Member functions</a:t>
            </a:r>
          </a:p>
          <a:p>
            <a:pPr eaLnBrk="1" hangingPunct="1"/>
            <a:r>
              <a:rPr lang="en-IN" altLang="en-US" sz="2000"/>
              <a:t>Functions defined in class scope. </a:t>
            </a:r>
          </a:p>
          <a:p>
            <a:pPr eaLnBrk="1" hangingPunct="1"/>
            <a:r>
              <a:rPr lang="en-IN" altLang="en-US" sz="2000"/>
              <a:t>For example: </a:t>
            </a:r>
            <a:r>
              <a:rPr lang="en-IN" altLang="en-US" sz="2000">
                <a:solidFill>
                  <a:srgbClr val="C00000"/>
                </a:solidFill>
              </a:rPr>
              <a:t>add(), print(), and read()</a:t>
            </a:r>
            <a:endParaRPr lang="en-IN" altLang="en-US" sz="2000" i="1">
              <a:solidFill>
                <a:srgbClr val="C0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60B5A7FE-3A4F-44DE-898F-E222570EBD68}"/>
              </a:ext>
            </a:extLst>
          </p:cNvPr>
          <p:cNvSpPr>
            <a:spLocks noGrp="1"/>
          </p:cNvSpPr>
          <p:nvPr>
            <p:ph type="title"/>
          </p:nvPr>
        </p:nvSpPr>
        <p:spPr/>
        <p:txBody>
          <a:bodyPr/>
          <a:lstStyle/>
          <a:p>
            <a:r>
              <a:rPr lang="en-US" altLang="en-US" sz="4400"/>
              <a:t>Classes and Objects</a:t>
            </a:r>
            <a:endParaRPr lang="en-IN" altLang="en-US" sz="4400"/>
          </a:p>
        </p:txBody>
      </p:sp>
      <p:sp>
        <p:nvSpPr>
          <p:cNvPr id="3" name="Content Placeholder 2">
            <a:extLst>
              <a:ext uri="{FF2B5EF4-FFF2-40B4-BE49-F238E27FC236}">
                <a16:creationId xmlns:a16="http://schemas.microsoft.com/office/drawing/2014/main" id="{23FB6B0B-8117-4305-80FC-7B1342805608}"/>
              </a:ext>
            </a:extLst>
          </p:cNvPr>
          <p:cNvSpPr>
            <a:spLocks noGrp="1"/>
          </p:cNvSpPr>
          <p:nvPr>
            <p:ph idx="1"/>
          </p:nvPr>
        </p:nvSpPr>
        <p:spPr/>
        <p:txBody>
          <a:bodyPr/>
          <a:lstStyle/>
          <a:p>
            <a:pPr>
              <a:defRPr/>
            </a:pPr>
            <a:r>
              <a:rPr lang="en-US" sz="2000" dirty="0">
                <a:solidFill>
                  <a:srgbClr val="C00000"/>
                </a:solidFill>
              </a:rPr>
              <a:t>Access Specifiers </a:t>
            </a:r>
            <a:r>
              <a:rPr lang="en-US" sz="2000" dirty="0"/>
              <a:t>: Members (both data members and member functions) of a class can be declared as</a:t>
            </a:r>
          </a:p>
          <a:p>
            <a:pPr>
              <a:defRPr/>
            </a:pPr>
            <a:endParaRPr lang="en-US" sz="2000" dirty="0"/>
          </a:p>
          <a:p>
            <a:pPr lvl="1">
              <a:defRPr/>
            </a:pPr>
            <a:r>
              <a:rPr lang="en-IN" sz="2000" dirty="0">
                <a:solidFill>
                  <a:srgbClr val="C00000"/>
                </a:solidFill>
              </a:rPr>
              <a:t>Private - visible only inside the class – default for class members</a:t>
            </a:r>
          </a:p>
          <a:p>
            <a:pPr lvl="1">
              <a:defRPr/>
            </a:pPr>
            <a:r>
              <a:rPr lang="en-IN" sz="2000" dirty="0">
                <a:solidFill>
                  <a:srgbClr val="C00000"/>
                </a:solidFill>
              </a:rPr>
              <a:t>Protected - private + visible to the immediately derived class</a:t>
            </a:r>
          </a:p>
          <a:p>
            <a:pPr lvl="1">
              <a:defRPr/>
            </a:pPr>
            <a:r>
              <a:rPr lang="en-IN" sz="2000" dirty="0">
                <a:solidFill>
                  <a:srgbClr val="C00000"/>
                </a:solidFill>
              </a:rPr>
              <a:t>Public - globally visible</a:t>
            </a:r>
          </a:p>
          <a:p>
            <a:pPr>
              <a:defRPr/>
            </a:pPr>
            <a:endParaRPr lang="en-IN" sz="2000" dirty="0"/>
          </a:p>
          <a:p>
            <a:pPr>
              <a:defRPr/>
            </a:pPr>
            <a:endParaRPr lang="en-IN" sz="2000" dirty="0"/>
          </a:p>
          <a:p>
            <a:pPr>
              <a:defRPr/>
            </a:pPr>
            <a:endParaRPr lang="en-IN" sz="2000" dirty="0"/>
          </a:p>
        </p:txBody>
      </p:sp>
      <p:sp>
        <p:nvSpPr>
          <p:cNvPr id="21508" name="Slide Number Placeholder 3">
            <a:extLst>
              <a:ext uri="{FF2B5EF4-FFF2-40B4-BE49-F238E27FC236}">
                <a16:creationId xmlns:a16="http://schemas.microsoft.com/office/drawing/2014/main" id="{C77BF1FC-717C-4B08-8DCF-8C6A73962D6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383F406-A722-4C66-BE06-B3D6F71B3848}" type="slidenum">
              <a:rPr lang="en-US" altLang="en-US">
                <a:latin typeface="Times New Roman" panose="02020603050405020304" pitchFamily="18" charset="0"/>
              </a:rPr>
              <a:pPr/>
              <a:t>10</a:t>
            </a:fld>
            <a:endParaRPr lang="en-US" altLang="en-US">
              <a:latin typeface="Times New Roman" panose="02020603050405020304" pitchFamily="18" charset="0"/>
            </a:endParaRPr>
          </a:p>
        </p:txBody>
      </p:sp>
      <p:pic>
        <p:nvPicPr>
          <p:cNvPr id="21509" name="Picture 5">
            <a:extLst>
              <a:ext uri="{FF2B5EF4-FFF2-40B4-BE49-F238E27FC236}">
                <a16:creationId xmlns:a16="http://schemas.microsoft.com/office/drawing/2014/main" id="{3AF13B4B-2CDC-4E8C-8D1E-BA6261FF8D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5363" y="3429000"/>
            <a:ext cx="4238625" cy="168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510" name="Rectangle 1">
            <a:extLst>
              <a:ext uri="{FF2B5EF4-FFF2-40B4-BE49-F238E27FC236}">
                <a16:creationId xmlns:a16="http://schemas.microsoft.com/office/drawing/2014/main" id="{40B1A63F-34EC-46F6-A711-7794FCC1D525}"/>
              </a:ext>
            </a:extLst>
          </p:cNvPr>
          <p:cNvSpPr>
            <a:spLocks noChangeArrowheads="1"/>
          </p:cNvSpPr>
          <p:nvPr/>
        </p:nvSpPr>
        <p:spPr bwMode="auto">
          <a:xfrm>
            <a:off x="465138" y="5046663"/>
            <a:ext cx="83915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t>Note :</a:t>
            </a:r>
          </a:p>
          <a:p>
            <a:pPr eaLnBrk="1" hangingPunct="1"/>
            <a:r>
              <a:rPr lang="en-IN" altLang="en-US"/>
              <a:t>A class may have any number of public and private sections in any order</a:t>
            </a:r>
          </a:p>
          <a:p>
            <a:pPr eaLnBrk="1" hangingPunct="1"/>
            <a:r>
              <a:rPr lang="en-IN" altLang="en-US"/>
              <a:t>As a rule of thump, data members are declared private and member functions are declared public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CED9B78F-AC6C-4BE1-940E-AD5C86E0F89D}"/>
              </a:ext>
            </a:extLst>
          </p:cNvPr>
          <p:cNvSpPr>
            <a:spLocks noGrp="1"/>
          </p:cNvSpPr>
          <p:nvPr>
            <p:ph type="title"/>
          </p:nvPr>
        </p:nvSpPr>
        <p:spPr/>
        <p:txBody>
          <a:bodyPr/>
          <a:lstStyle/>
          <a:p>
            <a:r>
              <a:rPr lang="en-US" altLang="en-US" sz="4400"/>
              <a:t>Classes and Objects</a:t>
            </a:r>
            <a:endParaRPr lang="en-IN" altLang="en-US" sz="4400"/>
          </a:p>
        </p:txBody>
      </p:sp>
      <p:sp>
        <p:nvSpPr>
          <p:cNvPr id="22531" name="Slide Number Placeholder 3">
            <a:extLst>
              <a:ext uri="{FF2B5EF4-FFF2-40B4-BE49-F238E27FC236}">
                <a16:creationId xmlns:a16="http://schemas.microsoft.com/office/drawing/2014/main" id="{B01E8DA7-801C-47A9-B804-C905ADE219D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E3ACECF-BB2C-44A3-83F3-619DD8D50249}" type="slidenum">
              <a:rPr lang="en-US" altLang="en-US">
                <a:latin typeface="Times New Roman" panose="02020603050405020304" pitchFamily="18" charset="0"/>
              </a:rPr>
              <a:pPr/>
              <a:t>11</a:t>
            </a:fld>
            <a:endParaRPr lang="en-US" altLang="en-US">
              <a:latin typeface="Times New Roman" panose="02020603050405020304" pitchFamily="18" charset="0"/>
            </a:endParaRPr>
          </a:p>
        </p:txBody>
      </p:sp>
      <p:sp>
        <p:nvSpPr>
          <p:cNvPr id="22532" name="Rectangle 4">
            <a:extLst>
              <a:ext uri="{FF2B5EF4-FFF2-40B4-BE49-F238E27FC236}">
                <a16:creationId xmlns:a16="http://schemas.microsoft.com/office/drawing/2014/main" id="{65899630-CDC4-42D5-A1CE-FC8D68A9546B}"/>
              </a:ext>
            </a:extLst>
          </p:cNvPr>
          <p:cNvSpPr>
            <a:spLocks noChangeArrowheads="1"/>
          </p:cNvSpPr>
          <p:nvPr/>
        </p:nvSpPr>
        <p:spPr bwMode="auto">
          <a:xfrm>
            <a:off x="533400" y="1524000"/>
            <a:ext cx="5257800"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sz="2000">
                <a:solidFill>
                  <a:srgbClr val="C00000"/>
                </a:solidFill>
              </a:rPr>
              <a:t>Class members are private by default</a:t>
            </a:r>
          </a:p>
          <a:p>
            <a:pPr eaLnBrk="1" hangingPunct="1"/>
            <a:r>
              <a:rPr lang="en-IN" altLang="en-US" sz="2000"/>
              <a:t>class point</a:t>
            </a:r>
          </a:p>
          <a:p>
            <a:pPr eaLnBrk="1" hangingPunct="1"/>
            <a:r>
              <a:rPr lang="en-IN" altLang="en-US" sz="2000"/>
              <a:t>{</a:t>
            </a:r>
          </a:p>
          <a:p>
            <a:pPr eaLnBrk="1" hangingPunct="1"/>
            <a:r>
              <a:rPr lang="en-IN" altLang="en-US" sz="2000"/>
              <a:t>       int x, y;</a:t>
            </a:r>
          </a:p>
          <a:p>
            <a:pPr eaLnBrk="1" hangingPunct="1"/>
            <a:r>
              <a:rPr lang="en-IN" altLang="en-US" sz="2000"/>
              <a:t>};</a:t>
            </a:r>
          </a:p>
          <a:p>
            <a:pPr eaLnBrk="1" hangingPunct="1"/>
            <a:r>
              <a:rPr lang="en-IN" altLang="en-US" sz="2000"/>
              <a:t>int main()</a:t>
            </a:r>
          </a:p>
          <a:p>
            <a:pPr eaLnBrk="1" hangingPunct="1"/>
            <a:r>
              <a:rPr lang="en-IN" altLang="en-US" sz="2000"/>
              <a:t>{</a:t>
            </a:r>
          </a:p>
          <a:p>
            <a:pPr eaLnBrk="1" hangingPunct="1"/>
            <a:r>
              <a:rPr lang="en-IN" altLang="en-US" sz="2000"/>
              <a:t>      point p1;</a:t>
            </a:r>
          </a:p>
          <a:p>
            <a:pPr eaLnBrk="1" hangingPunct="1"/>
            <a:r>
              <a:rPr lang="en-IN" altLang="en-US" sz="2000"/>
              <a:t>      p1.x=10;   // </a:t>
            </a:r>
            <a:r>
              <a:rPr lang="en-IN" altLang="en-US" sz="2000">
                <a:solidFill>
                  <a:srgbClr val="C00000"/>
                </a:solidFill>
              </a:rPr>
              <a:t>error </a:t>
            </a:r>
          </a:p>
          <a:p>
            <a:pPr eaLnBrk="1" hangingPunct="1"/>
            <a:r>
              <a:rPr lang="en-IN" altLang="en-US" sz="2000"/>
              <a:t>}</a:t>
            </a:r>
          </a:p>
        </p:txBody>
      </p:sp>
      <p:sp>
        <p:nvSpPr>
          <p:cNvPr id="22533" name="Rectangle 5">
            <a:extLst>
              <a:ext uri="{FF2B5EF4-FFF2-40B4-BE49-F238E27FC236}">
                <a16:creationId xmlns:a16="http://schemas.microsoft.com/office/drawing/2014/main" id="{ED5C227E-542F-4BE4-8B03-CDBDF25802D5}"/>
              </a:ext>
            </a:extLst>
          </p:cNvPr>
          <p:cNvSpPr>
            <a:spLocks noChangeArrowheads="1"/>
          </p:cNvSpPr>
          <p:nvPr/>
        </p:nvSpPr>
        <p:spPr bwMode="auto">
          <a:xfrm>
            <a:off x="5105400" y="2971800"/>
            <a:ext cx="3886200"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sz="2000"/>
              <a:t>class point</a:t>
            </a:r>
          </a:p>
          <a:p>
            <a:pPr eaLnBrk="1" hangingPunct="1"/>
            <a:r>
              <a:rPr lang="en-IN" altLang="en-US" sz="2000"/>
              <a:t>{</a:t>
            </a:r>
          </a:p>
          <a:p>
            <a:pPr eaLnBrk="1" hangingPunct="1"/>
            <a:r>
              <a:rPr lang="en-IN" altLang="en-US" sz="2000"/>
              <a:t>      public:</a:t>
            </a:r>
          </a:p>
          <a:p>
            <a:pPr eaLnBrk="1" hangingPunct="1"/>
            <a:r>
              <a:rPr lang="en-IN" altLang="en-US" sz="2000"/>
              <a:t>                  int x, y;</a:t>
            </a:r>
          </a:p>
          <a:p>
            <a:pPr eaLnBrk="1" hangingPunct="1"/>
            <a:r>
              <a:rPr lang="en-IN" altLang="en-US" sz="2000"/>
              <a:t>};</a:t>
            </a:r>
          </a:p>
          <a:p>
            <a:pPr eaLnBrk="1" hangingPunct="1"/>
            <a:r>
              <a:rPr lang="en-IN" altLang="en-US" sz="2000"/>
              <a:t>int main()</a:t>
            </a:r>
          </a:p>
          <a:p>
            <a:pPr eaLnBrk="1" hangingPunct="1"/>
            <a:r>
              <a:rPr lang="en-IN" altLang="en-US" sz="2000"/>
              <a:t>{</a:t>
            </a:r>
          </a:p>
          <a:p>
            <a:pPr eaLnBrk="1" hangingPunct="1"/>
            <a:r>
              <a:rPr lang="en-IN" altLang="en-US" sz="2000"/>
              <a:t>      point p1;</a:t>
            </a:r>
          </a:p>
          <a:p>
            <a:pPr eaLnBrk="1" hangingPunct="1"/>
            <a:r>
              <a:rPr lang="en-IN" altLang="en-US" sz="2000"/>
              <a:t>      p1.x=10;   // </a:t>
            </a:r>
            <a:r>
              <a:rPr lang="en-IN" altLang="en-US" sz="2000">
                <a:solidFill>
                  <a:srgbClr val="C00000"/>
                </a:solidFill>
              </a:rPr>
              <a:t>correct</a:t>
            </a:r>
          </a:p>
          <a:p>
            <a:pPr eaLnBrk="1" hangingPunct="1"/>
            <a:r>
              <a:rPr lang="en-IN" altLang="en-US" sz="200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A972E01C-C2B2-42AE-88C0-C14854FF1B88}"/>
              </a:ext>
            </a:extLst>
          </p:cNvPr>
          <p:cNvSpPr>
            <a:spLocks noGrp="1"/>
          </p:cNvSpPr>
          <p:nvPr>
            <p:ph type="title"/>
          </p:nvPr>
        </p:nvSpPr>
        <p:spPr/>
        <p:txBody>
          <a:bodyPr/>
          <a:lstStyle/>
          <a:p>
            <a:r>
              <a:rPr lang="en-US" altLang="en-US" sz="4400"/>
              <a:t>Classes and Objects</a:t>
            </a:r>
            <a:endParaRPr lang="en-IN" altLang="en-US"/>
          </a:p>
        </p:txBody>
      </p:sp>
      <p:sp>
        <p:nvSpPr>
          <p:cNvPr id="3" name="Content Placeholder 2">
            <a:extLst>
              <a:ext uri="{FF2B5EF4-FFF2-40B4-BE49-F238E27FC236}">
                <a16:creationId xmlns:a16="http://schemas.microsoft.com/office/drawing/2014/main" id="{9392ED72-5EA8-456B-B7B4-DBF5B3DB2FA2}"/>
              </a:ext>
            </a:extLst>
          </p:cNvPr>
          <p:cNvSpPr>
            <a:spLocks noGrp="1"/>
          </p:cNvSpPr>
          <p:nvPr>
            <p:ph idx="1"/>
          </p:nvPr>
        </p:nvSpPr>
        <p:spPr/>
        <p:txBody>
          <a:bodyPr/>
          <a:lstStyle/>
          <a:p>
            <a:pPr>
              <a:defRPr/>
            </a:pPr>
            <a:r>
              <a:rPr lang="en-IN" sz="2400" dirty="0" err="1">
                <a:solidFill>
                  <a:srgbClr val="C00000"/>
                </a:solidFill>
              </a:rPr>
              <a:t>struct</a:t>
            </a:r>
            <a:r>
              <a:rPr lang="en-IN" sz="2400" dirty="0">
                <a:solidFill>
                  <a:srgbClr val="C00000"/>
                </a:solidFill>
              </a:rPr>
              <a:t> </a:t>
            </a:r>
            <a:r>
              <a:rPr lang="en-IN" sz="2400" dirty="0" err="1">
                <a:solidFill>
                  <a:srgbClr val="C00000"/>
                </a:solidFill>
              </a:rPr>
              <a:t>vs</a:t>
            </a:r>
            <a:r>
              <a:rPr lang="en-IN" sz="2400" dirty="0">
                <a:solidFill>
                  <a:srgbClr val="C00000"/>
                </a:solidFill>
              </a:rPr>
              <a:t> class</a:t>
            </a:r>
          </a:p>
          <a:p>
            <a:pPr>
              <a:defRPr/>
            </a:pPr>
            <a:endParaRPr lang="en-IN" sz="2400" dirty="0">
              <a:solidFill>
                <a:srgbClr val="C00000"/>
              </a:solidFill>
            </a:endParaRPr>
          </a:p>
          <a:p>
            <a:pPr>
              <a:defRPr/>
            </a:pPr>
            <a:r>
              <a:rPr lang="en-IN" sz="2000" dirty="0"/>
              <a:t>The only real difference between a </a:t>
            </a:r>
            <a:r>
              <a:rPr lang="en-IN" sz="2000" dirty="0" err="1"/>
              <a:t>struct</a:t>
            </a:r>
            <a:r>
              <a:rPr lang="en-IN" sz="2000" dirty="0"/>
              <a:t> and a class is the </a:t>
            </a:r>
            <a:r>
              <a:rPr lang="en-IN" sz="2000" dirty="0">
                <a:solidFill>
                  <a:srgbClr val="C00000"/>
                </a:solidFill>
              </a:rPr>
              <a:t>default visibility</a:t>
            </a:r>
          </a:p>
          <a:p>
            <a:pPr lvl="1">
              <a:defRPr/>
            </a:pPr>
            <a:r>
              <a:rPr lang="en-IN" sz="2000" dirty="0" err="1">
                <a:solidFill>
                  <a:srgbClr val="C00000"/>
                </a:solidFill>
              </a:rPr>
              <a:t>structs</a:t>
            </a:r>
            <a:r>
              <a:rPr lang="en-IN" sz="2000" dirty="0"/>
              <a:t> have </a:t>
            </a:r>
            <a:r>
              <a:rPr lang="en-IN" sz="2000" dirty="0">
                <a:solidFill>
                  <a:srgbClr val="C00000"/>
                </a:solidFill>
              </a:rPr>
              <a:t>public visibility </a:t>
            </a:r>
            <a:r>
              <a:rPr lang="en-IN" sz="2000" dirty="0"/>
              <a:t>by default and </a:t>
            </a:r>
          </a:p>
          <a:p>
            <a:pPr lvl="1">
              <a:defRPr/>
            </a:pPr>
            <a:r>
              <a:rPr lang="en-IN" sz="2000" dirty="0">
                <a:solidFill>
                  <a:srgbClr val="C00000"/>
                </a:solidFill>
              </a:rPr>
              <a:t>classes</a:t>
            </a:r>
            <a:r>
              <a:rPr lang="en-IN" sz="2000" dirty="0"/>
              <a:t> have </a:t>
            </a:r>
            <a:r>
              <a:rPr lang="en-IN" sz="2000" dirty="0">
                <a:solidFill>
                  <a:srgbClr val="C00000"/>
                </a:solidFill>
              </a:rPr>
              <a:t>private visibility </a:t>
            </a:r>
            <a:r>
              <a:rPr lang="en-IN" sz="2000" dirty="0"/>
              <a:t>by default</a:t>
            </a:r>
          </a:p>
          <a:p>
            <a:pPr lvl="1">
              <a:defRPr/>
            </a:pPr>
            <a:endParaRPr lang="en-IN" sz="1800" dirty="0"/>
          </a:p>
          <a:p>
            <a:pPr>
              <a:defRPr/>
            </a:pPr>
            <a:endParaRPr lang="en-IN" sz="2200" dirty="0"/>
          </a:p>
          <a:p>
            <a:pPr lvl="1">
              <a:defRPr/>
            </a:pPr>
            <a:endParaRPr lang="en-IN" sz="1800" dirty="0"/>
          </a:p>
        </p:txBody>
      </p:sp>
      <p:sp>
        <p:nvSpPr>
          <p:cNvPr id="23556" name="Slide Number Placeholder 3">
            <a:extLst>
              <a:ext uri="{FF2B5EF4-FFF2-40B4-BE49-F238E27FC236}">
                <a16:creationId xmlns:a16="http://schemas.microsoft.com/office/drawing/2014/main" id="{6AEF7D57-37F2-4E63-8473-F19CC9E2A91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89EE301-19CB-4A7F-9607-EC2C87D6A3AC}" type="slidenum">
              <a:rPr lang="en-US" altLang="en-US">
                <a:latin typeface="Times New Roman" panose="02020603050405020304" pitchFamily="18" charset="0"/>
              </a:rPr>
              <a:pPr/>
              <a:t>12</a:t>
            </a:fld>
            <a:endParaRPr lang="en-US" altLang="en-US">
              <a:latin typeface="Times New Roman" panose="02020603050405020304" pitchFamily="18" charset="0"/>
            </a:endParaRPr>
          </a:p>
        </p:txBody>
      </p:sp>
      <p:pic>
        <p:nvPicPr>
          <p:cNvPr id="23557" name="Picture 2">
            <a:extLst>
              <a:ext uri="{FF2B5EF4-FFF2-40B4-BE49-F238E27FC236}">
                <a16:creationId xmlns:a16="http://schemas.microsoft.com/office/drawing/2014/main" id="{57F75943-97B2-42E7-80FD-038D7795DD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4100513"/>
            <a:ext cx="8382000" cy="248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D849C7FA-70D7-4964-B82C-32E8910992F5}"/>
              </a:ext>
            </a:extLst>
          </p:cNvPr>
          <p:cNvSpPr>
            <a:spLocks noGrp="1"/>
          </p:cNvSpPr>
          <p:nvPr>
            <p:ph type="title"/>
          </p:nvPr>
        </p:nvSpPr>
        <p:spPr/>
        <p:txBody>
          <a:bodyPr/>
          <a:lstStyle/>
          <a:p>
            <a:r>
              <a:rPr lang="en-US" altLang="en-US" sz="4400"/>
              <a:t>Classes and Objects</a:t>
            </a:r>
            <a:endParaRPr lang="en-IN" altLang="en-US" sz="4400"/>
          </a:p>
        </p:txBody>
      </p:sp>
      <p:sp>
        <p:nvSpPr>
          <p:cNvPr id="3" name="Content Placeholder 2">
            <a:extLst>
              <a:ext uri="{FF2B5EF4-FFF2-40B4-BE49-F238E27FC236}">
                <a16:creationId xmlns:a16="http://schemas.microsoft.com/office/drawing/2014/main" id="{B089830C-F2D0-4FC9-AC6F-CDBD6ED3C664}"/>
              </a:ext>
            </a:extLst>
          </p:cNvPr>
          <p:cNvSpPr>
            <a:spLocks noGrp="1"/>
          </p:cNvSpPr>
          <p:nvPr>
            <p:ph idx="1"/>
          </p:nvPr>
        </p:nvSpPr>
        <p:spPr>
          <a:xfrm>
            <a:off x="457200" y="1422400"/>
            <a:ext cx="8229600" cy="4530725"/>
          </a:xfrm>
        </p:spPr>
        <p:txBody>
          <a:bodyPr/>
          <a:lstStyle/>
          <a:p>
            <a:pPr>
              <a:defRPr/>
            </a:pPr>
            <a:r>
              <a:rPr lang="en-IN" sz="2000" dirty="0"/>
              <a:t>Member variables of a class define the properties or characteristics of an object</a:t>
            </a:r>
          </a:p>
          <a:p>
            <a:pPr>
              <a:defRPr/>
            </a:pPr>
            <a:r>
              <a:rPr lang="en-IN" sz="2000" dirty="0"/>
              <a:t>Member variables may be</a:t>
            </a:r>
          </a:p>
          <a:p>
            <a:pPr lvl="2">
              <a:defRPr/>
            </a:pPr>
            <a:r>
              <a:rPr lang="en-IN" sz="1600" dirty="0">
                <a:solidFill>
                  <a:srgbClr val="C00000"/>
                </a:solidFill>
              </a:rPr>
              <a:t>Static</a:t>
            </a:r>
          </a:p>
          <a:p>
            <a:pPr lvl="2">
              <a:defRPr/>
            </a:pPr>
            <a:r>
              <a:rPr lang="en-IN" sz="1600" dirty="0">
                <a:solidFill>
                  <a:srgbClr val="C00000"/>
                </a:solidFill>
              </a:rPr>
              <a:t>Non-static</a:t>
            </a:r>
          </a:p>
          <a:p>
            <a:pPr lvl="2">
              <a:defRPr/>
            </a:pPr>
            <a:r>
              <a:rPr lang="en-IN" sz="1600" dirty="0">
                <a:solidFill>
                  <a:srgbClr val="C00000"/>
                </a:solidFill>
              </a:rPr>
              <a:t>Reference</a:t>
            </a:r>
          </a:p>
          <a:p>
            <a:pPr lvl="2">
              <a:defRPr/>
            </a:pPr>
            <a:r>
              <a:rPr lang="en-IN" sz="1600" dirty="0">
                <a:solidFill>
                  <a:srgbClr val="C00000"/>
                </a:solidFill>
              </a:rPr>
              <a:t>Pointer</a:t>
            </a:r>
          </a:p>
          <a:p>
            <a:pPr lvl="2">
              <a:defRPr/>
            </a:pPr>
            <a:r>
              <a:rPr lang="en-IN" sz="1600" dirty="0" err="1">
                <a:solidFill>
                  <a:srgbClr val="C00000"/>
                </a:solidFill>
              </a:rPr>
              <a:t>Const</a:t>
            </a:r>
            <a:endParaRPr lang="en-IN" sz="1600" dirty="0">
              <a:solidFill>
                <a:srgbClr val="C00000"/>
              </a:solidFill>
            </a:endParaRPr>
          </a:p>
          <a:p>
            <a:pPr>
              <a:defRPr/>
            </a:pPr>
            <a:r>
              <a:rPr lang="en-IN" sz="2000" dirty="0"/>
              <a:t>Member functions of a class - define actions or behavior of an object</a:t>
            </a:r>
          </a:p>
          <a:p>
            <a:pPr>
              <a:defRPr/>
            </a:pPr>
            <a:r>
              <a:rPr lang="en-IN" sz="2000" dirty="0"/>
              <a:t>Member functions may be</a:t>
            </a:r>
          </a:p>
          <a:p>
            <a:pPr lvl="2">
              <a:defRPr/>
            </a:pPr>
            <a:r>
              <a:rPr lang="en-IN" sz="1600" dirty="0">
                <a:solidFill>
                  <a:srgbClr val="C00000"/>
                </a:solidFill>
              </a:rPr>
              <a:t>Constructors </a:t>
            </a:r>
          </a:p>
          <a:p>
            <a:pPr lvl="2">
              <a:defRPr/>
            </a:pPr>
            <a:r>
              <a:rPr lang="en-IN" sz="1600" dirty="0">
                <a:solidFill>
                  <a:srgbClr val="C00000"/>
                </a:solidFill>
              </a:rPr>
              <a:t>Destructors</a:t>
            </a:r>
          </a:p>
          <a:p>
            <a:pPr lvl="2">
              <a:defRPr/>
            </a:pPr>
            <a:r>
              <a:rPr lang="en-IN" sz="1600" dirty="0">
                <a:solidFill>
                  <a:srgbClr val="C00000"/>
                </a:solidFill>
              </a:rPr>
              <a:t>Static functions </a:t>
            </a:r>
          </a:p>
          <a:p>
            <a:pPr lvl="2">
              <a:defRPr/>
            </a:pPr>
            <a:r>
              <a:rPr lang="en-IN" sz="1600" dirty="0">
                <a:solidFill>
                  <a:srgbClr val="C00000"/>
                </a:solidFill>
              </a:rPr>
              <a:t>Non-static functions</a:t>
            </a:r>
          </a:p>
          <a:p>
            <a:pPr lvl="2">
              <a:defRPr/>
            </a:pPr>
            <a:r>
              <a:rPr lang="en-IN" sz="1600" dirty="0" err="1">
                <a:solidFill>
                  <a:srgbClr val="C00000"/>
                </a:solidFill>
              </a:rPr>
              <a:t>Const</a:t>
            </a:r>
            <a:r>
              <a:rPr lang="en-IN" sz="1600" dirty="0">
                <a:solidFill>
                  <a:srgbClr val="C00000"/>
                </a:solidFill>
              </a:rPr>
              <a:t> functions</a:t>
            </a:r>
          </a:p>
          <a:p>
            <a:pPr lvl="2">
              <a:defRPr/>
            </a:pPr>
            <a:r>
              <a:rPr lang="en-IN" sz="1600" dirty="0">
                <a:solidFill>
                  <a:srgbClr val="C00000"/>
                </a:solidFill>
              </a:rPr>
              <a:t>Virtual functions</a:t>
            </a:r>
          </a:p>
          <a:p>
            <a:pPr lvl="1">
              <a:defRPr/>
            </a:pPr>
            <a:endParaRPr lang="en-IN" sz="1800" dirty="0"/>
          </a:p>
        </p:txBody>
      </p:sp>
      <p:sp>
        <p:nvSpPr>
          <p:cNvPr id="24580" name="Slide Number Placeholder 3">
            <a:extLst>
              <a:ext uri="{FF2B5EF4-FFF2-40B4-BE49-F238E27FC236}">
                <a16:creationId xmlns:a16="http://schemas.microsoft.com/office/drawing/2014/main" id="{258C764A-D29A-4887-9E8D-09266C58460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B50D5DE-136E-424A-BDAA-84551C4FF7D8}" type="slidenum">
              <a:rPr lang="en-US" altLang="en-US">
                <a:latin typeface="Times New Roman" panose="02020603050405020304" pitchFamily="18" charset="0"/>
              </a:rPr>
              <a:pPr/>
              <a:t>13</a:t>
            </a:fld>
            <a:endParaRPr lang="en-US" altLang="en-US">
              <a:latin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D2AAE48F-F79E-48E5-98D5-44182C1B7E71}"/>
              </a:ext>
            </a:extLst>
          </p:cNvPr>
          <p:cNvSpPr>
            <a:spLocks noGrp="1"/>
          </p:cNvSpPr>
          <p:nvPr>
            <p:ph type="title"/>
          </p:nvPr>
        </p:nvSpPr>
        <p:spPr/>
        <p:txBody>
          <a:bodyPr/>
          <a:lstStyle/>
          <a:p>
            <a:r>
              <a:rPr lang="en-US" altLang="en-US" sz="4400"/>
              <a:t>Classes and Objects</a:t>
            </a:r>
            <a:endParaRPr lang="en-IN" altLang="en-US" sz="4400"/>
          </a:p>
        </p:txBody>
      </p:sp>
      <p:sp>
        <p:nvSpPr>
          <p:cNvPr id="3" name="Content Placeholder 2">
            <a:extLst>
              <a:ext uri="{FF2B5EF4-FFF2-40B4-BE49-F238E27FC236}">
                <a16:creationId xmlns:a16="http://schemas.microsoft.com/office/drawing/2014/main" id="{807D0698-DFBC-4311-BB1D-D187D1450554}"/>
              </a:ext>
            </a:extLst>
          </p:cNvPr>
          <p:cNvSpPr>
            <a:spLocks noGrp="1"/>
          </p:cNvSpPr>
          <p:nvPr>
            <p:ph idx="1"/>
          </p:nvPr>
        </p:nvSpPr>
        <p:spPr>
          <a:xfrm>
            <a:off x="457200" y="1143000"/>
            <a:ext cx="8229600" cy="4530725"/>
          </a:xfrm>
        </p:spPr>
        <p:txBody>
          <a:bodyPr/>
          <a:lstStyle/>
          <a:p>
            <a:pPr>
              <a:defRPr/>
            </a:pPr>
            <a:r>
              <a:rPr lang="en-IN" sz="2000" b="1" dirty="0">
                <a:solidFill>
                  <a:srgbClr val="C00000"/>
                </a:solidFill>
              </a:rPr>
              <a:t>The UML (</a:t>
            </a:r>
            <a:r>
              <a:rPr lang="en-IN" sz="2000" dirty="0"/>
              <a:t>Unified Modeling Language</a:t>
            </a:r>
            <a:r>
              <a:rPr lang="en-IN" sz="2000" b="1" dirty="0">
                <a:solidFill>
                  <a:srgbClr val="C00000"/>
                </a:solidFill>
              </a:rPr>
              <a:t>) Class Symbol</a:t>
            </a:r>
          </a:p>
          <a:p>
            <a:pPr>
              <a:defRPr/>
            </a:pPr>
            <a:endParaRPr lang="en-IN" sz="2000" dirty="0"/>
          </a:p>
        </p:txBody>
      </p:sp>
      <p:sp>
        <p:nvSpPr>
          <p:cNvPr id="25604" name="Slide Number Placeholder 3">
            <a:extLst>
              <a:ext uri="{FF2B5EF4-FFF2-40B4-BE49-F238E27FC236}">
                <a16:creationId xmlns:a16="http://schemas.microsoft.com/office/drawing/2014/main" id="{14E153A5-2A5F-4F33-9B2A-E2DD81C5777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F033ACF-2A81-4E77-9316-F0841A104918}" type="slidenum">
              <a:rPr lang="en-US" altLang="en-US">
                <a:latin typeface="Times New Roman" panose="02020603050405020304" pitchFamily="18" charset="0"/>
              </a:rPr>
              <a:pPr/>
              <a:t>14</a:t>
            </a:fld>
            <a:endParaRPr lang="en-US" altLang="en-US">
              <a:latin typeface="Times New Roman" panose="02020603050405020304" pitchFamily="18" charset="0"/>
            </a:endParaRPr>
          </a:p>
        </p:txBody>
      </p:sp>
      <p:pic>
        <p:nvPicPr>
          <p:cNvPr id="25605" name="Picture 6">
            <a:extLst>
              <a:ext uri="{FF2B5EF4-FFF2-40B4-BE49-F238E27FC236}">
                <a16:creationId xmlns:a16="http://schemas.microsoft.com/office/drawing/2014/main" id="{7FB3FD27-5E42-4552-B969-C6853AB1ED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8225" y="1531938"/>
            <a:ext cx="3686175" cy="322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606" name="Picture 7">
            <a:extLst>
              <a:ext uri="{FF2B5EF4-FFF2-40B4-BE49-F238E27FC236}">
                <a16:creationId xmlns:a16="http://schemas.microsoft.com/office/drawing/2014/main" id="{66FD8821-D18E-4E77-9DE8-B06DC98DCF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1547813"/>
            <a:ext cx="4191000" cy="3792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607" name="Picture 8">
            <a:extLst>
              <a:ext uri="{FF2B5EF4-FFF2-40B4-BE49-F238E27FC236}">
                <a16:creationId xmlns:a16="http://schemas.microsoft.com/office/drawing/2014/main" id="{D7B2E5D0-F2C6-437E-A5B0-B77D816CF1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50" y="1828800"/>
            <a:ext cx="97155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608" name="Picture 9">
            <a:extLst>
              <a:ext uri="{FF2B5EF4-FFF2-40B4-BE49-F238E27FC236}">
                <a16:creationId xmlns:a16="http://schemas.microsoft.com/office/drawing/2014/main" id="{AB84A281-E109-44DF-A1B4-68CBD680CE1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250" y="2438400"/>
            <a:ext cx="971550" cy="27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609" name="Picture 10">
            <a:extLst>
              <a:ext uri="{FF2B5EF4-FFF2-40B4-BE49-F238E27FC236}">
                <a16:creationId xmlns:a16="http://schemas.microsoft.com/office/drawing/2014/main" id="{C7706660-C697-4362-ACBB-A3B5B8E865B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575" y="3548063"/>
            <a:ext cx="1066800" cy="280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610" name="Picture 11">
            <a:extLst>
              <a:ext uri="{FF2B5EF4-FFF2-40B4-BE49-F238E27FC236}">
                <a16:creationId xmlns:a16="http://schemas.microsoft.com/office/drawing/2014/main" id="{A172A15E-3C28-4E8F-9889-01783FE64DD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1000" y="5156200"/>
            <a:ext cx="19050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611" name="Picture 12">
            <a:extLst>
              <a:ext uri="{FF2B5EF4-FFF2-40B4-BE49-F238E27FC236}">
                <a16:creationId xmlns:a16="http://schemas.microsoft.com/office/drawing/2014/main" id="{28B21D89-ED80-45F3-91D4-3478DA0B12C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57713" y="5516563"/>
            <a:ext cx="4572000" cy="29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4A6260E5-B5B2-49AD-8C28-7D6113739F6E}"/>
              </a:ext>
            </a:extLst>
          </p:cNvPr>
          <p:cNvSpPr>
            <a:spLocks noGrp="1"/>
          </p:cNvSpPr>
          <p:nvPr>
            <p:ph type="title"/>
          </p:nvPr>
        </p:nvSpPr>
        <p:spPr/>
        <p:txBody>
          <a:bodyPr/>
          <a:lstStyle/>
          <a:p>
            <a:r>
              <a:rPr lang="en-US" altLang="en-US" sz="4400"/>
              <a:t>Classes and Objects</a:t>
            </a:r>
            <a:endParaRPr lang="en-IN" altLang="en-US" sz="4400"/>
          </a:p>
        </p:txBody>
      </p:sp>
      <p:sp>
        <p:nvSpPr>
          <p:cNvPr id="3" name="Content Placeholder 2">
            <a:extLst>
              <a:ext uri="{FF2B5EF4-FFF2-40B4-BE49-F238E27FC236}">
                <a16:creationId xmlns:a16="http://schemas.microsoft.com/office/drawing/2014/main" id="{2D781728-C17D-4F9B-992E-6042D4031346}"/>
              </a:ext>
            </a:extLst>
          </p:cNvPr>
          <p:cNvSpPr>
            <a:spLocks noGrp="1"/>
          </p:cNvSpPr>
          <p:nvPr>
            <p:ph idx="1"/>
          </p:nvPr>
        </p:nvSpPr>
        <p:spPr/>
        <p:txBody>
          <a:bodyPr/>
          <a:lstStyle/>
          <a:p>
            <a:pPr>
              <a:defRPr/>
            </a:pPr>
            <a:r>
              <a:rPr lang="en-IN" sz="2000" dirty="0">
                <a:solidFill>
                  <a:srgbClr val="C00000"/>
                </a:solidFill>
              </a:rPr>
              <a:t>Test Yourself: Translating Basic UML to C++</a:t>
            </a:r>
          </a:p>
          <a:p>
            <a:pPr>
              <a:defRPr/>
            </a:pPr>
            <a:endParaRPr lang="en-IN" sz="2000" dirty="0"/>
          </a:p>
        </p:txBody>
      </p:sp>
      <p:sp>
        <p:nvSpPr>
          <p:cNvPr id="26628" name="Slide Number Placeholder 3">
            <a:extLst>
              <a:ext uri="{FF2B5EF4-FFF2-40B4-BE49-F238E27FC236}">
                <a16:creationId xmlns:a16="http://schemas.microsoft.com/office/drawing/2014/main" id="{67D39B24-E271-4C3D-A4D5-F12700CE25A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F8ECC15-D9B8-4497-BF13-EE0262F6E4F0}" type="slidenum">
              <a:rPr lang="en-US" altLang="en-US">
                <a:latin typeface="Times New Roman" panose="02020603050405020304" pitchFamily="18" charset="0"/>
              </a:rPr>
              <a:pPr/>
              <a:t>15</a:t>
            </a:fld>
            <a:endParaRPr lang="en-US" altLang="en-US">
              <a:latin typeface="Times New Roman" panose="02020603050405020304" pitchFamily="18" charset="0"/>
            </a:endParaRPr>
          </a:p>
        </p:txBody>
      </p:sp>
      <p:pic>
        <p:nvPicPr>
          <p:cNvPr id="26629" name="Picture 5">
            <a:extLst>
              <a:ext uri="{FF2B5EF4-FFF2-40B4-BE49-F238E27FC236}">
                <a16:creationId xmlns:a16="http://schemas.microsoft.com/office/drawing/2014/main" id="{D7FAE61A-528E-41E0-9EFB-9FA8C0605E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133600"/>
            <a:ext cx="6453188"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39F6BFDA-C55F-41CF-B240-3B42CAB88A9C}"/>
              </a:ext>
            </a:extLst>
          </p:cNvPr>
          <p:cNvSpPr>
            <a:spLocks noGrp="1"/>
          </p:cNvSpPr>
          <p:nvPr>
            <p:ph type="title"/>
          </p:nvPr>
        </p:nvSpPr>
        <p:spPr/>
        <p:txBody>
          <a:bodyPr/>
          <a:lstStyle/>
          <a:p>
            <a:r>
              <a:rPr lang="en-US" altLang="en-US" sz="4400"/>
              <a:t>Classes and Objects</a:t>
            </a:r>
            <a:endParaRPr lang="en-IN" altLang="en-US" sz="4400"/>
          </a:p>
        </p:txBody>
      </p:sp>
      <p:sp>
        <p:nvSpPr>
          <p:cNvPr id="27651" name="Slide Number Placeholder 3">
            <a:extLst>
              <a:ext uri="{FF2B5EF4-FFF2-40B4-BE49-F238E27FC236}">
                <a16:creationId xmlns:a16="http://schemas.microsoft.com/office/drawing/2014/main" id="{BF80D1CD-A4F7-453F-A42D-B7E972D7B6B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614E7D4-7E3C-4B3D-9E3C-3F4E89B53BF7}" type="slidenum">
              <a:rPr lang="en-US" altLang="en-US">
                <a:latin typeface="Times New Roman" panose="02020603050405020304" pitchFamily="18" charset="0"/>
              </a:rPr>
              <a:pPr/>
              <a:t>16</a:t>
            </a:fld>
            <a:endParaRPr lang="en-US" altLang="en-US">
              <a:latin typeface="Times New Roman" panose="02020603050405020304" pitchFamily="18" charset="0"/>
            </a:endParaRPr>
          </a:p>
        </p:txBody>
      </p:sp>
      <p:sp>
        <p:nvSpPr>
          <p:cNvPr id="27652" name="Rectangle 1">
            <a:extLst>
              <a:ext uri="{FF2B5EF4-FFF2-40B4-BE49-F238E27FC236}">
                <a16:creationId xmlns:a16="http://schemas.microsoft.com/office/drawing/2014/main" id="{AAB1A034-868E-4593-960E-B862CFB41F19}"/>
              </a:ext>
            </a:extLst>
          </p:cNvPr>
          <p:cNvSpPr>
            <a:spLocks noChangeArrowheads="1"/>
          </p:cNvSpPr>
          <p:nvPr/>
        </p:nvSpPr>
        <p:spPr bwMode="auto">
          <a:xfrm>
            <a:off x="2133600" y="1447800"/>
            <a:ext cx="457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sz="1600" b="1">
                <a:solidFill>
                  <a:srgbClr val="C00000"/>
                </a:solidFill>
              </a:rPr>
              <a:t>Version 1: Variables and Functions Separate</a:t>
            </a:r>
          </a:p>
        </p:txBody>
      </p:sp>
      <p:pic>
        <p:nvPicPr>
          <p:cNvPr id="27653" name="Picture 5">
            <a:extLst>
              <a:ext uri="{FF2B5EF4-FFF2-40B4-BE49-F238E27FC236}">
                <a16:creationId xmlns:a16="http://schemas.microsoft.com/office/drawing/2014/main" id="{DFA365DF-124B-4337-87AF-8F1501E8D6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288" y="1862138"/>
            <a:ext cx="8164512" cy="4386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A1159CC3-731A-477F-81C2-595507DAD8D0}"/>
              </a:ext>
            </a:extLst>
          </p:cNvPr>
          <p:cNvSpPr>
            <a:spLocks noGrp="1"/>
          </p:cNvSpPr>
          <p:nvPr>
            <p:ph type="title"/>
          </p:nvPr>
        </p:nvSpPr>
        <p:spPr/>
        <p:txBody>
          <a:bodyPr/>
          <a:lstStyle/>
          <a:p>
            <a:r>
              <a:rPr lang="en-US" altLang="en-US" sz="4000"/>
              <a:t>Classes and Objects</a:t>
            </a:r>
            <a:endParaRPr lang="en-IN" altLang="en-US"/>
          </a:p>
        </p:txBody>
      </p:sp>
      <p:sp>
        <p:nvSpPr>
          <p:cNvPr id="28675" name="Slide Number Placeholder 3">
            <a:extLst>
              <a:ext uri="{FF2B5EF4-FFF2-40B4-BE49-F238E27FC236}">
                <a16:creationId xmlns:a16="http://schemas.microsoft.com/office/drawing/2014/main" id="{8AB7F0CF-F1B8-4474-A4B2-BA278A429B4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1F0C2DB-7B20-413A-92E1-10C1A4A41939}" type="slidenum">
              <a:rPr lang="en-US" altLang="en-US">
                <a:latin typeface="Times New Roman" panose="02020603050405020304" pitchFamily="18" charset="0"/>
              </a:rPr>
              <a:pPr/>
              <a:t>17</a:t>
            </a:fld>
            <a:endParaRPr lang="en-US" altLang="en-US">
              <a:latin typeface="Times New Roman" panose="02020603050405020304" pitchFamily="18" charset="0"/>
            </a:endParaRPr>
          </a:p>
        </p:txBody>
      </p:sp>
      <p:sp>
        <p:nvSpPr>
          <p:cNvPr id="28676" name="Rectangle 4">
            <a:extLst>
              <a:ext uri="{FF2B5EF4-FFF2-40B4-BE49-F238E27FC236}">
                <a16:creationId xmlns:a16="http://schemas.microsoft.com/office/drawing/2014/main" id="{D91DF807-608B-4FAF-AE69-BC7F653756CC}"/>
              </a:ext>
            </a:extLst>
          </p:cNvPr>
          <p:cNvSpPr>
            <a:spLocks noChangeArrowheads="1"/>
          </p:cNvSpPr>
          <p:nvPr/>
        </p:nvSpPr>
        <p:spPr bwMode="auto">
          <a:xfrm>
            <a:off x="1908175" y="1489075"/>
            <a:ext cx="5715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solidFill>
                  <a:srgbClr val="C00000"/>
                </a:solidFill>
              </a:rPr>
              <a:t>Version 2: Private and Public Features Together</a:t>
            </a:r>
          </a:p>
        </p:txBody>
      </p:sp>
      <p:pic>
        <p:nvPicPr>
          <p:cNvPr id="28677" name="Picture 2">
            <a:extLst>
              <a:ext uri="{FF2B5EF4-FFF2-40B4-BE49-F238E27FC236}">
                <a16:creationId xmlns:a16="http://schemas.microsoft.com/office/drawing/2014/main" id="{5152A252-EF8B-404B-90B0-DDD4DCDB05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976438"/>
            <a:ext cx="8686800" cy="3773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DB180366-B7B2-448E-B583-EEDCF2D589EF}"/>
              </a:ext>
            </a:extLst>
          </p:cNvPr>
          <p:cNvSpPr>
            <a:spLocks noGrp="1"/>
          </p:cNvSpPr>
          <p:nvPr>
            <p:ph type="title"/>
          </p:nvPr>
        </p:nvSpPr>
        <p:spPr/>
        <p:txBody>
          <a:bodyPr/>
          <a:lstStyle/>
          <a:p>
            <a:r>
              <a:rPr lang="en-US" altLang="en-US" sz="4400"/>
              <a:t>Classes and Objects</a:t>
            </a:r>
            <a:endParaRPr lang="en-IN" altLang="en-US"/>
          </a:p>
        </p:txBody>
      </p:sp>
      <p:sp>
        <p:nvSpPr>
          <p:cNvPr id="3" name="Content Placeholder 2">
            <a:extLst>
              <a:ext uri="{FF2B5EF4-FFF2-40B4-BE49-F238E27FC236}">
                <a16:creationId xmlns:a16="http://schemas.microsoft.com/office/drawing/2014/main" id="{3CD15942-6B19-4886-9632-14CBE01C79F7}"/>
              </a:ext>
            </a:extLst>
          </p:cNvPr>
          <p:cNvSpPr>
            <a:spLocks noGrp="1"/>
          </p:cNvSpPr>
          <p:nvPr>
            <p:ph idx="1"/>
          </p:nvPr>
        </p:nvSpPr>
        <p:spPr>
          <a:xfrm>
            <a:off x="381000" y="1665288"/>
            <a:ext cx="8229600" cy="4530725"/>
          </a:xfrm>
        </p:spPr>
        <p:txBody>
          <a:bodyPr/>
          <a:lstStyle/>
          <a:p>
            <a:pPr>
              <a:defRPr/>
            </a:pPr>
            <a:r>
              <a:rPr lang="en-IN" sz="2000" dirty="0">
                <a:solidFill>
                  <a:srgbClr val="C00000"/>
                </a:solidFill>
              </a:rPr>
              <a:t>Creating Objects - instantiation</a:t>
            </a:r>
          </a:p>
          <a:p>
            <a:pPr>
              <a:defRPr/>
            </a:pPr>
            <a:endParaRPr lang="en-IN" sz="2000" dirty="0">
              <a:solidFill>
                <a:srgbClr val="C00000"/>
              </a:solidFill>
            </a:endParaRPr>
          </a:p>
          <a:p>
            <a:pPr>
              <a:defRPr/>
            </a:pPr>
            <a:r>
              <a:rPr lang="en-US" altLang="en-US" sz="2000" dirty="0"/>
              <a:t>An </a:t>
            </a:r>
            <a:r>
              <a:rPr lang="en-US" altLang="en-US" sz="2000" dirty="0">
                <a:solidFill>
                  <a:srgbClr val="C00000"/>
                </a:solidFill>
              </a:rPr>
              <a:t>object</a:t>
            </a:r>
            <a:r>
              <a:rPr lang="en-US" altLang="en-US" sz="2000" dirty="0"/>
              <a:t> is an instance of a class</a:t>
            </a:r>
          </a:p>
          <a:p>
            <a:pPr>
              <a:defRPr/>
            </a:pPr>
            <a:r>
              <a:rPr lang="en-US" altLang="en-US" sz="2000" dirty="0"/>
              <a:t>It is defined just like other variables </a:t>
            </a:r>
          </a:p>
          <a:p>
            <a:pPr>
              <a:defRPr/>
            </a:pPr>
            <a:r>
              <a:rPr lang="en-US" altLang="en-US" sz="2000" b="1" dirty="0"/>
              <a:t>Syntax</a:t>
            </a:r>
            <a:r>
              <a:rPr lang="en-US" altLang="en-US" sz="2000" dirty="0"/>
              <a:t> : </a:t>
            </a:r>
            <a:r>
              <a:rPr lang="en-US" altLang="en-US" sz="2000" dirty="0" err="1">
                <a:solidFill>
                  <a:srgbClr val="C00000"/>
                </a:solidFill>
              </a:rPr>
              <a:t>Classname</a:t>
            </a:r>
            <a:r>
              <a:rPr lang="en-US" altLang="en-US" sz="2000" dirty="0">
                <a:solidFill>
                  <a:srgbClr val="C00000"/>
                </a:solidFill>
              </a:rPr>
              <a:t> </a:t>
            </a:r>
            <a:r>
              <a:rPr lang="en-US" altLang="en-US" sz="2000" dirty="0" err="1">
                <a:solidFill>
                  <a:srgbClr val="C00000"/>
                </a:solidFill>
              </a:rPr>
              <a:t>Objectname</a:t>
            </a:r>
            <a:r>
              <a:rPr lang="en-US" altLang="en-US" sz="2000" dirty="0">
                <a:solidFill>
                  <a:srgbClr val="C00000"/>
                </a:solidFill>
              </a:rPr>
              <a:t>;</a:t>
            </a:r>
          </a:p>
          <a:p>
            <a:pPr>
              <a:defRPr/>
            </a:pPr>
            <a:endParaRPr lang="en-US" altLang="en-US" sz="2000" dirty="0"/>
          </a:p>
          <a:p>
            <a:pPr>
              <a:defRPr/>
            </a:pPr>
            <a:r>
              <a:rPr lang="en-US" altLang="en-US" sz="2000" b="1" dirty="0"/>
              <a:t>Example </a:t>
            </a:r>
          </a:p>
          <a:p>
            <a:pPr marL="0" indent="0">
              <a:buFont typeface="Wingdings" pitchFamily="2" charset="2"/>
              <a:buNone/>
              <a:defRPr/>
            </a:pPr>
            <a:r>
              <a:rPr lang="en-US" altLang="en-US" sz="2000" dirty="0"/>
              <a:t>                </a:t>
            </a:r>
            <a:r>
              <a:rPr lang="en-US" altLang="en-US" sz="2000" dirty="0">
                <a:solidFill>
                  <a:srgbClr val="C00000"/>
                </a:solidFill>
              </a:rPr>
              <a:t>Point    P1, P2;</a:t>
            </a:r>
          </a:p>
          <a:p>
            <a:pPr>
              <a:defRPr/>
            </a:pPr>
            <a:r>
              <a:rPr lang="en-US" altLang="en-US" sz="2000" dirty="0"/>
              <a:t>It can access members using </a:t>
            </a:r>
            <a:r>
              <a:rPr lang="en-US" altLang="en-US" sz="2000" dirty="0">
                <a:solidFill>
                  <a:srgbClr val="C00000"/>
                </a:solidFill>
              </a:rPr>
              <a:t>dot operator</a:t>
            </a:r>
          </a:p>
          <a:p>
            <a:pPr marL="0" indent="0">
              <a:buFont typeface="Wingdings" pitchFamily="2" charset="2"/>
              <a:buNone/>
              <a:defRPr/>
            </a:pPr>
            <a:r>
              <a:rPr lang="en-US" altLang="en-US" sz="2000" dirty="0">
                <a:solidFill>
                  <a:srgbClr val="C00000"/>
                </a:solidFill>
              </a:rPr>
              <a:t>                P1. print();</a:t>
            </a:r>
          </a:p>
          <a:p>
            <a:pPr marL="0" indent="0">
              <a:buFont typeface="Wingdings" pitchFamily="2" charset="2"/>
              <a:buNone/>
              <a:defRPr/>
            </a:pPr>
            <a:r>
              <a:rPr lang="en-US" altLang="en-US" sz="2000" dirty="0">
                <a:solidFill>
                  <a:srgbClr val="C00000"/>
                </a:solidFill>
              </a:rPr>
              <a:t>                P1.gety();</a:t>
            </a:r>
          </a:p>
          <a:p>
            <a:pPr marL="0" indent="0">
              <a:buFont typeface="Wingdings" pitchFamily="2" charset="2"/>
              <a:buNone/>
              <a:defRPr/>
            </a:pPr>
            <a:endParaRPr lang="en-US" altLang="en-US" sz="2000" dirty="0"/>
          </a:p>
          <a:p>
            <a:pPr marL="344487" lvl="1" indent="0">
              <a:buFont typeface="Wingdings" panose="05000000000000000000" pitchFamily="2" charset="2"/>
              <a:buNone/>
              <a:defRPr/>
            </a:pPr>
            <a:endParaRPr lang="en-US" altLang="en-US" sz="1200" dirty="0"/>
          </a:p>
          <a:p>
            <a:pPr>
              <a:defRPr/>
            </a:pPr>
            <a:endParaRPr lang="en-IN" sz="2000" dirty="0">
              <a:solidFill>
                <a:srgbClr val="C00000"/>
              </a:solidFill>
            </a:endParaRPr>
          </a:p>
          <a:p>
            <a:pPr>
              <a:defRPr/>
            </a:pPr>
            <a:endParaRPr lang="en-IN" sz="1800" dirty="0">
              <a:solidFill>
                <a:srgbClr val="C00000"/>
              </a:solidFill>
            </a:endParaRPr>
          </a:p>
        </p:txBody>
      </p:sp>
      <p:sp>
        <p:nvSpPr>
          <p:cNvPr id="29700" name="Slide Number Placeholder 3">
            <a:extLst>
              <a:ext uri="{FF2B5EF4-FFF2-40B4-BE49-F238E27FC236}">
                <a16:creationId xmlns:a16="http://schemas.microsoft.com/office/drawing/2014/main" id="{F4F0C5C4-F4B3-4210-B889-C2317727A2F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9E6CB3C-EFA9-4F58-A6B3-11C3E94CF495}" type="slidenum">
              <a:rPr lang="en-US" altLang="en-US">
                <a:latin typeface="Times New Roman" panose="02020603050405020304" pitchFamily="18" charset="0"/>
              </a:rPr>
              <a:pPr/>
              <a:t>18</a:t>
            </a:fld>
            <a:endParaRPr lang="en-US" altLang="en-US">
              <a:latin typeface="Times New Roman" panose="02020603050405020304" pitchFamily="18" charset="0"/>
            </a:endParaRPr>
          </a:p>
        </p:txBody>
      </p:sp>
      <p:pic>
        <p:nvPicPr>
          <p:cNvPr id="29701" name="Picture 2">
            <a:extLst>
              <a:ext uri="{FF2B5EF4-FFF2-40B4-BE49-F238E27FC236}">
                <a16:creationId xmlns:a16="http://schemas.microsoft.com/office/drawing/2014/main" id="{BAF300C3-A1DE-4346-809F-6BA79A1B03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200" y="1676400"/>
            <a:ext cx="30480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Table 1">
            <a:extLst>
              <a:ext uri="{FF2B5EF4-FFF2-40B4-BE49-F238E27FC236}">
                <a16:creationId xmlns:a16="http://schemas.microsoft.com/office/drawing/2014/main" id="{B9DC836C-62E6-4F68-B9F0-7BB325ADD33D}"/>
              </a:ext>
            </a:extLst>
          </p:cNvPr>
          <p:cNvGraphicFramePr>
            <a:graphicFrameLocks noGrp="1"/>
          </p:cNvGraphicFramePr>
          <p:nvPr/>
        </p:nvGraphicFramePr>
        <p:xfrm>
          <a:off x="6919913" y="5029200"/>
          <a:ext cx="547687" cy="741363"/>
        </p:xfrm>
        <a:graphic>
          <a:graphicData uri="http://schemas.openxmlformats.org/drawingml/2006/table">
            <a:tbl>
              <a:tblPr firstRow="1" bandRow="1">
                <a:tableStyleId>{5C22544A-7EE6-4342-B048-85BDC9FD1C3A}</a:tableStyleId>
              </a:tblPr>
              <a:tblGrid>
                <a:gridCol w="547687">
                  <a:extLst>
                    <a:ext uri="{9D8B030D-6E8A-4147-A177-3AD203B41FA5}">
                      <a16:colId xmlns:a16="http://schemas.microsoft.com/office/drawing/2014/main" val="20000"/>
                    </a:ext>
                  </a:extLst>
                </a:gridCol>
              </a:tblGrid>
              <a:tr h="370682">
                <a:tc>
                  <a:txBody>
                    <a:bodyPr/>
                    <a:lstStyle/>
                    <a:p>
                      <a:pPr algn="ctr"/>
                      <a:r>
                        <a:rPr lang="en-IN" sz="1800" dirty="0"/>
                        <a:t>0</a:t>
                      </a:r>
                    </a:p>
                  </a:txBody>
                  <a:tcPr marL="91402" marR="91402" marT="45700" marB="45700"/>
                </a:tc>
                <a:extLst>
                  <a:ext uri="{0D108BD9-81ED-4DB2-BD59-A6C34878D82A}">
                    <a16:rowId xmlns:a16="http://schemas.microsoft.com/office/drawing/2014/main" val="10000"/>
                  </a:ext>
                </a:extLst>
              </a:tr>
              <a:tr h="370682">
                <a:tc>
                  <a:txBody>
                    <a:bodyPr/>
                    <a:lstStyle/>
                    <a:p>
                      <a:pPr algn="ctr"/>
                      <a:r>
                        <a:rPr lang="en-IN" sz="1800" dirty="0"/>
                        <a:t>0</a:t>
                      </a:r>
                    </a:p>
                  </a:txBody>
                  <a:tcPr marL="91402" marR="91402" marT="45700" marB="45700"/>
                </a:tc>
                <a:extLst>
                  <a:ext uri="{0D108BD9-81ED-4DB2-BD59-A6C34878D82A}">
                    <a16:rowId xmlns:a16="http://schemas.microsoft.com/office/drawing/2014/main" val="10001"/>
                  </a:ext>
                </a:extLst>
              </a:tr>
            </a:tbl>
          </a:graphicData>
        </a:graphic>
      </p:graphicFrame>
      <p:graphicFrame>
        <p:nvGraphicFramePr>
          <p:cNvPr id="7" name="Table 6">
            <a:extLst>
              <a:ext uri="{FF2B5EF4-FFF2-40B4-BE49-F238E27FC236}">
                <a16:creationId xmlns:a16="http://schemas.microsoft.com/office/drawing/2014/main" id="{2C3C55BF-882F-4761-875E-161A7B3C2655}"/>
              </a:ext>
            </a:extLst>
          </p:cNvPr>
          <p:cNvGraphicFramePr>
            <a:graphicFrameLocks noGrp="1"/>
          </p:cNvGraphicFramePr>
          <p:nvPr/>
        </p:nvGraphicFramePr>
        <p:xfrm>
          <a:off x="7696200" y="5029200"/>
          <a:ext cx="533400" cy="741363"/>
        </p:xfrm>
        <a:graphic>
          <a:graphicData uri="http://schemas.openxmlformats.org/drawingml/2006/table">
            <a:tbl>
              <a:tblPr firstRow="1" bandRow="1">
                <a:tableStyleId>{5C22544A-7EE6-4342-B048-85BDC9FD1C3A}</a:tableStyleId>
              </a:tblPr>
              <a:tblGrid>
                <a:gridCol w="533400">
                  <a:extLst>
                    <a:ext uri="{9D8B030D-6E8A-4147-A177-3AD203B41FA5}">
                      <a16:colId xmlns:a16="http://schemas.microsoft.com/office/drawing/2014/main" val="20000"/>
                    </a:ext>
                  </a:extLst>
                </a:gridCol>
              </a:tblGrid>
              <a:tr h="370682">
                <a:tc>
                  <a:txBody>
                    <a:bodyPr/>
                    <a:lstStyle/>
                    <a:p>
                      <a:pPr algn="ctr"/>
                      <a:r>
                        <a:rPr lang="en-IN" sz="1800" dirty="0"/>
                        <a:t>0</a:t>
                      </a:r>
                    </a:p>
                  </a:txBody>
                  <a:tcPr marT="45700" marB="45700"/>
                </a:tc>
                <a:extLst>
                  <a:ext uri="{0D108BD9-81ED-4DB2-BD59-A6C34878D82A}">
                    <a16:rowId xmlns:a16="http://schemas.microsoft.com/office/drawing/2014/main" val="10000"/>
                  </a:ext>
                </a:extLst>
              </a:tr>
              <a:tr h="370682">
                <a:tc>
                  <a:txBody>
                    <a:bodyPr/>
                    <a:lstStyle/>
                    <a:p>
                      <a:pPr algn="ctr"/>
                      <a:r>
                        <a:rPr lang="en-IN" sz="1800" dirty="0"/>
                        <a:t>0</a:t>
                      </a:r>
                    </a:p>
                  </a:txBody>
                  <a:tcPr marT="45700" marB="45700"/>
                </a:tc>
                <a:extLst>
                  <a:ext uri="{0D108BD9-81ED-4DB2-BD59-A6C34878D82A}">
                    <a16:rowId xmlns:a16="http://schemas.microsoft.com/office/drawing/2014/main" val="10001"/>
                  </a:ext>
                </a:extLst>
              </a:tr>
            </a:tbl>
          </a:graphicData>
        </a:graphic>
      </p:graphicFrame>
      <p:sp>
        <p:nvSpPr>
          <p:cNvPr id="29718" name="TextBox 3">
            <a:extLst>
              <a:ext uri="{FF2B5EF4-FFF2-40B4-BE49-F238E27FC236}">
                <a16:creationId xmlns:a16="http://schemas.microsoft.com/office/drawing/2014/main" id="{98D252EA-D87C-458B-91C6-9BF6C9D5B544}"/>
              </a:ext>
            </a:extLst>
          </p:cNvPr>
          <p:cNvSpPr txBox="1">
            <a:spLocks noChangeArrowheads="1"/>
          </p:cNvSpPr>
          <p:nvPr/>
        </p:nvSpPr>
        <p:spPr bwMode="auto">
          <a:xfrm>
            <a:off x="6908800" y="4721225"/>
            <a:ext cx="1698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solidFill>
                  <a:srgbClr val="C00000"/>
                </a:solidFill>
              </a:rPr>
              <a:t>P1         P2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E47B7F03-25D9-4C64-9F0E-178340EFDC8E}"/>
              </a:ext>
            </a:extLst>
          </p:cNvPr>
          <p:cNvSpPr>
            <a:spLocks noGrp="1"/>
          </p:cNvSpPr>
          <p:nvPr>
            <p:ph type="title"/>
          </p:nvPr>
        </p:nvSpPr>
        <p:spPr/>
        <p:txBody>
          <a:bodyPr/>
          <a:lstStyle/>
          <a:p>
            <a:r>
              <a:rPr lang="en-US" altLang="en-US" sz="4400"/>
              <a:t>Classes and Objects</a:t>
            </a:r>
            <a:endParaRPr lang="en-IN" altLang="en-US" sz="4400"/>
          </a:p>
        </p:txBody>
      </p:sp>
      <p:sp>
        <p:nvSpPr>
          <p:cNvPr id="3" name="Content Placeholder 2">
            <a:extLst>
              <a:ext uri="{FF2B5EF4-FFF2-40B4-BE49-F238E27FC236}">
                <a16:creationId xmlns:a16="http://schemas.microsoft.com/office/drawing/2014/main" id="{91964AF0-C6C6-4FA3-9CD2-402D9AB980DB}"/>
              </a:ext>
            </a:extLst>
          </p:cNvPr>
          <p:cNvSpPr>
            <a:spLocks noGrp="1"/>
          </p:cNvSpPr>
          <p:nvPr>
            <p:ph idx="1"/>
          </p:nvPr>
        </p:nvSpPr>
        <p:spPr/>
        <p:txBody>
          <a:bodyPr/>
          <a:lstStyle/>
          <a:p>
            <a:pPr>
              <a:defRPr/>
            </a:pPr>
            <a:r>
              <a:rPr lang="en-US" altLang="en-US" sz="2000" b="1" dirty="0">
                <a:solidFill>
                  <a:srgbClr val="C00000"/>
                </a:solidFill>
              </a:rPr>
              <a:t>Defining Member Functions</a:t>
            </a:r>
          </a:p>
          <a:p>
            <a:pPr eaLnBrk="1" hangingPunct="1">
              <a:lnSpc>
                <a:spcPct val="90000"/>
              </a:lnSpc>
              <a:spcBef>
                <a:spcPct val="0"/>
              </a:spcBef>
              <a:defRPr/>
            </a:pPr>
            <a:endParaRPr lang="en-US" altLang="en-US" sz="2000" dirty="0"/>
          </a:p>
          <a:p>
            <a:pPr eaLnBrk="1" hangingPunct="1">
              <a:lnSpc>
                <a:spcPct val="90000"/>
              </a:lnSpc>
              <a:spcBef>
                <a:spcPct val="0"/>
              </a:spcBef>
              <a:defRPr/>
            </a:pPr>
            <a:r>
              <a:rPr lang="en-US" altLang="en-US" sz="2000" dirty="0"/>
              <a:t>Member functions are part of a class declaration</a:t>
            </a:r>
          </a:p>
          <a:p>
            <a:pPr eaLnBrk="1" hangingPunct="1">
              <a:lnSpc>
                <a:spcPct val="90000"/>
              </a:lnSpc>
              <a:defRPr/>
            </a:pPr>
            <a:r>
              <a:rPr lang="en-US" altLang="en-US" sz="2000" b="1" dirty="0"/>
              <a:t>Place entire function definition inside the class declaration </a:t>
            </a:r>
            <a:r>
              <a:rPr lang="en-US" altLang="en-US" sz="2000" dirty="0"/>
              <a:t>(or) </a:t>
            </a:r>
          </a:p>
          <a:p>
            <a:pPr eaLnBrk="1" hangingPunct="1">
              <a:lnSpc>
                <a:spcPct val="90000"/>
              </a:lnSpc>
              <a:buFontTx/>
              <a:buNone/>
              <a:defRPr/>
            </a:pPr>
            <a:r>
              <a:rPr lang="en-US" altLang="en-US" sz="1800" i="1" dirty="0"/>
              <a:t>	</a:t>
            </a:r>
            <a:r>
              <a:rPr lang="en-US" altLang="en-US" sz="2000" b="1" dirty="0"/>
              <a:t>Place just the prototype inside the class declaration and write the function definition after the class</a:t>
            </a:r>
          </a:p>
          <a:p>
            <a:pPr eaLnBrk="1" hangingPunct="1">
              <a:lnSpc>
                <a:spcPct val="90000"/>
              </a:lnSpc>
              <a:buFontTx/>
              <a:buNone/>
              <a:defRPr/>
            </a:pPr>
            <a:endParaRPr lang="en-US" altLang="en-US" sz="2000" b="1" dirty="0"/>
          </a:p>
          <a:p>
            <a:pPr eaLnBrk="1" hangingPunct="1">
              <a:lnSpc>
                <a:spcPct val="90000"/>
              </a:lnSpc>
              <a:defRPr/>
            </a:pPr>
            <a:r>
              <a:rPr lang="en-US" altLang="en-US" sz="2000" b="1" dirty="0">
                <a:solidFill>
                  <a:srgbClr val="C00000"/>
                </a:solidFill>
              </a:rPr>
              <a:t>Types of Member Functions</a:t>
            </a:r>
          </a:p>
          <a:p>
            <a:pPr eaLnBrk="1" hangingPunct="1">
              <a:defRPr/>
            </a:pPr>
            <a:r>
              <a:rPr lang="en-US" altLang="en-US" sz="2000" dirty="0" err="1">
                <a:solidFill>
                  <a:srgbClr val="C00000"/>
                </a:solidFill>
              </a:rPr>
              <a:t>Acessor</a:t>
            </a:r>
            <a:r>
              <a:rPr lang="en-US" altLang="en-US" sz="2000" dirty="0">
                <a:solidFill>
                  <a:srgbClr val="C00000"/>
                </a:solidFill>
              </a:rPr>
              <a:t>, get, getter function</a:t>
            </a:r>
            <a:r>
              <a:rPr lang="en-US" altLang="en-US" sz="2000" dirty="0"/>
              <a:t>:  uses but does not modify a member variable</a:t>
            </a:r>
          </a:p>
          <a:p>
            <a:pPr lvl="2" eaLnBrk="1" hangingPunct="1">
              <a:buFontTx/>
              <a:buNone/>
              <a:defRPr/>
            </a:pPr>
            <a:r>
              <a:rPr lang="en-US" altLang="en-US" sz="2000" dirty="0"/>
              <a:t>ex:  </a:t>
            </a:r>
            <a:r>
              <a:rPr lang="en-US" altLang="en-US" sz="2000" b="1" dirty="0" err="1">
                <a:latin typeface="Courier New" pitchFamily="49" charset="0"/>
                <a:cs typeface="Courier New" pitchFamily="49" charset="0"/>
              </a:rPr>
              <a:t>getX</a:t>
            </a:r>
            <a:endParaRPr lang="en-US" altLang="en-US" sz="2000" b="1" dirty="0">
              <a:latin typeface="Courier New" pitchFamily="49" charset="0"/>
              <a:cs typeface="Courier New" pitchFamily="49" charset="0"/>
            </a:endParaRPr>
          </a:p>
          <a:p>
            <a:pPr eaLnBrk="1" hangingPunct="1">
              <a:defRPr/>
            </a:pPr>
            <a:r>
              <a:rPr lang="en-US" altLang="en-US" sz="2000" dirty="0" err="1">
                <a:solidFill>
                  <a:srgbClr val="C00000"/>
                </a:solidFill>
              </a:rPr>
              <a:t>Mutator</a:t>
            </a:r>
            <a:r>
              <a:rPr lang="en-US" altLang="en-US" sz="2000" dirty="0">
                <a:solidFill>
                  <a:srgbClr val="C00000"/>
                </a:solidFill>
              </a:rPr>
              <a:t>, set, setter function</a:t>
            </a:r>
            <a:r>
              <a:rPr lang="en-US" altLang="en-US" sz="2000" dirty="0"/>
              <a:t>:  modifies a member variable</a:t>
            </a:r>
          </a:p>
          <a:p>
            <a:pPr lvl="2" eaLnBrk="1" hangingPunct="1">
              <a:buFontTx/>
              <a:buNone/>
              <a:defRPr/>
            </a:pPr>
            <a:r>
              <a:rPr lang="en-US" altLang="en-US" sz="2000" dirty="0"/>
              <a:t>ex:  </a:t>
            </a:r>
            <a:r>
              <a:rPr lang="en-US" altLang="en-US" sz="2000" b="1" dirty="0" err="1">
                <a:latin typeface="Courier New" pitchFamily="49" charset="0"/>
                <a:cs typeface="Courier New" pitchFamily="49" charset="0"/>
              </a:rPr>
              <a:t>setXY</a:t>
            </a:r>
            <a:endParaRPr lang="en-US" altLang="en-US" sz="2000" dirty="0"/>
          </a:p>
          <a:p>
            <a:pPr>
              <a:defRPr/>
            </a:pPr>
            <a:endParaRPr lang="en-IN" sz="2000" dirty="0">
              <a:solidFill>
                <a:srgbClr val="C00000"/>
              </a:solidFill>
            </a:endParaRPr>
          </a:p>
        </p:txBody>
      </p:sp>
      <p:sp>
        <p:nvSpPr>
          <p:cNvPr id="30724" name="Slide Number Placeholder 3">
            <a:extLst>
              <a:ext uri="{FF2B5EF4-FFF2-40B4-BE49-F238E27FC236}">
                <a16:creationId xmlns:a16="http://schemas.microsoft.com/office/drawing/2014/main" id="{9017EFCB-78A6-4596-96EF-03B93574581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EA712D3-A3C4-4CF5-9525-8A55C2AE73A4}" type="slidenum">
              <a:rPr lang="en-US" altLang="en-US">
                <a:latin typeface="Times New Roman" panose="02020603050405020304" pitchFamily="18" charset="0"/>
              </a:rPr>
              <a:pPr/>
              <a:t>19</a:t>
            </a:fld>
            <a:endParaRPr lang="en-US" altLang="en-US">
              <a:latin typeface="Times New Roman" panose="02020603050405020304" pitchFamily="18" charset="0"/>
            </a:endParaRPr>
          </a:p>
        </p:txBody>
      </p:sp>
      <p:pic>
        <p:nvPicPr>
          <p:cNvPr id="30725" name="Picture 2">
            <a:extLst>
              <a:ext uri="{FF2B5EF4-FFF2-40B4-BE49-F238E27FC236}">
                <a16:creationId xmlns:a16="http://schemas.microsoft.com/office/drawing/2014/main" id="{D7751244-31D7-479F-9AE8-623C572BE9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7513" y="152400"/>
            <a:ext cx="2362200" cy="2244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FDDFD411-AD33-4390-95E5-24C40F37B73E}"/>
              </a:ext>
            </a:extLst>
          </p:cNvPr>
          <p:cNvSpPr>
            <a:spLocks noGrp="1"/>
          </p:cNvSpPr>
          <p:nvPr>
            <p:ph type="title"/>
          </p:nvPr>
        </p:nvSpPr>
        <p:spPr/>
        <p:txBody>
          <a:bodyPr/>
          <a:lstStyle/>
          <a:p>
            <a:r>
              <a:rPr lang="en-US" altLang="en-US" sz="4400"/>
              <a:t>Classes and Objects</a:t>
            </a:r>
            <a:endParaRPr lang="en-IN" altLang="en-US" sz="4400"/>
          </a:p>
        </p:txBody>
      </p:sp>
      <p:sp>
        <p:nvSpPr>
          <p:cNvPr id="31747" name="Slide Number Placeholder 3">
            <a:extLst>
              <a:ext uri="{FF2B5EF4-FFF2-40B4-BE49-F238E27FC236}">
                <a16:creationId xmlns:a16="http://schemas.microsoft.com/office/drawing/2014/main" id="{0A0F5931-A528-4357-B43A-FB4BC05EE8B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30866AC-5620-4F63-8096-637AE8EF1074}" type="slidenum">
              <a:rPr lang="en-US" altLang="en-US">
                <a:latin typeface="Times New Roman" panose="02020603050405020304" pitchFamily="18" charset="0"/>
              </a:rPr>
              <a:pPr/>
              <a:t>20</a:t>
            </a:fld>
            <a:endParaRPr lang="en-US" altLang="en-US">
              <a:latin typeface="Times New Roman" panose="02020603050405020304" pitchFamily="18" charset="0"/>
            </a:endParaRPr>
          </a:p>
        </p:txBody>
      </p:sp>
      <p:pic>
        <p:nvPicPr>
          <p:cNvPr id="31748" name="Picture 2">
            <a:extLst>
              <a:ext uri="{FF2B5EF4-FFF2-40B4-BE49-F238E27FC236}">
                <a16:creationId xmlns:a16="http://schemas.microsoft.com/office/drawing/2014/main" id="{2E6DF953-89F5-40F4-AF2C-C78D2F07A6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447800"/>
            <a:ext cx="8575675"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2FF3F5E9-F449-469D-805C-DA423FA028F4}"/>
              </a:ext>
            </a:extLst>
          </p:cNvPr>
          <p:cNvSpPr>
            <a:spLocks noGrp="1"/>
          </p:cNvSpPr>
          <p:nvPr>
            <p:ph type="title"/>
          </p:nvPr>
        </p:nvSpPr>
        <p:spPr/>
        <p:txBody>
          <a:bodyPr/>
          <a:lstStyle/>
          <a:p>
            <a:r>
              <a:rPr lang="en-US" altLang="en-US" sz="4400"/>
              <a:t>Classes and Objects</a:t>
            </a:r>
            <a:endParaRPr lang="en-IN" altLang="en-US" sz="4400"/>
          </a:p>
        </p:txBody>
      </p:sp>
      <p:sp>
        <p:nvSpPr>
          <p:cNvPr id="3" name="Content Placeholder 2">
            <a:extLst>
              <a:ext uri="{FF2B5EF4-FFF2-40B4-BE49-F238E27FC236}">
                <a16:creationId xmlns:a16="http://schemas.microsoft.com/office/drawing/2014/main" id="{5658EA3B-0B5A-4766-9F2D-E6701BCD36A3}"/>
              </a:ext>
            </a:extLst>
          </p:cNvPr>
          <p:cNvSpPr>
            <a:spLocks noGrp="1"/>
          </p:cNvSpPr>
          <p:nvPr>
            <p:ph idx="1"/>
          </p:nvPr>
        </p:nvSpPr>
        <p:spPr/>
        <p:txBody>
          <a:bodyPr/>
          <a:lstStyle/>
          <a:p>
            <a:pPr eaLnBrk="1" hangingPunct="1">
              <a:lnSpc>
                <a:spcPct val="90000"/>
              </a:lnSpc>
              <a:spcBef>
                <a:spcPct val="30000"/>
              </a:spcBef>
              <a:defRPr/>
            </a:pPr>
            <a:r>
              <a:rPr lang="en-US" altLang="en-US" sz="2400" dirty="0"/>
              <a:t>Member functions defined inside the class declaration are called </a:t>
            </a:r>
            <a:r>
              <a:rPr lang="en-US" altLang="en-US" sz="2400" dirty="0">
                <a:solidFill>
                  <a:srgbClr val="C00000"/>
                </a:solidFill>
              </a:rPr>
              <a:t>inline functions</a:t>
            </a:r>
          </a:p>
          <a:p>
            <a:pPr>
              <a:defRPr/>
            </a:pPr>
            <a:r>
              <a:rPr lang="en-IN" sz="2400" b="1" dirty="0"/>
              <a:t>Example</a:t>
            </a:r>
          </a:p>
        </p:txBody>
      </p:sp>
      <p:sp>
        <p:nvSpPr>
          <p:cNvPr id="32772" name="Slide Number Placeholder 3">
            <a:extLst>
              <a:ext uri="{FF2B5EF4-FFF2-40B4-BE49-F238E27FC236}">
                <a16:creationId xmlns:a16="http://schemas.microsoft.com/office/drawing/2014/main" id="{18124EEF-D5A4-414D-940C-9CD35C60F44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34A9DBF-6BF7-43BA-A21C-B64C5FCFCECD}" type="slidenum">
              <a:rPr lang="en-US" altLang="en-US">
                <a:latin typeface="Times New Roman" panose="02020603050405020304" pitchFamily="18" charset="0"/>
              </a:rPr>
              <a:pPr/>
              <a:t>21</a:t>
            </a:fld>
            <a:endParaRPr lang="en-US" altLang="en-US">
              <a:latin typeface="Times New Roman" panose="02020603050405020304" pitchFamily="18" charset="0"/>
            </a:endParaRPr>
          </a:p>
        </p:txBody>
      </p:sp>
      <p:sp>
        <p:nvSpPr>
          <p:cNvPr id="32773" name="Rectangle 3">
            <a:extLst>
              <a:ext uri="{FF2B5EF4-FFF2-40B4-BE49-F238E27FC236}">
                <a16:creationId xmlns:a16="http://schemas.microsoft.com/office/drawing/2014/main" id="{A7055623-B45C-4267-AD7C-84D04257EC77}"/>
              </a:ext>
            </a:extLst>
          </p:cNvPr>
          <p:cNvSpPr txBox="1">
            <a:spLocks noChangeArrowheads="1"/>
          </p:cNvSpPr>
          <p:nvPr/>
        </p:nvSpPr>
        <p:spPr bwMode="auto">
          <a:xfrm>
            <a:off x="1943100" y="2743200"/>
            <a:ext cx="56007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669925" indent="-325438"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eaLnBrk="1" hangingPunct="1">
              <a:lnSpc>
                <a:spcPct val="80000"/>
              </a:lnSpc>
              <a:buClr>
                <a:schemeClr val="accent2"/>
              </a:buClr>
              <a:buSzPct val="60000"/>
            </a:pPr>
            <a:r>
              <a:rPr lang="en-US" altLang="en-US" sz="2000" b="1">
                <a:solidFill>
                  <a:srgbClr val="3D8963"/>
                </a:solidFill>
                <a:latin typeface="Courier New" panose="02070309020205020404" pitchFamily="49" charset="0"/>
              </a:rPr>
              <a:t>     </a:t>
            </a:r>
            <a:r>
              <a:rPr lang="en-US" altLang="en-US" sz="2000" b="1"/>
              <a:t>class Square</a:t>
            </a:r>
          </a:p>
          <a:p>
            <a:pPr lvl="1" eaLnBrk="1" hangingPunct="1">
              <a:lnSpc>
                <a:spcPct val="80000"/>
              </a:lnSpc>
              <a:buClr>
                <a:schemeClr val="accent2"/>
              </a:buClr>
              <a:buSzPct val="60000"/>
            </a:pPr>
            <a:r>
              <a:rPr lang="en-US" altLang="en-US" sz="2000" b="1"/>
              <a:t>           {</a:t>
            </a:r>
          </a:p>
          <a:p>
            <a:pPr lvl="1" eaLnBrk="1" hangingPunct="1">
              <a:lnSpc>
                <a:spcPct val="80000"/>
              </a:lnSpc>
              <a:buClr>
                <a:schemeClr val="accent2"/>
              </a:buClr>
              <a:buSzPct val="60000"/>
            </a:pPr>
            <a:r>
              <a:rPr lang="en-US" altLang="en-US" sz="2000" b="1"/>
              <a:t>                  private:</a:t>
            </a:r>
          </a:p>
          <a:p>
            <a:pPr lvl="1" eaLnBrk="1" hangingPunct="1">
              <a:lnSpc>
                <a:spcPct val="80000"/>
              </a:lnSpc>
              <a:buClr>
                <a:schemeClr val="accent2"/>
              </a:buClr>
              <a:buSzPct val="60000"/>
            </a:pPr>
            <a:r>
              <a:rPr lang="en-US" altLang="en-US" sz="2000" b="1"/>
              <a:t>                                   int side;</a:t>
            </a:r>
          </a:p>
          <a:p>
            <a:pPr lvl="1" eaLnBrk="1" hangingPunct="1">
              <a:lnSpc>
                <a:spcPct val="80000"/>
              </a:lnSpc>
              <a:buClr>
                <a:schemeClr val="accent2"/>
              </a:buClr>
              <a:buSzPct val="60000"/>
            </a:pPr>
            <a:r>
              <a:rPr lang="en-US" altLang="en-US" sz="2000" b="1"/>
              <a:t>                  public:</a:t>
            </a:r>
          </a:p>
          <a:p>
            <a:pPr lvl="1" eaLnBrk="1" hangingPunct="1">
              <a:lnSpc>
                <a:spcPct val="80000"/>
              </a:lnSpc>
              <a:buClr>
                <a:schemeClr val="accent2"/>
              </a:buClr>
              <a:buSzPct val="60000"/>
            </a:pPr>
            <a:r>
              <a:rPr lang="en-US" altLang="en-US" sz="2000" b="1"/>
              <a:t>                                  void setSide(int s)</a:t>
            </a:r>
          </a:p>
          <a:p>
            <a:pPr lvl="1" eaLnBrk="1" hangingPunct="1">
              <a:lnSpc>
                <a:spcPct val="80000"/>
              </a:lnSpc>
              <a:buClr>
                <a:schemeClr val="accent2"/>
              </a:buClr>
              <a:buSzPct val="60000"/>
            </a:pPr>
            <a:r>
              <a:rPr lang="en-US" altLang="en-US" sz="2000" b="1"/>
              <a:t>	                             { side = s; }</a:t>
            </a:r>
          </a:p>
          <a:p>
            <a:pPr lvl="1" eaLnBrk="1" hangingPunct="1">
              <a:lnSpc>
                <a:spcPct val="80000"/>
              </a:lnSpc>
              <a:buClr>
                <a:schemeClr val="accent2"/>
              </a:buClr>
              <a:buSzPct val="60000"/>
            </a:pPr>
            <a:r>
              <a:rPr lang="en-US" altLang="en-US" sz="2000" b="1"/>
              <a:t> </a:t>
            </a:r>
          </a:p>
          <a:p>
            <a:pPr lvl="1" eaLnBrk="1" hangingPunct="1">
              <a:lnSpc>
                <a:spcPct val="80000"/>
              </a:lnSpc>
              <a:buClr>
                <a:schemeClr val="accent2"/>
              </a:buClr>
              <a:buSzPct val="60000"/>
            </a:pPr>
            <a:r>
              <a:rPr lang="en-US" altLang="en-US" sz="2000" b="1"/>
              <a:t>                                  int getSide()</a:t>
            </a:r>
          </a:p>
          <a:p>
            <a:pPr lvl="1" eaLnBrk="1" hangingPunct="1">
              <a:lnSpc>
                <a:spcPct val="80000"/>
              </a:lnSpc>
              <a:buClr>
                <a:schemeClr val="accent2"/>
              </a:buClr>
              <a:buSzPct val="60000"/>
            </a:pPr>
            <a:r>
              <a:rPr lang="en-US" altLang="en-US" sz="2000" b="1"/>
              <a:t>	                             { return side; }</a:t>
            </a:r>
          </a:p>
          <a:p>
            <a:pPr lvl="1" eaLnBrk="1" hangingPunct="1">
              <a:lnSpc>
                <a:spcPct val="80000"/>
              </a:lnSpc>
              <a:buClr>
                <a:schemeClr val="accent2"/>
              </a:buClr>
              <a:buSzPct val="60000"/>
            </a:pPr>
            <a:r>
              <a:rPr lang="en-US" altLang="en-US" sz="2000" b="1">
                <a:solidFill>
                  <a:srgbClr val="3D8963"/>
                </a:solidFill>
                <a:latin typeface="Courier New" panose="02070309020205020404" pitchFamily="49" charset="0"/>
              </a:rPr>
              <a:t>     </a:t>
            </a:r>
            <a:r>
              <a:rPr lang="en-US" altLang="en-US" sz="2000" b="1"/>
              <a:t>};</a:t>
            </a:r>
          </a:p>
          <a:p>
            <a:pPr eaLnBrk="1" hangingPunct="1">
              <a:spcBef>
                <a:spcPct val="20000"/>
              </a:spcBef>
              <a:buClr>
                <a:srgbClr val="35742A"/>
              </a:buClr>
              <a:buSzPct val="65000"/>
              <a:buFont typeface="Wingdings" panose="05000000000000000000" pitchFamily="2" charset="2"/>
              <a:buChar char="q"/>
            </a:pPr>
            <a:endParaRPr lang="en-US" altLang="en-US" sz="2000" b="1">
              <a:solidFill>
                <a:srgbClr val="3D8963"/>
              </a:solidFill>
              <a:latin typeface="Courier New" panose="02070309020205020404" pitchFamily="49" charset="0"/>
            </a:endParaRPr>
          </a:p>
        </p:txBody>
      </p:sp>
      <p:grpSp>
        <p:nvGrpSpPr>
          <p:cNvPr id="32774" name="Group 6">
            <a:extLst>
              <a:ext uri="{FF2B5EF4-FFF2-40B4-BE49-F238E27FC236}">
                <a16:creationId xmlns:a16="http://schemas.microsoft.com/office/drawing/2014/main" id="{0F3A02B8-CBC9-42F8-9A46-006C3C8DC99E}"/>
              </a:ext>
            </a:extLst>
          </p:cNvPr>
          <p:cNvGrpSpPr>
            <a:grpSpLocks/>
          </p:cNvGrpSpPr>
          <p:nvPr/>
        </p:nvGrpSpPr>
        <p:grpSpPr bwMode="auto">
          <a:xfrm>
            <a:off x="2133600" y="4038600"/>
            <a:ext cx="1600200" cy="990600"/>
            <a:chOff x="3984" y="1583"/>
            <a:chExt cx="1200" cy="673"/>
          </a:xfrm>
        </p:grpSpPr>
        <p:sp>
          <p:nvSpPr>
            <p:cNvPr id="32778" name="Oval 4">
              <a:extLst>
                <a:ext uri="{FF2B5EF4-FFF2-40B4-BE49-F238E27FC236}">
                  <a16:creationId xmlns:a16="http://schemas.microsoft.com/office/drawing/2014/main" id="{74740145-6A74-4082-BF5D-5F81E3C17AFC}"/>
                </a:ext>
              </a:extLst>
            </p:cNvPr>
            <p:cNvSpPr>
              <a:spLocks noChangeArrowheads="1"/>
            </p:cNvSpPr>
            <p:nvPr/>
          </p:nvSpPr>
          <p:spPr bwMode="auto">
            <a:xfrm>
              <a:off x="3984" y="1583"/>
              <a:ext cx="1200" cy="673"/>
            </a:xfrm>
            <a:prstGeom prst="ellipse">
              <a:avLst/>
            </a:pr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2779" name="Text Box 5">
              <a:extLst>
                <a:ext uri="{FF2B5EF4-FFF2-40B4-BE49-F238E27FC236}">
                  <a16:creationId xmlns:a16="http://schemas.microsoft.com/office/drawing/2014/main" id="{DD153F60-508B-4CDE-8184-A124D9C4EAD2}"/>
                </a:ext>
              </a:extLst>
            </p:cNvPr>
            <p:cNvSpPr txBox="1">
              <a:spLocks noChangeArrowheads="1"/>
            </p:cNvSpPr>
            <p:nvPr/>
          </p:nvSpPr>
          <p:spPr bwMode="auto">
            <a:xfrm>
              <a:off x="4080" y="1680"/>
              <a:ext cx="1008" cy="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b="1"/>
                <a:t>inline functions</a:t>
              </a:r>
            </a:p>
          </p:txBody>
        </p:sp>
      </p:grpSp>
      <p:grpSp>
        <p:nvGrpSpPr>
          <p:cNvPr id="32775" name="Group 14">
            <a:extLst>
              <a:ext uri="{FF2B5EF4-FFF2-40B4-BE49-F238E27FC236}">
                <a16:creationId xmlns:a16="http://schemas.microsoft.com/office/drawing/2014/main" id="{C773F7B3-1C21-4604-AE2C-4D5981481C3A}"/>
              </a:ext>
            </a:extLst>
          </p:cNvPr>
          <p:cNvGrpSpPr>
            <a:grpSpLocks/>
          </p:cNvGrpSpPr>
          <p:nvPr/>
        </p:nvGrpSpPr>
        <p:grpSpPr bwMode="auto">
          <a:xfrm>
            <a:off x="3733800" y="4114800"/>
            <a:ext cx="914400" cy="762000"/>
            <a:chOff x="1488" y="2640"/>
            <a:chExt cx="576" cy="480"/>
          </a:xfrm>
        </p:grpSpPr>
        <p:sp>
          <p:nvSpPr>
            <p:cNvPr id="32776" name="Line 12">
              <a:extLst>
                <a:ext uri="{FF2B5EF4-FFF2-40B4-BE49-F238E27FC236}">
                  <a16:creationId xmlns:a16="http://schemas.microsoft.com/office/drawing/2014/main" id="{1F0D40A4-EC87-46F0-9930-6FFB18CF8A1A}"/>
                </a:ext>
              </a:extLst>
            </p:cNvPr>
            <p:cNvSpPr>
              <a:spLocks noChangeShapeType="1"/>
            </p:cNvSpPr>
            <p:nvPr/>
          </p:nvSpPr>
          <p:spPr bwMode="auto">
            <a:xfrm flipV="1">
              <a:off x="1488" y="2640"/>
              <a:ext cx="528" cy="288"/>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2777" name="Line 13">
              <a:extLst>
                <a:ext uri="{FF2B5EF4-FFF2-40B4-BE49-F238E27FC236}">
                  <a16:creationId xmlns:a16="http://schemas.microsoft.com/office/drawing/2014/main" id="{725F942A-F082-4700-92E9-6D52AD36BFED}"/>
                </a:ext>
              </a:extLst>
            </p:cNvPr>
            <p:cNvSpPr>
              <a:spLocks noChangeShapeType="1"/>
            </p:cNvSpPr>
            <p:nvPr/>
          </p:nvSpPr>
          <p:spPr bwMode="auto">
            <a:xfrm>
              <a:off x="1488" y="2928"/>
              <a:ext cx="576" cy="192"/>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6A85BF1F-730A-4407-A9E4-424956258E6A}"/>
              </a:ext>
            </a:extLst>
          </p:cNvPr>
          <p:cNvSpPr>
            <a:spLocks noGrp="1"/>
          </p:cNvSpPr>
          <p:nvPr>
            <p:ph type="title"/>
          </p:nvPr>
        </p:nvSpPr>
        <p:spPr/>
        <p:txBody>
          <a:bodyPr/>
          <a:lstStyle/>
          <a:p>
            <a:r>
              <a:rPr lang="en-US" altLang="en-US" sz="4400"/>
              <a:t>Classes and Objects</a:t>
            </a:r>
            <a:endParaRPr lang="en-IN" altLang="en-US" sz="4400"/>
          </a:p>
        </p:txBody>
      </p:sp>
      <p:sp>
        <p:nvSpPr>
          <p:cNvPr id="3" name="Content Placeholder 2">
            <a:extLst>
              <a:ext uri="{FF2B5EF4-FFF2-40B4-BE49-F238E27FC236}">
                <a16:creationId xmlns:a16="http://schemas.microsoft.com/office/drawing/2014/main" id="{6141D82B-792F-4501-8B32-D351C0D3045C}"/>
              </a:ext>
            </a:extLst>
          </p:cNvPr>
          <p:cNvSpPr>
            <a:spLocks noGrp="1"/>
          </p:cNvSpPr>
          <p:nvPr>
            <p:ph idx="1"/>
          </p:nvPr>
        </p:nvSpPr>
        <p:spPr/>
        <p:txBody>
          <a:bodyPr/>
          <a:lstStyle/>
          <a:p>
            <a:pPr>
              <a:defRPr/>
            </a:pPr>
            <a:r>
              <a:rPr lang="en-US" altLang="en-US" sz="2000" dirty="0">
                <a:solidFill>
                  <a:srgbClr val="C00000"/>
                </a:solidFill>
              </a:rPr>
              <a:t>Defining Member Functions After the Class Declaration</a:t>
            </a:r>
          </a:p>
          <a:p>
            <a:pPr eaLnBrk="1" hangingPunct="1">
              <a:lnSpc>
                <a:spcPct val="95000"/>
              </a:lnSpc>
              <a:defRPr/>
            </a:pPr>
            <a:endParaRPr lang="en-US" altLang="en-US" sz="2000" dirty="0"/>
          </a:p>
          <a:p>
            <a:pPr eaLnBrk="1" hangingPunct="1">
              <a:lnSpc>
                <a:spcPct val="95000"/>
              </a:lnSpc>
              <a:defRPr/>
            </a:pPr>
            <a:r>
              <a:rPr lang="en-US" altLang="en-US" sz="2000" dirty="0"/>
              <a:t>Write a function prototype in the class declaration</a:t>
            </a:r>
          </a:p>
          <a:p>
            <a:pPr eaLnBrk="1" hangingPunct="1">
              <a:lnSpc>
                <a:spcPct val="95000"/>
              </a:lnSpc>
              <a:defRPr/>
            </a:pPr>
            <a:r>
              <a:rPr lang="en-US" altLang="en-US" sz="2000" dirty="0"/>
              <a:t>In the function definition, precede the function name with the class name and </a:t>
            </a:r>
            <a:r>
              <a:rPr lang="en-US" altLang="en-US" sz="2000" dirty="0">
                <a:solidFill>
                  <a:srgbClr val="C00000"/>
                </a:solidFill>
              </a:rPr>
              <a:t>scope resolution operator (</a:t>
            </a:r>
            <a:r>
              <a:rPr lang="en-US" altLang="en-US" sz="2000" b="1" dirty="0">
                <a:solidFill>
                  <a:srgbClr val="C00000"/>
                </a:solidFill>
                <a:latin typeface="Courier New" pitchFamily="49" charset="0"/>
              </a:rPr>
              <a:t>::</a:t>
            </a:r>
            <a:r>
              <a:rPr lang="en-US" altLang="en-US" sz="2000" dirty="0">
                <a:solidFill>
                  <a:srgbClr val="C00000"/>
                </a:solidFill>
              </a:rPr>
              <a:t>)</a:t>
            </a:r>
          </a:p>
          <a:p>
            <a:pPr lvl="1" eaLnBrk="1" hangingPunct="1">
              <a:lnSpc>
                <a:spcPct val="95000"/>
              </a:lnSpc>
              <a:spcBef>
                <a:spcPct val="40000"/>
              </a:spcBef>
              <a:buFontTx/>
              <a:buNone/>
              <a:defRPr/>
            </a:pPr>
            <a:r>
              <a:rPr lang="en-US" altLang="en-US" sz="2400" dirty="0">
                <a:latin typeface="Courier New" pitchFamily="49" charset="0"/>
              </a:rPr>
              <a:t>	 </a:t>
            </a:r>
            <a:r>
              <a:rPr lang="en-US" altLang="en-US" sz="2000" b="1" dirty="0" err="1"/>
              <a:t>int</a:t>
            </a:r>
            <a:r>
              <a:rPr lang="en-US" altLang="en-US" sz="2000" b="1" dirty="0"/>
              <a:t> Square::</a:t>
            </a:r>
            <a:r>
              <a:rPr lang="en-US" altLang="en-US" sz="2000" b="1" dirty="0" err="1"/>
              <a:t>getSide</a:t>
            </a:r>
            <a:r>
              <a:rPr lang="en-US" altLang="en-US" sz="2000" b="1" dirty="0"/>
              <a:t>()</a:t>
            </a:r>
          </a:p>
          <a:p>
            <a:pPr lvl="2" eaLnBrk="1" hangingPunct="1">
              <a:lnSpc>
                <a:spcPct val="90000"/>
              </a:lnSpc>
              <a:spcBef>
                <a:spcPct val="0"/>
              </a:spcBef>
              <a:buFontTx/>
              <a:buNone/>
              <a:defRPr/>
            </a:pPr>
            <a:r>
              <a:rPr lang="en-US" altLang="en-US" sz="2000" b="1" dirty="0"/>
              <a:t>   {</a:t>
            </a:r>
          </a:p>
          <a:p>
            <a:pPr lvl="2" eaLnBrk="1" hangingPunct="1">
              <a:lnSpc>
                <a:spcPct val="90000"/>
              </a:lnSpc>
              <a:spcBef>
                <a:spcPct val="0"/>
              </a:spcBef>
              <a:buFontTx/>
              <a:buNone/>
              <a:defRPr/>
            </a:pPr>
            <a:r>
              <a:rPr lang="en-US" altLang="en-US" sz="2000" b="1" dirty="0"/>
              <a:t>              return side;</a:t>
            </a:r>
          </a:p>
          <a:p>
            <a:pPr lvl="2" eaLnBrk="1" hangingPunct="1">
              <a:lnSpc>
                <a:spcPct val="90000"/>
              </a:lnSpc>
              <a:spcBef>
                <a:spcPct val="0"/>
              </a:spcBef>
              <a:buFontTx/>
              <a:buNone/>
              <a:defRPr/>
            </a:pPr>
            <a:r>
              <a:rPr lang="en-US" altLang="en-US" sz="2000" b="1" dirty="0"/>
              <a:t>   }</a:t>
            </a:r>
          </a:p>
          <a:p>
            <a:pPr>
              <a:defRPr/>
            </a:pPr>
            <a:endParaRPr lang="en-IN" sz="2000" dirty="0">
              <a:solidFill>
                <a:srgbClr val="C00000"/>
              </a:solidFill>
            </a:endParaRPr>
          </a:p>
        </p:txBody>
      </p:sp>
      <p:sp>
        <p:nvSpPr>
          <p:cNvPr id="33796" name="Slide Number Placeholder 3">
            <a:extLst>
              <a:ext uri="{FF2B5EF4-FFF2-40B4-BE49-F238E27FC236}">
                <a16:creationId xmlns:a16="http://schemas.microsoft.com/office/drawing/2014/main" id="{94951009-994D-4670-848D-0EB8EE893A5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D190E50-C1F2-481E-83D1-86A81E0DA242}" type="slidenum">
              <a:rPr lang="en-US" altLang="en-US">
                <a:latin typeface="Times New Roman" panose="02020603050405020304" pitchFamily="18" charset="0"/>
              </a:rPr>
              <a:pPr/>
              <a:t>22</a:t>
            </a:fld>
            <a:endParaRPr lang="en-US" altLang="en-US">
              <a:latin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348DED5A-7939-4ECF-9583-72FA13903AD0}"/>
              </a:ext>
            </a:extLst>
          </p:cNvPr>
          <p:cNvSpPr>
            <a:spLocks noGrp="1"/>
          </p:cNvSpPr>
          <p:nvPr>
            <p:ph type="title"/>
          </p:nvPr>
        </p:nvSpPr>
        <p:spPr/>
        <p:txBody>
          <a:bodyPr/>
          <a:lstStyle/>
          <a:p>
            <a:r>
              <a:rPr lang="en-IN" altLang="en-US"/>
              <a:t> Nesting of Member Functions</a:t>
            </a:r>
          </a:p>
        </p:txBody>
      </p:sp>
      <p:sp>
        <p:nvSpPr>
          <p:cNvPr id="3" name="Content Placeholder 2">
            <a:extLst>
              <a:ext uri="{FF2B5EF4-FFF2-40B4-BE49-F238E27FC236}">
                <a16:creationId xmlns:a16="http://schemas.microsoft.com/office/drawing/2014/main" id="{F94F368D-9904-409B-A82F-03C9802833A0}"/>
              </a:ext>
            </a:extLst>
          </p:cNvPr>
          <p:cNvSpPr>
            <a:spLocks noGrp="1"/>
          </p:cNvSpPr>
          <p:nvPr>
            <p:ph idx="1"/>
          </p:nvPr>
        </p:nvSpPr>
        <p:spPr/>
        <p:txBody>
          <a:bodyPr/>
          <a:lstStyle/>
          <a:p>
            <a:pPr>
              <a:defRPr/>
            </a:pPr>
            <a:r>
              <a:rPr lang="en-IN" sz="2000" dirty="0"/>
              <a:t>A member function can call another member function of the same class directly without using the dot operator. This is called as </a:t>
            </a:r>
            <a:r>
              <a:rPr lang="en-IN" sz="2000" dirty="0">
                <a:solidFill>
                  <a:srgbClr val="C00000"/>
                </a:solidFill>
              </a:rPr>
              <a:t>nesting of member functions</a:t>
            </a:r>
          </a:p>
          <a:p>
            <a:pPr>
              <a:defRPr/>
            </a:pPr>
            <a:endParaRPr lang="en-IN" sz="2000" dirty="0">
              <a:solidFill>
                <a:srgbClr val="C00000"/>
              </a:solidFill>
            </a:endParaRPr>
          </a:p>
          <a:p>
            <a:pPr>
              <a:defRPr/>
            </a:pPr>
            <a:endParaRPr lang="en-IN" sz="2000" dirty="0">
              <a:solidFill>
                <a:srgbClr val="C00000"/>
              </a:solidFill>
            </a:endParaRPr>
          </a:p>
          <a:p>
            <a:pPr>
              <a:defRPr/>
            </a:pPr>
            <a:endParaRPr lang="en-IN" sz="2000" dirty="0">
              <a:solidFill>
                <a:srgbClr val="C00000"/>
              </a:solidFill>
            </a:endParaRPr>
          </a:p>
        </p:txBody>
      </p:sp>
      <p:sp>
        <p:nvSpPr>
          <p:cNvPr id="34820" name="Slide Number Placeholder 3">
            <a:extLst>
              <a:ext uri="{FF2B5EF4-FFF2-40B4-BE49-F238E27FC236}">
                <a16:creationId xmlns:a16="http://schemas.microsoft.com/office/drawing/2014/main" id="{A420353D-6BC0-458C-B9A1-04F3E036781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5FA69A4-6A69-4C12-B64A-81D5394F9141}" type="slidenum">
              <a:rPr lang="en-US" altLang="en-US">
                <a:latin typeface="Times New Roman" panose="02020603050405020304" pitchFamily="18" charset="0"/>
              </a:rPr>
              <a:pPr/>
              <a:t>23</a:t>
            </a:fld>
            <a:endParaRPr lang="en-US" altLang="en-US">
              <a:latin typeface="Times New Roman" panose="02020603050405020304" pitchFamily="18" charset="0"/>
            </a:endParaRPr>
          </a:p>
        </p:txBody>
      </p:sp>
      <p:sp>
        <p:nvSpPr>
          <p:cNvPr id="34821" name="TextBox 4">
            <a:extLst>
              <a:ext uri="{FF2B5EF4-FFF2-40B4-BE49-F238E27FC236}">
                <a16:creationId xmlns:a16="http://schemas.microsoft.com/office/drawing/2014/main" id="{2CF20792-F6D4-4405-9083-C5B1C7B7EC03}"/>
              </a:ext>
            </a:extLst>
          </p:cNvPr>
          <p:cNvSpPr txBox="1">
            <a:spLocks noChangeArrowheads="1"/>
          </p:cNvSpPr>
          <p:nvPr/>
        </p:nvSpPr>
        <p:spPr bwMode="auto">
          <a:xfrm>
            <a:off x="914400" y="2667000"/>
            <a:ext cx="4800600"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sz="2000"/>
              <a:t>class set</a:t>
            </a:r>
          </a:p>
          <a:p>
            <a:pPr eaLnBrk="1" hangingPunct="1"/>
            <a:r>
              <a:rPr lang="en-IN" altLang="en-US" sz="2000"/>
              <a:t>{</a:t>
            </a:r>
          </a:p>
          <a:p>
            <a:pPr eaLnBrk="1" hangingPunct="1"/>
            <a:r>
              <a:rPr lang="en-IN" altLang="en-US" sz="2000"/>
              <a:t>	        int m, n;</a:t>
            </a:r>
          </a:p>
          <a:p>
            <a:pPr eaLnBrk="1" hangingPunct="1"/>
            <a:r>
              <a:rPr lang="en-IN" altLang="en-US" sz="2000"/>
              <a:t>	public:</a:t>
            </a:r>
          </a:p>
          <a:p>
            <a:pPr eaLnBrk="1" hangingPunct="1"/>
            <a:r>
              <a:rPr lang="en-IN" altLang="en-US" sz="2000"/>
              <a:t>                      void get() { cin&gt;&gt;m&gt;&gt;n;}</a:t>
            </a:r>
          </a:p>
          <a:p>
            <a:pPr eaLnBrk="1" hangingPunct="1"/>
            <a:r>
              <a:rPr lang="en-IN" altLang="en-US" sz="2000"/>
              <a:t>                      void display();</a:t>
            </a:r>
          </a:p>
          <a:p>
            <a:pPr eaLnBrk="1" hangingPunct="1"/>
            <a:r>
              <a:rPr lang="en-IN" altLang="en-US" sz="2000"/>
              <a:t>                       int largest();</a:t>
            </a:r>
          </a:p>
          <a:p>
            <a:pPr eaLnBrk="1" hangingPunct="1"/>
            <a:r>
              <a:rPr lang="en-IN" altLang="en-US" sz="2000"/>
              <a:t>};</a:t>
            </a:r>
          </a:p>
          <a:p>
            <a:pPr eaLnBrk="1" hangingPunct="1"/>
            <a:r>
              <a:rPr lang="en-IN" altLang="en-US" sz="2000"/>
              <a:t>void set :: display()</a:t>
            </a:r>
          </a:p>
          <a:p>
            <a:pPr eaLnBrk="1" hangingPunct="1"/>
            <a:r>
              <a:rPr lang="en-IN" altLang="en-US" sz="2000"/>
              <a:t>{         </a:t>
            </a:r>
            <a:r>
              <a:rPr lang="en-IN" altLang="en-US" sz="2000">
                <a:solidFill>
                  <a:srgbClr val="C00000"/>
                </a:solidFill>
              </a:rPr>
              <a:t>cout&lt;&lt;largest();</a:t>
            </a:r>
          </a:p>
          <a:p>
            <a:pPr eaLnBrk="1" hangingPunct="1"/>
            <a:r>
              <a:rPr lang="en-IN" altLang="en-US" sz="2000"/>
              <a:t>}</a:t>
            </a:r>
          </a:p>
          <a:p>
            <a:pPr eaLnBrk="1" hangingPunct="1"/>
            <a:endParaRPr lang="en-IN" altLang="en-US" sz="2000"/>
          </a:p>
        </p:txBody>
      </p:sp>
      <p:sp>
        <p:nvSpPr>
          <p:cNvPr id="34822" name="TextBox 5">
            <a:extLst>
              <a:ext uri="{FF2B5EF4-FFF2-40B4-BE49-F238E27FC236}">
                <a16:creationId xmlns:a16="http://schemas.microsoft.com/office/drawing/2014/main" id="{A4D89622-0B08-42D6-B0D0-BEBF0D473A37}"/>
              </a:ext>
            </a:extLst>
          </p:cNvPr>
          <p:cNvSpPr txBox="1">
            <a:spLocks noChangeArrowheads="1"/>
          </p:cNvSpPr>
          <p:nvPr/>
        </p:nvSpPr>
        <p:spPr bwMode="auto">
          <a:xfrm>
            <a:off x="5334000" y="2667000"/>
            <a:ext cx="4191000"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sz="2000"/>
              <a:t>int set::largest()</a:t>
            </a:r>
          </a:p>
          <a:p>
            <a:pPr eaLnBrk="1" hangingPunct="1"/>
            <a:r>
              <a:rPr lang="en-IN" altLang="en-US" sz="2000"/>
              <a:t>{</a:t>
            </a:r>
          </a:p>
          <a:p>
            <a:pPr eaLnBrk="1" hangingPunct="1"/>
            <a:r>
              <a:rPr lang="en-IN" altLang="en-US" sz="2000"/>
              <a:t>     if(m&lt;=n)</a:t>
            </a:r>
          </a:p>
          <a:p>
            <a:pPr eaLnBrk="1" hangingPunct="1"/>
            <a:r>
              <a:rPr lang="en-IN" altLang="en-US" sz="2000"/>
              <a:t>            return m;</a:t>
            </a:r>
          </a:p>
          <a:p>
            <a:pPr eaLnBrk="1" hangingPunct="1"/>
            <a:r>
              <a:rPr lang="en-IN" altLang="en-US" sz="2000"/>
              <a:t>     else</a:t>
            </a:r>
          </a:p>
          <a:p>
            <a:pPr eaLnBrk="1" hangingPunct="1"/>
            <a:r>
              <a:rPr lang="en-IN" altLang="en-US" sz="2000"/>
              <a:t>            return n;</a:t>
            </a:r>
          </a:p>
          <a:p>
            <a:pPr eaLnBrk="1" hangingPunct="1"/>
            <a:r>
              <a:rPr lang="en-IN" altLang="en-US" sz="2000"/>
              <a:t>}</a:t>
            </a:r>
          </a:p>
          <a:p>
            <a:pPr eaLnBrk="1" hangingPunct="1"/>
            <a:r>
              <a:rPr lang="en-IN" altLang="en-US" sz="2000"/>
              <a:t>main()</a:t>
            </a:r>
          </a:p>
          <a:p>
            <a:pPr eaLnBrk="1" hangingPunct="1"/>
            <a:r>
              <a:rPr lang="en-IN" altLang="en-US" sz="2000"/>
              <a:t>{         set s1;</a:t>
            </a:r>
          </a:p>
          <a:p>
            <a:pPr eaLnBrk="1" hangingPunct="1"/>
            <a:r>
              <a:rPr lang="en-IN" altLang="en-US" sz="2000"/>
              <a:t>          s1.get();</a:t>
            </a:r>
          </a:p>
          <a:p>
            <a:pPr eaLnBrk="1" hangingPunct="1"/>
            <a:r>
              <a:rPr lang="en-IN" altLang="en-US" sz="2000"/>
              <a:t>          s1.display();</a:t>
            </a:r>
          </a:p>
          <a:p>
            <a:pPr eaLnBrk="1" hangingPunct="1"/>
            <a:r>
              <a:rPr lang="en-IN" altLang="en-US" sz="2000"/>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AA74878B-8362-483E-B157-090F024AB967}"/>
              </a:ext>
            </a:extLst>
          </p:cNvPr>
          <p:cNvSpPr>
            <a:spLocks noGrp="1"/>
          </p:cNvSpPr>
          <p:nvPr>
            <p:ph type="title"/>
          </p:nvPr>
        </p:nvSpPr>
        <p:spPr/>
        <p:txBody>
          <a:bodyPr/>
          <a:lstStyle/>
          <a:p>
            <a:r>
              <a:rPr lang="en-IN" altLang="en-US"/>
              <a:t>Private Member Functions</a:t>
            </a:r>
          </a:p>
        </p:txBody>
      </p:sp>
      <p:sp>
        <p:nvSpPr>
          <p:cNvPr id="3" name="Content Placeholder 2">
            <a:extLst>
              <a:ext uri="{FF2B5EF4-FFF2-40B4-BE49-F238E27FC236}">
                <a16:creationId xmlns:a16="http://schemas.microsoft.com/office/drawing/2014/main" id="{51EF7A21-C23A-4883-9908-83ECEB630F30}"/>
              </a:ext>
            </a:extLst>
          </p:cNvPr>
          <p:cNvSpPr>
            <a:spLocks noGrp="1"/>
          </p:cNvSpPr>
          <p:nvPr>
            <p:ph idx="1"/>
          </p:nvPr>
        </p:nvSpPr>
        <p:spPr>
          <a:xfrm>
            <a:off x="457200" y="1066800"/>
            <a:ext cx="8229600" cy="4530725"/>
          </a:xfrm>
        </p:spPr>
        <p:txBody>
          <a:bodyPr/>
          <a:lstStyle/>
          <a:p>
            <a:pPr>
              <a:defRPr/>
            </a:pPr>
            <a:r>
              <a:rPr lang="en-IN" sz="1800" dirty="0"/>
              <a:t>Sometimes a class may need functions that are necessary for internal processing, but that client programs using the class do not need and should not be allowed to use</a:t>
            </a:r>
          </a:p>
          <a:p>
            <a:pPr>
              <a:defRPr/>
            </a:pPr>
            <a:r>
              <a:rPr lang="en-IN" sz="1800" dirty="0"/>
              <a:t>These functions may even access data that should be hidden from programs outside the class. </a:t>
            </a:r>
            <a:r>
              <a:rPr lang="en-IN" sz="1800" dirty="0">
                <a:solidFill>
                  <a:srgbClr val="C00000"/>
                </a:solidFill>
              </a:rPr>
              <a:t>Such functions should be made private</a:t>
            </a:r>
          </a:p>
          <a:p>
            <a:pPr>
              <a:defRPr/>
            </a:pPr>
            <a:endParaRPr lang="en-IN" sz="2000" dirty="0">
              <a:solidFill>
                <a:srgbClr val="C00000"/>
              </a:solidFill>
            </a:endParaRPr>
          </a:p>
        </p:txBody>
      </p:sp>
      <p:sp>
        <p:nvSpPr>
          <p:cNvPr id="35844" name="Slide Number Placeholder 3">
            <a:extLst>
              <a:ext uri="{FF2B5EF4-FFF2-40B4-BE49-F238E27FC236}">
                <a16:creationId xmlns:a16="http://schemas.microsoft.com/office/drawing/2014/main" id="{D23E88FC-F7CD-48F4-95F0-5DCED0004F7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9EE4515-59A0-4F16-90C9-F68F2E8474FC}" type="slidenum">
              <a:rPr lang="en-US" altLang="en-US">
                <a:latin typeface="Times New Roman" panose="02020603050405020304" pitchFamily="18" charset="0"/>
              </a:rPr>
              <a:pPr/>
              <a:t>24</a:t>
            </a:fld>
            <a:endParaRPr lang="en-US" altLang="en-US">
              <a:latin typeface="Times New Roman" panose="02020603050405020304" pitchFamily="18" charset="0"/>
            </a:endParaRPr>
          </a:p>
        </p:txBody>
      </p:sp>
      <p:pic>
        <p:nvPicPr>
          <p:cNvPr id="35845" name="Picture 2">
            <a:extLst>
              <a:ext uri="{FF2B5EF4-FFF2-40B4-BE49-F238E27FC236}">
                <a16:creationId xmlns:a16="http://schemas.microsoft.com/office/drawing/2014/main" id="{087DA249-B0E3-41A2-BCA8-BFCABB1DD9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740025"/>
            <a:ext cx="5376863"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846" name="Picture 4">
            <a:extLst>
              <a:ext uri="{FF2B5EF4-FFF2-40B4-BE49-F238E27FC236}">
                <a16:creationId xmlns:a16="http://schemas.microsoft.com/office/drawing/2014/main" id="{4B03E7C1-11BB-49E0-995C-A1B19FB364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0" y="2740025"/>
            <a:ext cx="342900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a:extLst>
              <a:ext uri="{FF2B5EF4-FFF2-40B4-BE49-F238E27FC236}">
                <a16:creationId xmlns:a16="http://schemas.microsoft.com/office/drawing/2014/main" id="{F8830875-6C33-46D4-BD3A-9403D9A65FF4}"/>
              </a:ext>
            </a:extLst>
          </p:cNvPr>
          <p:cNvSpPr/>
          <p:nvPr/>
        </p:nvSpPr>
        <p:spPr>
          <a:xfrm>
            <a:off x="6248400" y="3852863"/>
            <a:ext cx="2286000" cy="2333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9" name="Rectangle 8">
            <a:extLst>
              <a:ext uri="{FF2B5EF4-FFF2-40B4-BE49-F238E27FC236}">
                <a16:creationId xmlns:a16="http://schemas.microsoft.com/office/drawing/2014/main" id="{E2FF2776-5F4B-4FCC-8F7E-4C0EAF7206EB}"/>
              </a:ext>
            </a:extLst>
          </p:cNvPr>
          <p:cNvSpPr/>
          <p:nvPr/>
        </p:nvSpPr>
        <p:spPr>
          <a:xfrm>
            <a:off x="1447800" y="5957888"/>
            <a:ext cx="2286000" cy="23177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CBF807AE-5451-4E4B-B1DA-46C41A3F18BC}"/>
              </a:ext>
            </a:extLst>
          </p:cNvPr>
          <p:cNvSpPr>
            <a:spLocks noGrp="1"/>
          </p:cNvSpPr>
          <p:nvPr>
            <p:ph type="title"/>
          </p:nvPr>
        </p:nvSpPr>
        <p:spPr/>
        <p:txBody>
          <a:bodyPr/>
          <a:lstStyle/>
          <a:p>
            <a:r>
              <a:rPr lang="en-US" altLang="en-US" sz="4400"/>
              <a:t>Classes and Objects</a:t>
            </a:r>
            <a:endParaRPr lang="en-IN" altLang="en-US" sz="4400"/>
          </a:p>
        </p:txBody>
      </p:sp>
      <p:sp>
        <p:nvSpPr>
          <p:cNvPr id="36867" name="Slide Number Placeholder 3">
            <a:extLst>
              <a:ext uri="{FF2B5EF4-FFF2-40B4-BE49-F238E27FC236}">
                <a16:creationId xmlns:a16="http://schemas.microsoft.com/office/drawing/2014/main" id="{3935B10C-2C87-4F0B-A2C9-4C9BE2D5830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7AB1345-A9A9-4C24-9B3C-AA09062F356F}" type="slidenum">
              <a:rPr lang="en-US" altLang="en-US">
                <a:latin typeface="Times New Roman" panose="02020603050405020304" pitchFamily="18" charset="0"/>
              </a:rPr>
              <a:pPr/>
              <a:t>25</a:t>
            </a:fld>
            <a:endParaRPr lang="en-US" altLang="en-US">
              <a:latin typeface="Times New Roman" panose="02020603050405020304" pitchFamily="18" charset="0"/>
            </a:endParaRPr>
          </a:p>
        </p:txBody>
      </p:sp>
      <p:sp>
        <p:nvSpPr>
          <p:cNvPr id="36868" name="Rectangle 1">
            <a:extLst>
              <a:ext uri="{FF2B5EF4-FFF2-40B4-BE49-F238E27FC236}">
                <a16:creationId xmlns:a16="http://schemas.microsoft.com/office/drawing/2014/main" id="{FEAEE39E-BF94-4732-82A4-1BA34A66131F}"/>
              </a:ext>
            </a:extLst>
          </p:cNvPr>
          <p:cNvSpPr>
            <a:spLocks noChangeArrowheads="1"/>
          </p:cNvSpPr>
          <p:nvPr/>
        </p:nvSpPr>
        <p:spPr bwMode="auto">
          <a:xfrm>
            <a:off x="381000" y="914400"/>
            <a:ext cx="876300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t>class account</a:t>
            </a:r>
          </a:p>
          <a:p>
            <a:pPr eaLnBrk="1" hangingPunct="1"/>
            <a:r>
              <a:rPr lang="en-IN" altLang="en-US"/>
              <a:t>{</a:t>
            </a:r>
          </a:p>
          <a:p>
            <a:pPr eaLnBrk="1" hangingPunct="1"/>
            <a:r>
              <a:rPr lang="en-IN" altLang="en-US"/>
              <a:t>     </a:t>
            </a:r>
            <a:r>
              <a:rPr lang="en-IN" altLang="en-US" b="1"/>
              <a:t>private:</a:t>
            </a:r>
            <a:r>
              <a:rPr lang="en-IN" altLang="en-US"/>
              <a:t>				</a:t>
            </a:r>
          </a:p>
          <a:p>
            <a:pPr eaLnBrk="1" hangingPunct="1"/>
            <a:r>
              <a:rPr lang="en-IN" altLang="en-US"/>
              <a:t>               int acc_no;</a:t>
            </a:r>
          </a:p>
          <a:p>
            <a:pPr eaLnBrk="1" hangingPunct="1"/>
            <a:r>
              <a:rPr lang="en-IN" altLang="en-US"/>
              <a:t>	char name[25];</a:t>
            </a:r>
          </a:p>
          <a:p>
            <a:pPr eaLnBrk="1" hangingPunct="1"/>
            <a:r>
              <a:rPr lang="en-IN" altLang="en-US"/>
              <a:t>	float balance;</a:t>
            </a:r>
          </a:p>
          <a:p>
            <a:pPr eaLnBrk="1" hangingPunct="1"/>
            <a:r>
              <a:rPr lang="en-IN" altLang="en-US" b="1"/>
              <a:t>      public:</a:t>
            </a:r>
          </a:p>
          <a:p>
            <a:pPr eaLnBrk="1" hangingPunct="1"/>
            <a:r>
              <a:rPr lang="en-IN" altLang="en-US"/>
              <a:t>	void read()</a:t>
            </a:r>
          </a:p>
          <a:p>
            <a:pPr eaLnBrk="1" hangingPunct="1"/>
            <a:r>
              <a:rPr lang="en-IN" altLang="en-US"/>
              <a:t>               { cin&gt;&gt;acc_no&gt;&gt;name&gt;&gt;balance;</a:t>
            </a:r>
          </a:p>
          <a:p>
            <a:pPr eaLnBrk="1" hangingPunct="1"/>
            <a:r>
              <a:rPr lang="en-IN" altLang="en-US"/>
              <a:t>               }</a:t>
            </a:r>
          </a:p>
          <a:p>
            <a:pPr eaLnBrk="1" hangingPunct="1"/>
            <a:r>
              <a:rPr lang="en-IN" altLang="en-US"/>
              <a:t>	</a:t>
            </a:r>
            <a:r>
              <a:rPr lang="en-IN" altLang="en-US" b="1">
                <a:solidFill>
                  <a:srgbClr val="C00000"/>
                </a:solidFill>
              </a:rPr>
              <a:t>void withdraw(float amt)</a:t>
            </a:r>
            <a:r>
              <a:rPr lang="en-IN" altLang="en-US">
                <a:solidFill>
                  <a:srgbClr val="C00000"/>
                </a:solidFill>
              </a:rPr>
              <a:t>	// member function defined inside a class</a:t>
            </a:r>
          </a:p>
          <a:p>
            <a:pPr eaLnBrk="1" hangingPunct="1"/>
            <a:r>
              <a:rPr lang="en-IN" altLang="en-US">
                <a:solidFill>
                  <a:srgbClr val="C00000"/>
                </a:solidFill>
              </a:rPr>
              <a:t>	{   balance-=amt; </a:t>
            </a:r>
          </a:p>
          <a:p>
            <a:pPr eaLnBrk="1" hangingPunct="1"/>
            <a:r>
              <a:rPr lang="en-IN" altLang="en-US">
                <a:solidFill>
                  <a:srgbClr val="C00000"/>
                </a:solidFill>
              </a:rPr>
              <a:t>	}</a:t>
            </a:r>
          </a:p>
          <a:p>
            <a:pPr eaLnBrk="1" hangingPunct="1"/>
            <a:r>
              <a:rPr lang="en-IN" altLang="en-US">
                <a:solidFill>
                  <a:srgbClr val="C00000"/>
                </a:solidFill>
              </a:rPr>
              <a:t>	void deposit();</a:t>
            </a:r>
          </a:p>
          <a:p>
            <a:pPr eaLnBrk="1" hangingPunct="1"/>
            <a:r>
              <a:rPr lang="en-IN" altLang="en-US"/>
              <a:t>};</a:t>
            </a:r>
          </a:p>
          <a:p>
            <a:pPr eaLnBrk="1" hangingPunct="1"/>
            <a:r>
              <a:rPr lang="en-IN" altLang="en-US" b="1">
                <a:solidFill>
                  <a:srgbClr val="C00000"/>
                </a:solidFill>
              </a:rPr>
              <a:t>void account::deposit()               </a:t>
            </a:r>
            <a:r>
              <a:rPr lang="en-IN" altLang="en-US">
                <a:solidFill>
                  <a:srgbClr val="C00000"/>
                </a:solidFill>
              </a:rPr>
              <a:t>// member function defined outside a class</a:t>
            </a:r>
          </a:p>
          <a:p>
            <a:pPr eaLnBrk="1" hangingPunct="1"/>
            <a:r>
              <a:rPr lang="en-IN" altLang="en-US">
                <a:solidFill>
                  <a:srgbClr val="C00000"/>
                </a:solidFill>
              </a:rPr>
              <a:t>{	float amt; 	           // using binary scope resolution operator</a:t>
            </a:r>
          </a:p>
          <a:p>
            <a:pPr eaLnBrk="1" hangingPunct="1"/>
            <a:r>
              <a:rPr lang="en-IN" altLang="en-US">
                <a:solidFill>
                  <a:srgbClr val="C00000"/>
                </a:solidFill>
              </a:rPr>
              <a:t>	cin&gt;&gt;amt; </a:t>
            </a:r>
          </a:p>
          <a:p>
            <a:pPr eaLnBrk="1" hangingPunct="1"/>
            <a:r>
              <a:rPr lang="en-IN" altLang="en-US">
                <a:solidFill>
                  <a:srgbClr val="C00000"/>
                </a:solidFill>
              </a:rPr>
              <a:t>	balance += amt;</a:t>
            </a:r>
          </a:p>
          <a:p>
            <a:pPr eaLnBrk="1" hangingPunct="1"/>
            <a:r>
              <a:rPr lang="en-IN" altLang="en-US">
                <a:solidFill>
                  <a:srgbClr val="C00000"/>
                </a:solidFill>
              </a:rPr>
              <a:t>}</a:t>
            </a:r>
          </a:p>
        </p:txBody>
      </p:sp>
      <p:sp>
        <p:nvSpPr>
          <p:cNvPr id="36869" name="Rectangle 3">
            <a:extLst>
              <a:ext uri="{FF2B5EF4-FFF2-40B4-BE49-F238E27FC236}">
                <a16:creationId xmlns:a16="http://schemas.microsoft.com/office/drawing/2014/main" id="{39799904-D271-4583-8744-2A7130E83A1A}"/>
              </a:ext>
            </a:extLst>
          </p:cNvPr>
          <p:cNvSpPr>
            <a:spLocks noChangeArrowheads="1"/>
          </p:cNvSpPr>
          <p:nvPr/>
        </p:nvSpPr>
        <p:spPr bwMode="auto">
          <a:xfrm>
            <a:off x="5791200" y="1066800"/>
            <a:ext cx="32766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a:t>main()</a:t>
            </a:r>
          </a:p>
          <a:p>
            <a:pPr eaLnBrk="1" hangingPunct="1"/>
            <a:r>
              <a:rPr lang="en-IN" altLang="en-US"/>
              <a:t>{	account a1,a2;</a:t>
            </a:r>
          </a:p>
          <a:p>
            <a:pPr eaLnBrk="1" hangingPunct="1"/>
            <a:r>
              <a:rPr lang="en-IN" altLang="en-US"/>
              <a:t>	a1.read();</a:t>
            </a:r>
          </a:p>
          <a:p>
            <a:pPr eaLnBrk="1" hangingPunct="1"/>
            <a:r>
              <a:rPr lang="en-IN" altLang="en-US"/>
              <a:t>	a2.read();</a:t>
            </a:r>
          </a:p>
          <a:p>
            <a:pPr eaLnBrk="1" hangingPunct="1"/>
            <a:r>
              <a:rPr lang="en-IN" altLang="en-US"/>
              <a:t>	a1.withdraw(1000);</a:t>
            </a:r>
          </a:p>
          <a:p>
            <a:pPr eaLnBrk="1" hangingPunct="1"/>
            <a:r>
              <a:rPr lang="en-IN" altLang="en-US"/>
              <a:t>	a2.deposit();</a:t>
            </a:r>
          </a:p>
          <a:p>
            <a:pPr eaLnBrk="1" hangingPunct="1"/>
            <a:r>
              <a:rPr lang="en-IN" altLang="en-US"/>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5A20EDD4-B7C8-43B4-A569-F69ACA38D2C9}"/>
              </a:ext>
            </a:extLst>
          </p:cNvPr>
          <p:cNvSpPr>
            <a:spLocks noGrp="1"/>
          </p:cNvSpPr>
          <p:nvPr>
            <p:ph type="title"/>
          </p:nvPr>
        </p:nvSpPr>
        <p:spPr/>
        <p:txBody>
          <a:bodyPr/>
          <a:lstStyle/>
          <a:p>
            <a:r>
              <a:rPr lang="en-US" altLang="en-US" sz="4400"/>
              <a:t>Memory Allocation for Objects</a:t>
            </a:r>
            <a:endParaRPr lang="en-IN" altLang="en-US" sz="4400"/>
          </a:p>
        </p:txBody>
      </p:sp>
      <p:sp>
        <p:nvSpPr>
          <p:cNvPr id="3" name="Content Placeholder 2">
            <a:extLst>
              <a:ext uri="{FF2B5EF4-FFF2-40B4-BE49-F238E27FC236}">
                <a16:creationId xmlns:a16="http://schemas.microsoft.com/office/drawing/2014/main" id="{8EA50289-B39F-4DDF-98AB-EC70118E8561}"/>
              </a:ext>
            </a:extLst>
          </p:cNvPr>
          <p:cNvSpPr>
            <a:spLocks noGrp="1"/>
          </p:cNvSpPr>
          <p:nvPr>
            <p:ph idx="1"/>
          </p:nvPr>
        </p:nvSpPr>
        <p:spPr/>
        <p:txBody>
          <a:bodyPr/>
          <a:lstStyle/>
          <a:p>
            <a:pPr>
              <a:defRPr/>
            </a:pPr>
            <a:r>
              <a:rPr lang="en-IN" sz="2000" dirty="0" err="1">
                <a:solidFill>
                  <a:srgbClr val="C00000"/>
                </a:solidFill>
              </a:rPr>
              <a:t>clockType</a:t>
            </a:r>
            <a:r>
              <a:rPr lang="en-IN" sz="2000" dirty="0">
                <a:solidFill>
                  <a:srgbClr val="C00000"/>
                </a:solidFill>
              </a:rPr>
              <a:t>   </a:t>
            </a:r>
            <a:r>
              <a:rPr lang="en-IN" sz="2000" dirty="0" err="1">
                <a:solidFill>
                  <a:srgbClr val="C00000"/>
                </a:solidFill>
              </a:rPr>
              <a:t>myClock</a:t>
            </a:r>
            <a:r>
              <a:rPr lang="en-IN" sz="2000" dirty="0">
                <a:solidFill>
                  <a:srgbClr val="C00000"/>
                </a:solidFill>
              </a:rPr>
              <a:t>;</a:t>
            </a:r>
          </a:p>
          <a:p>
            <a:pPr>
              <a:defRPr/>
            </a:pPr>
            <a:r>
              <a:rPr lang="en-IN" sz="2000" dirty="0" err="1">
                <a:solidFill>
                  <a:srgbClr val="C00000"/>
                </a:solidFill>
              </a:rPr>
              <a:t>clockType</a:t>
            </a:r>
            <a:r>
              <a:rPr lang="en-IN" sz="2000" dirty="0">
                <a:solidFill>
                  <a:srgbClr val="C00000"/>
                </a:solidFill>
              </a:rPr>
              <a:t>   </a:t>
            </a:r>
            <a:r>
              <a:rPr lang="en-IN" sz="2000" dirty="0" err="1">
                <a:solidFill>
                  <a:srgbClr val="C00000"/>
                </a:solidFill>
              </a:rPr>
              <a:t>yourClock</a:t>
            </a:r>
            <a:r>
              <a:rPr lang="en-IN" sz="2000" dirty="0">
                <a:solidFill>
                  <a:srgbClr val="C00000"/>
                </a:solidFill>
              </a:rPr>
              <a:t>;</a:t>
            </a:r>
          </a:p>
          <a:p>
            <a:pPr>
              <a:defRPr/>
            </a:pPr>
            <a:endParaRPr lang="en-IN" sz="2000" dirty="0">
              <a:solidFill>
                <a:srgbClr val="C00000"/>
              </a:solidFill>
            </a:endParaRPr>
          </a:p>
          <a:p>
            <a:pPr>
              <a:defRPr/>
            </a:pPr>
            <a:endParaRPr lang="en-IN" sz="2000" dirty="0">
              <a:solidFill>
                <a:srgbClr val="C00000"/>
              </a:solidFill>
            </a:endParaRPr>
          </a:p>
          <a:p>
            <a:pPr>
              <a:defRPr/>
            </a:pPr>
            <a:endParaRPr lang="en-IN" sz="2000" dirty="0">
              <a:solidFill>
                <a:srgbClr val="C00000"/>
              </a:solidFill>
            </a:endParaRPr>
          </a:p>
          <a:p>
            <a:pPr>
              <a:defRPr/>
            </a:pPr>
            <a:endParaRPr lang="en-IN" sz="2000" dirty="0">
              <a:solidFill>
                <a:srgbClr val="C00000"/>
              </a:solidFill>
            </a:endParaRPr>
          </a:p>
          <a:p>
            <a:pPr>
              <a:defRPr/>
            </a:pPr>
            <a:endParaRPr lang="en-IN" sz="2000" dirty="0"/>
          </a:p>
          <a:p>
            <a:pPr>
              <a:defRPr/>
            </a:pPr>
            <a:endParaRPr lang="en-IN" sz="2000" dirty="0"/>
          </a:p>
          <a:p>
            <a:pPr>
              <a:defRPr/>
            </a:pPr>
            <a:r>
              <a:rPr lang="en-IN" sz="2000" dirty="0"/>
              <a:t>In actuality, memory is allocated only for the </a:t>
            </a:r>
            <a:r>
              <a:rPr lang="en-IN" sz="2000" dirty="0">
                <a:solidFill>
                  <a:srgbClr val="C00000"/>
                </a:solidFill>
              </a:rPr>
              <a:t>member variables </a:t>
            </a:r>
            <a:r>
              <a:rPr lang="en-IN" sz="2000" dirty="0"/>
              <a:t>of each class object</a:t>
            </a:r>
          </a:p>
          <a:p>
            <a:pPr>
              <a:defRPr/>
            </a:pPr>
            <a:r>
              <a:rPr lang="en-IN" sz="2000" dirty="0"/>
              <a:t>The </a:t>
            </a:r>
            <a:r>
              <a:rPr lang="en-IN" sz="2000" dirty="0">
                <a:solidFill>
                  <a:srgbClr val="C00000"/>
                </a:solidFill>
              </a:rPr>
              <a:t>C++ compiler generates only one physical copy of a member function of a class</a:t>
            </a:r>
            <a:r>
              <a:rPr lang="en-IN" sz="2000" dirty="0"/>
              <a:t>, and each class object executes the same copy of the member function</a:t>
            </a:r>
          </a:p>
          <a:p>
            <a:pPr>
              <a:defRPr/>
            </a:pPr>
            <a:endParaRPr lang="en-IN" sz="2000" dirty="0">
              <a:solidFill>
                <a:srgbClr val="C00000"/>
              </a:solidFill>
            </a:endParaRPr>
          </a:p>
        </p:txBody>
      </p:sp>
      <p:sp>
        <p:nvSpPr>
          <p:cNvPr id="37892" name="Slide Number Placeholder 3">
            <a:extLst>
              <a:ext uri="{FF2B5EF4-FFF2-40B4-BE49-F238E27FC236}">
                <a16:creationId xmlns:a16="http://schemas.microsoft.com/office/drawing/2014/main" id="{A47FEE9E-74B4-4C6C-976B-9001228DC8A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2E11A6D-C1E9-434E-8DE7-2685C3085BCF}" type="slidenum">
              <a:rPr lang="en-US" altLang="en-US">
                <a:latin typeface="Times New Roman" panose="02020603050405020304" pitchFamily="18" charset="0"/>
              </a:rPr>
              <a:pPr/>
              <a:t>26</a:t>
            </a:fld>
            <a:endParaRPr lang="en-US" altLang="en-US">
              <a:latin typeface="Times New Roman" panose="02020603050405020304" pitchFamily="18" charset="0"/>
            </a:endParaRPr>
          </a:p>
        </p:txBody>
      </p:sp>
      <p:pic>
        <p:nvPicPr>
          <p:cNvPr id="37893" name="Picture 3">
            <a:extLst>
              <a:ext uri="{FF2B5EF4-FFF2-40B4-BE49-F238E27FC236}">
                <a16:creationId xmlns:a16="http://schemas.microsoft.com/office/drawing/2014/main" id="{6DFD917C-50D7-40DA-BD35-EA3AD93F83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200" y="1066800"/>
            <a:ext cx="4391025" cy="310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894" name="Picture 4">
            <a:extLst>
              <a:ext uri="{FF2B5EF4-FFF2-40B4-BE49-F238E27FC236}">
                <a16:creationId xmlns:a16="http://schemas.microsoft.com/office/drawing/2014/main" id="{7B93331B-417B-4351-BAAE-B046A8681B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13" y="3167063"/>
            <a:ext cx="4343400" cy="123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BE7DC754-8E83-40E9-8059-531314CD5D6E}"/>
              </a:ext>
            </a:extLst>
          </p:cNvPr>
          <p:cNvSpPr>
            <a:spLocks noGrp="1"/>
          </p:cNvSpPr>
          <p:nvPr>
            <p:ph type="title"/>
          </p:nvPr>
        </p:nvSpPr>
        <p:spPr/>
        <p:txBody>
          <a:bodyPr/>
          <a:lstStyle/>
          <a:p>
            <a:r>
              <a:rPr lang="en-IN" altLang="en-US"/>
              <a:t>Assignment Operator</a:t>
            </a:r>
          </a:p>
        </p:txBody>
      </p:sp>
      <p:sp>
        <p:nvSpPr>
          <p:cNvPr id="3" name="Content Placeholder 2">
            <a:extLst>
              <a:ext uri="{FF2B5EF4-FFF2-40B4-BE49-F238E27FC236}">
                <a16:creationId xmlns:a16="http://schemas.microsoft.com/office/drawing/2014/main" id="{753403F1-D067-4DCC-B688-B9A0A5BE0F3B}"/>
              </a:ext>
            </a:extLst>
          </p:cNvPr>
          <p:cNvSpPr>
            <a:spLocks noGrp="1"/>
          </p:cNvSpPr>
          <p:nvPr>
            <p:ph idx="1"/>
          </p:nvPr>
        </p:nvSpPr>
        <p:spPr/>
        <p:txBody>
          <a:bodyPr/>
          <a:lstStyle/>
          <a:p>
            <a:pPr>
              <a:defRPr/>
            </a:pPr>
            <a:r>
              <a:rPr lang="en-IN" sz="2000" dirty="0" err="1">
                <a:solidFill>
                  <a:srgbClr val="C00000"/>
                </a:solidFill>
              </a:rPr>
              <a:t>myClock</a:t>
            </a:r>
            <a:r>
              <a:rPr lang="en-IN" sz="2000" dirty="0">
                <a:solidFill>
                  <a:srgbClr val="C00000"/>
                </a:solidFill>
              </a:rPr>
              <a:t> = </a:t>
            </a:r>
            <a:r>
              <a:rPr lang="en-IN" sz="2000" dirty="0" err="1">
                <a:solidFill>
                  <a:srgbClr val="C00000"/>
                </a:solidFill>
              </a:rPr>
              <a:t>yourClock</a:t>
            </a:r>
            <a:r>
              <a:rPr lang="en-IN" sz="2000" dirty="0">
                <a:solidFill>
                  <a:srgbClr val="C00000"/>
                </a:solidFill>
              </a:rPr>
              <a:t>;      </a:t>
            </a:r>
            <a:r>
              <a:rPr lang="en-IN" sz="2000" dirty="0"/>
              <a:t>//Line 1</a:t>
            </a:r>
          </a:p>
          <a:p>
            <a:pPr>
              <a:defRPr/>
            </a:pPr>
            <a:endParaRPr lang="en-IN" sz="2000" dirty="0"/>
          </a:p>
          <a:p>
            <a:pPr>
              <a:defRPr/>
            </a:pPr>
            <a:r>
              <a:rPr lang="en-IN" sz="2000" dirty="0"/>
              <a:t>The values of the three member variables of </a:t>
            </a:r>
            <a:r>
              <a:rPr lang="en-IN" sz="2000" dirty="0" err="1"/>
              <a:t>yourClock</a:t>
            </a:r>
            <a:r>
              <a:rPr lang="en-IN" sz="2000" dirty="0"/>
              <a:t> are copied into the corresponding member variables of </a:t>
            </a:r>
            <a:r>
              <a:rPr lang="en-IN" sz="2000" dirty="0" err="1"/>
              <a:t>myClock</a:t>
            </a:r>
            <a:r>
              <a:rPr lang="en-IN" sz="2000" dirty="0"/>
              <a:t>. Therefore, an assignment statement performs a </a:t>
            </a:r>
            <a:r>
              <a:rPr lang="en-IN" sz="2000" b="1" dirty="0"/>
              <a:t>member-wise copy</a:t>
            </a:r>
          </a:p>
        </p:txBody>
      </p:sp>
      <p:sp>
        <p:nvSpPr>
          <p:cNvPr id="38916" name="Slide Number Placeholder 3">
            <a:extLst>
              <a:ext uri="{FF2B5EF4-FFF2-40B4-BE49-F238E27FC236}">
                <a16:creationId xmlns:a16="http://schemas.microsoft.com/office/drawing/2014/main" id="{D33642BA-10B5-4F81-B734-3C643D61980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5725624-67B7-4945-A70A-4E82FF50388B}" type="slidenum">
              <a:rPr lang="en-US" altLang="en-US">
                <a:latin typeface="Times New Roman" panose="02020603050405020304" pitchFamily="18" charset="0"/>
              </a:rPr>
              <a:pPr/>
              <a:t>27</a:t>
            </a:fld>
            <a:endParaRPr lang="en-US" altLang="en-US">
              <a:latin typeface="Times New Roman" panose="02020603050405020304" pitchFamily="18" charset="0"/>
            </a:endParaRPr>
          </a:p>
        </p:txBody>
      </p:sp>
      <p:pic>
        <p:nvPicPr>
          <p:cNvPr id="38917" name="Picture 2">
            <a:extLst>
              <a:ext uri="{FF2B5EF4-FFF2-40B4-BE49-F238E27FC236}">
                <a16:creationId xmlns:a16="http://schemas.microsoft.com/office/drawing/2014/main" id="{60EB9E3F-B239-4AD0-B634-49F9E7A8BE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3419475"/>
            <a:ext cx="8001000" cy="275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84C2CA72-7830-46ED-9CB2-1006126B0649}"/>
              </a:ext>
            </a:extLst>
          </p:cNvPr>
          <p:cNvSpPr>
            <a:spLocks noGrp="1"/>
          </p:cNvSpPr>
          <p:nvPr>
            <p:ph type="title"/>
          </p:nvPr>
        </p:nvSpPr>
        <p:spPr/>
        <p:txBody>
          <a:bodyPr/>
          <a:lstStyle/>
          <a:p>
            <a:r>
              <a:rPr lang="en-IN" altLang="en-US"/>
              <a:t>Memory Allocation for Objects</a:t>
            </a:r>
          </a:p>
        </p:txBody>
      </p:sp>
      <p:sp>
        <p:nvSpPr>
          <p:cNvPr id="3" name="Content Placeholder 2">
            <a:extLst>
              <a:ext uri="{FF2B5EF4-FFF2-40B4-BE49-F238E27FC236}">
                <a16:creationId xmlns:a16="http://schemas.microsoft.com/office/drawing/2014/main" id="{544E11EF-095B-4091-A8A1-58A57C75533A}"/>
              </a:ext>
            </a:extLst>
          </p:cNvPr>
          <p:cNvSpPr>
            <a:spLocks noGrp="1"/>
          </p:cNvSpPr>
          <p:nvPr>
            <p:ph idx="1"/>
          </p:nvPr>
        </p:nvSpPr>
        <p:spPr>
          <a:xfrm>
            <a:off x="304800" y="1066800"/>
            <a:ext cx="8229600" cy="4530725"/>
          </a:xfrm>
        </p:spPr>
        <p:txBody>
          <a:bodyPr/>
          <a:lstStyle/>
          <a:p>
            <a:pPr>
              <a:defRPr/>
            </a:pPr>
            <a:r>
              <a:rPr lang="en-IN" sz="2000" dirty="0"/>
              <a:t>Note : </a:t>
            </a:r>
          </a:p>
          <a:p>
            <a:pPr lvl="1">
              <a:defRPr/>
            </a:pPr>
            <a:r>
              <a:rPr lang="en-IN" sz="1800" dirty="0"/>
              <a:t>Only declaration of a class does not allocate memory to the class data members </a:t>
            </a:r>
          </a:p>
          <a:p>
            <a:pPr lvl="1">
              <a:defRPr/>
            </a:pPr>
            <a:r>
              <a:rPr lang="en-IN" sz="1800" dirty="0">
                <a:solidFill>
                  <a:srgbClr val="C00000"/>
                </a:solidFill>
              </a:rPr>
              <a:t>When an object is declared, memory is reserved for data members and not for member functions</a:t>
            </a:r>
          </a:p>
          <a:p>
            <a:pPr lvl="1">
              <a:defRPr/>
            </a:pPr>
            <a:r>
              <a:rPr lang="en-IN" sz="1800" dirty="0">
                <a:solidFill>
                  <a:srgbClr val="C00000"/>
                </a:solidFill>
              </a:rPr>
              <a:t>Member functions are created and memory is allocated to them only once when a class is declared</a:t>
            </a:r>
          </a:p>
          <a:p>
            <a:pPr lvl="1">
              <a:defRPr/>
            </a:pPr>
            <a:r>
              <a:rPr lang="en-IN" sz="1800" dirty="0"/>
              <a:t>All objects of the class access the same memory location where member functions are stored</a:t>
            </a:r>
          </a:p>
          <a:p>
            <a:pPr lvl="1">
              <a:defRPr/>
            </a:pPr>
            <a:endParaRPr lang="en-IN" sz="1600" dirty="0"/>
          </a:p>
          <a:p>
            <a:pPr lvl="1">
              <a:defRPr/>
            </a:pPr>
            <a:endParaRPr lang="en-IN" sz="1600" dirty="0"/>
          </a:p>
        </p:txBody>
      </p:sp>
      <p:sp>
        <p:nvSpPr>
          <p:cNvPr id="39940" name="Slide Number Placeholder 3">
            <a:extLst>
              <a:ext uri="{FF2B5EF4-FFF2-40B4-BE49-F238E27FC236}">
                <a16:creationId xmlns:a16="http://schemas.microsoft.com/office/drawing/2014/main" id="{D9887B49-61C4-4C9A-A309-753ACE42BDF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8DCA5B0-8945-4F09-A0DF-C94AA78E75B1}" type="slidenum">
              <a:rPr lang="en-US" altLang="en-US">
                <a:latin typeface="Times New Roman" panose="02020603050405020304" pitchFamily="18" charset="0"/>
              </a:rPr>
              <a:pPr/>
              <a:t>28</a:t>
            </a:fld>
            <a:endParaRPr lang="en-US" altLang="en-US">
              <a:latin typeface="Times New Roman" panose="02020603050405020304" pitchFamily="18" charset="0"/>
            </a:endParaRPr>
          </a:p>
        </p:txBody>
      </p:sp>
      <p:pic>
        <p:nvPicPr>
          <p:cNvPr id="39941" name="Picture 2">
            <a:extLst>
              <a:ext uri="{FF2B5EF4-FFF2-40B4-BE49-F238E27FC236}">
                <a16:creationId xmlns:a16="http://schemas.microsoft.com/office/drawing/2014/main" id="{497304A5-60F1-4F97-8C90-53355C2DF3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6200" y="3657600"/>
            <a:ext cx="4191000" cy="307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09DC73BF-D47E-4FAD-AB73-405F87C4463D}"/>
              </a:ext>
            </a:extLst>
          </p:cNvPr>
          <p:cNvSpPr>
            <a:spLocks noGrp="1"/>
          </p:cNvSpPr>
          <p:nvPr>
            <p:ph type="title"/>
          </p:nvPr>
        </p:nvSpPr>
        <p:spPr/>
        <p:txBody>
          <a:bodyPr/>
          <a:lstStyle/>
          <a:p>
            <a:r>
              <a:rPr lang="en-IN" altLang="en-US"/>
              <a:t>‘this’ Pointer</a:t>
            </a:r>
          </a:p>
        </p:txBody>
      </p:sp>
      <p:sp>
        <p:nvSpPr>
          <p:cNvPr id="3" name="Content Placeholder 2">
            <a:extLst>
              <a:ext uri="{FF2B5EF4-FFF2-40B4-BE49-F238E27FC236}">
                <a16:creationId xmlns:a16="http://schemas.microsoft.com/office/drawing/2014/main" id="{43672DC0-3B6C-4018-8ED3-B09BBB574190}"/>
              </a:ext>
            </a:extLst>
          </p:cNvPr>
          <p:cNvSpPr>
            <a:spLocks noGrp="1"/>
          </p:cNvSpPr>
          <p:nvPr>
            <p:ph idx="1"/>
          </p:nvPr>
        </p:nvSpPr>
        <p:spPr/>
        <p:txBody>
          <a:bodyPr/>
          <a:lstStyle/>
          <a:p>
            <a:pPr>
              <a:defRPr/>
            </a:pPr>
            <a:r>
              <a:rPr lang="en-IN" sz="2000" dirty="0"/>
              <a:t>Whenever a member function is called, it must be called through or bound to an instance of the class that defines the function</a:t>
            </a:r>
          </a:p>
          <a:p>
            <a:pPr>
              <a:defRPr/>
            </a:pPr>
            <a:r>
              <a:rPr lang="en-IN" sz="2000" dirty="0">
                <a:solidFill>
                  <a:srgbClr val="C00000"/>
                </a:solidFill>
              </a:rPr>
              <a:t>Whenever a member function is called, the address of the calling object is automatically passed as an "invisible" or implicit pointer argument</a:t>
            </a:r>
            <a:endParaRPr lang="en-IN" sz="2000" dirty="0"/>
          </a:p>
          <a:p>
            <a:pPr>
              <a:defRPr/>
            </a:pPr>
            <a:endParaRPr lang="en-IN" sz="2000" dirty="0"/>
          </a:p>
          <a:p>
            <a:pPr>
              <a:defRPr/>
            </a:pPr>
            <a:r>
              <a:rPr lang="en-IN" sz="2000" dirty="0"/>
              <a:t>The "this" pointer is an automatic local variable that the </a:t>
            </a:r>
            <a:r>
              <a:rPr lang="en-IN" sz="2000" b="1" dirty="0"/>
              <a:t>compiler generates</a:t>
            </a:r>
            <a:r>
              <a:rPr lang="en-IN" sz="2000" dirty="0"/>
              <a:t> in </a:t>
            </a:r>
            <a:r>
              <a:rPr lang="en-IN" sz="2000" b="1" dirty="0"/>
              <a:t>every non-static member function</a:t>
            </a:r>
            <a:r>
              <a:rPr lang="en-IN" sz="2000" dirty="0"/>
              <a:t> and that stores the address of the object that calls the member function</a:t>
            </a:r>
          </a:p>
          <a:p>
            <a:pPr>
              <a:defRPr/>
            </a:pPr>
            <a:endParaRPr lang="en-IN" sz="2000" dirty="0"/>
          </a:p>
          <a:p>
            <a:pPr>
              <a:defRPr/>
            </a:pPr>
            <a:endParaRPr lang="en-IN" sz="2000" dirty="0"/>
          </a:p>
          <a:p>
            <a:pPr>
              <a:defRPr/>
            </a:pPr>
            <a:endParaRPr lang="en-IN" sz="2000" dirty="0"/>
          </a:p>
          <a:p>
            <a:pPr>
              <a:defRPr/>
            </a:pPr>
            <a:endParaRPr lang="en-IN" sz="2000" dirty="0"/>
          </a:p>
        </p:txBody>
      </p:sp>
      <p:sp>
        <p:nvSpPr>
          <p:cNvPr id="40964" name="Slide Number Placeholder 3">
            <a:extLst>
              <a:ext uri="{FF2B5EF4-FFF2-40B4-BE49-F238E27FC236}">
                <a16:creationId xmlns:a16="http://schemas.microsoft.com/office/drawing/2014/main" id="{1E5C16DA-F57E-43DC-AF35-F9F966E3CBC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6DB08BF-D6B4-4B66-9232-AA888B62C565}" type="slidenum">
              <a:rPr lang="en-US" altLang="en-US">
                <a:latin typeface="Times New Roman" panose="02020603050405020304" pitchFamily="18" charset="0"/>
              </a:rPr>
              <a:pPr/>
              <a:t>29</a:t>
            </a:fld>
            <a:endParaRPr lang="en-US" altLang="en-US">
              <a:latin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EE423571-D971-4AAE-956D-54B0BDAE4061}"/>
              </a:ext>
            </a:extLst>
          </p:cNvPr>
          <p:cNvSpPr>
            <a:spLocks noGrp="1"/>
          </p:cNvSpPr>
          <p:nvPr>
            <p:ph type="title"/>
          </p:nvPr>
        </p:nvSpPr>
        <p:spPr/>
        <p:txBody>
          <a:bodyPr/>
          <a:lstStyle/>
          <a:p>
            <a:r>
              <a:rPr lang="en-IN" altLang="en-US"/>
              <a:t>‘this’ Pointer</a:t>
            </a:r>
          </a:p>
        </p:txBody>
      </p:sp>
      <p:sp>
        <p:nvSpPr>
          <p:cNvPr id="3" name="Content Placeholder 2">
            <a:extLst>
              <a:ext uri="{FF2B5EF4-FFF2-40B4-BE49-F238E27FC236}">
                <a16:creationId xmlns:a16="http://schemas.microsoft.com/office/drawing/2014/main" id="{884D73F6-DBC3-480E-B4DE-E2F3C3BDFA84}"/>
              </a:ext>
            </a:extLst>
          </p:cNvPr>
          <p:cNvSpPr>
            <a:spLocks noGrp="1"/>
          </p:cNvSpPr>
          <p:nvPr>
            <p:ph idx="1"/>
          </p:nvPr>
        </p:nvSpPr>
        <p:spPr/>
        <p:txBody>
          <a:bodyPr/>
          <a:lstStyle/>
          <a:p>
            <a:pPr>
              <a:defRPr/>
            </a:pPr>
            <a:r>
              <a:rPr lang="en-US" sz="2000" b="1" dirty="0"/>
              <a:t>‘this’ </a:t>
            </a:r>
            <a:r>
              <a:rPr lang="en-US" sz="2000" dirty="0"/>
              <a:t>is the keyword can be used inside the class, which represents the current object’s address</a:t>
            </a:r>
          </a:p>
          <a:p>
            <a:pPr>
              <a:defRPr/>
            </a:pPr>
            <a:endParaRPr lang="en-US" sz="2000" dirty="0"/>
          </a:p>
          <a:p>
            <a:pPr>
              <a:defRPr/>
            </a:pPr>
            <a:endParaRPr lang="en-US" sz="2000" dirty="0"/>
          </a:p>
          <a:p>
            <a:pPr>
              <a:defRPr/>
            </a:pPr>
            <a:endParaRPr lang="en-US" sz="2000" dirty="0"/>
          </a:p>
          <a:p>
            <a:pPr>
              <a:defRPr/>
            </a:pPr>
            <a:endParaRPr lang="en-US" sz="2000" dirty="0"/>
          </a:p>
          <a:p>
            <a:pPr>
              <a:defRPr/>
            </a:pPr>
            <a:endParaRPr lang="en-US" sz="2000" dirty="0"/>
          </a:p>
          <a:p>
            <a:pPr>
              <a:defRPr/>
            </a:pPr>
            <a:endParaRPr lang="en-US" sz="2000" dirty="0"/>
          </a:p>
          <a:p>
            <a:pPr>
              <a:defRPr/>
            </a:pPr>
            <a:endParaRPr lang="en-US" sz="2000" dirty="0"/>
          </a:p>
          <a:p>
            <a:pPr>
              <a:defRPr/>
            </a:pPr>
            <a:endParaRPr lang="en-US" sz="2000" dirty="0"/>
          </a:p>
          <a:p>
            <a:pPr>
              <a:defRPr/>
            </a:pPr>
            <a:endParaRPr lang="en-US" sz="1400" dirty="0"/>
          </a:p>
          <a:p>
            <a:pPr>
              <a:defRPr/>
            </a:pPr>
            <a:r>
              <a:rPr lang="en-US" sz="2000" dirty="0"/>
              <a:t>When a member function is called, it is automatically passed as an implicit argument</a:t>
            </a:r>
            <a:endParaRPr lang="en-IN" sz="2000" dirty="0"/>
          </a:p>
          <a:p>
            <a:pPr>
              <a:defRPr/>
            </a:pPr>
            <a:endParaRPr lang="en-US" sz="2000" dirty="0"/>
          </a:p>
          <a:p>
            <a:pPr>
              <a:defRPr/>
            </a:pPr>
            <a:endParaRPr lang="en-US" sz="2000" dirty="0"/>
          </a:p>
          <a:p>
            <a:pPr>
              <a:defRPr/>
            </a:pPr>
            <a:endParaRPr lang="en-IN" sz="2000" dirty="0"/>
          </a:p>
        </p:txBody>
      </p:sp>
      <p:sp>
        <p:nvSpPr>
          <p:cNvPr id="41988" name="Slide Number Placeholder 3">
            <a:extLst>
              <a:ext uri="{FF2B5EF4-FFF2-40B4-BE49-F238E27FC236}">
                <a16:creationId xmlns:a16="http://schemas.microsoft.com/office/drawing/2014/main" id="{7B59BCB8-C726-495A-9C23-0D09DBC19B4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8E7D5FE-5F31-4D25-B104-304856589FED}" type="slidenum">
              <a:rPr lang="en-US" altLang="en-US">
                <a:latin typeface="Times New Roman" panose="02020603050405020304" pitchFamily="18" charset="0"/>
              </a:rPr>
              <a:pPr/>
              <a:t>30</a:t>
            </a:fld>
            <a:endParaRPr lang="en-US" altLang="en-US">
              <a:latin typeface="Times New Roman" panose="02020603050405020304" pitchFamily="18" charset="0"/>
            </a:endParaRPr>
          </a:p>
        </p:txBody>
      </p:sp>
      <p:sp>
        <p:nvSpPr>
          <p:cNvPr id="41989" name="Rectangle 4">
            <a:extLst>
              <a:ext uri="{FF2B5EF4-FFF2-40B4-BE49-F238E27FC236}">
                <a16:creationId xmlns:a16="http://schemas.microsoft.com/office/drawing/2014/main" id="{D27D2118-BD8A-45A2-91C8-6C4B50B98787}"/>
              </a:ext>
            </a:extLst>
          </p:cNvPr>
          <p:cNvSpPr>
            <a:spLocks noChangeArrowheads="1"/>
          </p:cNvSpPr>
          <p:nvPr/>
        </p:nvSpPr>
        <p:spPr bwMode="auto">
          <a:xfrm>
            <a:off x="914400" y="2362200"/>
            <a:ext cx="8458200"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sz="2000"/>
              <a:t>class account</a:t>
            </a:r>
          </a:p>
          <a:p>
            <a:pPr eaLnBrk="1" hangingPunct="1"/>
            <a:r>
              <a:rPr lang="en-IN" altLang="en-US" sz="2000"/>
              <a:t>{</a:t>
            </a:r>
          </a:p>
          <a:p>
            <a:pPr eaLnBrk="1" hangingPunct="1"/>
            <a:r>
              <a:rPr lang="en-IN" altLang="en-US" sz="2000"/>
              <a:t>	        int acc_no;</a:t>
            </a:r>
          </a:p>
          <a:p>
            <a:pPr eaLnBrk="1" hangingPunct="1"/>
            <a:r>
              <a:rPr lang="en-IN" altLang="en-US" sz="2000"/>
              <a:t>	public:</a:t>
            </a:r>
          </a:p>
          <a:p>
            <a:pPr eaLnBrk="1" hangingPunct="1"/>
            <a:r>
              <a:rPr lang="en-IN" altLang="en-US" sz="2000"/>
              <a:t>	        void assign(int acc) 	// </a:t>
            </a:r>
            <a:r>
              <a:rPr lang="en-IN" altLang="en-US" sz="2000">
                <a:solidFill>
                  <a:srgbClr val="C00000"/>
                </a:solidFill>
              </a:rPr>
              <a:t>void assign(int acc_no)</a:t>
            </a:r>
          </a:p>
          <a:p>
            <a:pPr eaLnBrk="1" hangingPunct="1"/>
            <a:r>
              <a:rPr lang="en-IN" altLang="en-US" sz="2000"/>
              <a:t>	         {				//</a:t>
            </a:r>
            <a:r>
              <a:rPr lang="en-IN" altLang="en-US" sz="2000">
                <a:solidFill>
                  <a:srgbClr val="C00000"/>
                </a:solidFill>
              </a:rPr>
              <a:t>{</a:t>
            </a:r>
          </a:p>
          <a:p>
            <a:pPr eaLnBrk="1" hangingPunct="1"/>
            <a:r>
              <a:rPr lang="en-IN" altLang="en-US" sz="2000"/>
              <a:t>		acc_no=acc;		//     </a:t>
            </a:r>
            <a:r>
              <a:rPr lang="en-IN" altLang="en-US" sz="2000">
                <a:solidFill>
                  <a:srgbClr val="C00000"/>
                </a:solidFill>
              </a:rPr>
              <a:t>this-&gt;acc_no=acc_no;</a:t>
            </a:r>
          </a:p>
          <a:p>
            <a:pPr eaLnBrk="1" hangingPunct="1"/>
            <a:r>
              <a:rPr lang="en-IN" altLang="en-US" sz="2000"/>
              <a:t>	         }				//</a:t>
            </a:r>
            <a:r>
              <a:rPr lang="en-IN" altLang="en-US" sz="2000">
                <a:solidFill>
                  <a:srgbClr val="C00000"/>
                </a:solidFill>
              </a:rPr>
              <a:t>}</a:t>
            </a:r>
          </a:p>
          <a:p>
            <a:pPr eaLnBrk="1" hangingPunct="1"/>
            <a:r>
              <a:rPr lang="en-IN" altLang="en-US" sz="2000"/>
              <a:t>};</a:t>
            </a:r>
          </a:p>
          <a:p>
            <a:pPr eaLnBrk="1" hangingPunct="1"/>
            <a:endParaRPr lang="en-IN" altLang="en-US" sz="20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0F80EF04-8CD6-4626-B874-325C6CBD8DB3}"/>
              </a:ext>
            </a:extLst>
          </p:cNvPr>
          <p:cNvSpPr>
            <a:spLocks noGrp="1"/>
          </p:cNvSpPr>
          <p:nvPr>
            <p:ph type="title"/>
          </p:nvPr>
        </p:nvSpPr>
        <p:spPr/>
        <p:txBody>
          <a:bodyPr/>
          <a:lstStyle/>
          <a:p>
            <a:r>
              <a:rPr lang="en-IN" altLang="en-US"/>
              <a:t>Visualizing The ‘this’ Pointer</a:t>
            </a:r>
            <a:br>
              <a:rPr lang="en-IN" altLang="en-US" b="1"/>
            </a:br>
            <a:br>
              <a:rPr lang="en-IN" altLang="en-US" b="1"/>
            </a:br>
            <a:endParaRPr lang="en-IN" altLang="en-US"/>
          </a:p>
        </p:txBody>
      </p:sp>
      <p:sp>
        <p:nvSpPr>
          <p:cNvPr id="43011" name="Slide Number Placeholder 3">
            <a:extLst>
              <a:ext uri="{FF2B5EF4-FFF2-40B4-BE49-F238E27FC236}">
                <a16:creationId xmlns:a16="http://schemas.microsoft.com/office/drawing/2014/main" id="{7C82D698-82FE-4DCF-857B-EA3AF3D8EAB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8A1EB54-ED38-4E38-851E-2B08C0FB699F}" type="slidenum">
              <a:rPr lang="en-US" altLang="en-US">
                <a:latin typeface="Times New Roman" panose="02020603050405020304" pitchFamily="18" charset="0"/>
              </a:rPr>
              <a:pPr/>
              <a:t>31</a:t>
            </a:fld>
            <a:endParaRPr lang="en-US" altLang="en-US">
              <a:latin typeface="Times New Roman" panose="02020603050405020304" pitchFamily="18" charset="0"/>
            </a:endParaRPr>
          </a:p>
        </p:txBody>
      </p:sp>
      <p:pic>
        <p:nvPicPr>
          <p:cNvPr id="43012" name="Picture 2">
            <a:extLst>
              <a:ext uri="{FF2B5EF4-FFF2-40B4-BE49-F238E27FC236}">
                <a16:creationId xmlns:a16="http://schemas.microsoft.com/office/drawing/2014/main" id="{E9CAE359-5120-4C7D-99BA-70CCC72A48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9600" y="890588"/>
            <a:ext cx="4354513" cy="3157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3013" name="Rectangle 5">
            <a:extLst>
              <a:ext uri="{FF2B5EF4-FFF2-40B4-BE49-F238E27FC236}">
                <a16:creationId xmlns:a16="http://schemas.microsoft.com/office/drawing/2014/main" id="{1D96F8FE-D777-41F8-804C-BA5C96A88447}"/>
              </a:ext>
            </a:extLst>
          </p:cNvPr>
          <p:cNvSpPr>
            <a:spLocks noChangeArrowheads="1"/>
          </p:cNvSpPr>
          <p:nvPr/>
        </p:nvSpPr>
        <p:spPr bwMode="auto">
          <a:xfrm>
            <a:off x="609600" y="1600200"/>
            <a:ext cx="13716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sz="2000"/>
              <a:t>stack     r;</a:t>
            </a:r>
          </a:p>
          <a:p>
            <a:pPr eaLnBrk="1" hangingPunct="1"/>
            <a:r>
              <a:rPr lang="en-IN" altLang="en-US" sz="2000"/>
              <a:t>stack     s;</a:t>
            </a:r>
          </a:p>
          <a:p>
            <a:pPr eaLnBrk="1" hangingPunct="1"/>
            <a:r>
              <a:rPr lang="en-IN" altLang="en-US" sz="2000"/>
              <a:t>stack     t;</a:t>
            </a:r>
          </a:p>
        </p:txBody>
      </p:sp>
      <p:pic>
        <p:nvPicPr>
          <p:cNvPr id="43014" name="Picture 4">
            <a:extLst>
              <a:ext uri="{FF2B5EF4-FFF2-40B4-BE49-F238E27FC236}">
                <a16:creationId xmlns:a16="http://schemas.microsoft.com/office/drawing/2014/main" id="{E552261F-A832-4798-A3AD-7FC9FAD2BA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1295400"/>
            <a:ext cx="1546225" cy="2084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3015" name="Picture 6">
            <a:extLst>
              <a:ext uri="{FF2B5EF4-FFF2-40B4-BE49-F238E27FC236}">
                <a16:creationId xmlns:a16="http://schemas.microsoft.com/office/drawing/2014/main" id="{C045D2FD-19FC-433B-9B91-5A188898A0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4048125"/>
            <a:ext cx="1524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3016" name="Picture 7">
            <a:extLst>
              <a:ext uri="{FF2B5EF4-FFF2-40B4-BE49-F238E27FC236}">
                <a16:creationId xmlns:a16="http://schemas.microsoft.com/office/drawing/2014/main" id="{2F4506E1-EA55-4EA4-B0AB-47FF553B5EE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79625" y="3554413"/>
            <a:ext cx="3808413" cy="166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3017" name="Picture 8">
            <a:extLst>
              <a:ext uri="{FF2B5EF4-FFF2-40B4-BE49-F238E27FC236}">
                <a16:creationId xmlns:a16="http://schemas.microsoft.com/office/drawing/2014/main" id="{FA505760-BC33-44CD-878E-9FB65032A85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1775" y="5880100"/>
            <a:ext cx="1524000"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3018" name="Picture 9">
            <a:extLst>
              <a:ext uri="{FF2B5EF4-FFF2-40B4-BE49-F238E27FC236}">
                <a16:creationId xmlns:a16="http://schemas.microsoft.com/office/drawing/2014/main" id="{BCC42C78-FE50-46F0-81DC-307AB5BA1A3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4413" y="5313363"/>
            <a:ext cx="3430587" cy="147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828AE234-A70D-4A31-8499-943A1B3C0C6F}"/>
              </a:ext>
            </a:extLst>
          </p:cNvPr>
          <p:cNvSpPr>
            <a:spLocks noGrp="1"/>
          </p:cNvSpPr>
          <p:nvPr>
            <p:ph type="title"/>
          </p:nvPr>
        </p:nvSpPr>
        <p:spPr/>
        <p:txBody>
          <a:bodyPr/>
          <a:lstStyle/>
          <a:p>
            <a:r>
              <a:rPr lang="en-IN" altLang="en-US"/>
              <a:t>‘this pointer’</a:t>
            </a:r>
          </a:p>
        </p:txBody>
      </p:sp>
      <p:sp>
        <p:nvSpPr>
          <p:cNvPr id="3" name="Content Placeholder 2">
            <a:extLst>
              <a:ext uri="{FF2B5EF4-FFF2-40B4-BE49-F238E27FC236}">
                <a16:creationId xmlns:a16="http://schemas.microsoft.com/office/drawing/2014/main" id="{A6C84EA8-CD80-49BA-9858-80A85A83E757}"/>
              </a:ext>
            </a:extLst>
          </p:cNvPr>
          <p:cNvSpPr>
            <a:spLocks noGrp="1"/>
          </p:cNvSpPr>
          <p:nvPr>
            <p:ph idx="1"/>
          </p:nvPr>
        </p:nvSpPr>
        <p:spPr/>
        <p:txBody>
          <a:bodyPr/>
          <a:lstStyle/>
          <a:p>
            <a:pPr>
              <a:defRPr/>
            </a:pPr>
            <a:r>
              <a:rPr lang="en-IN" sz="2000" b="1" dirty="0"/>
              <a:t>Note: </a:t>
            </a:r>
          </a:p>
          <a:p>
            <a:pPr>
              <a:defRPr/>
            </a:pPr>
            <a:r>
              <a:rPr lang="en-IN" sz="2000" dirty="0"/>
              <a:t>The </a:t>
            </a:r>
            <a:r>
              <a:rPr lang="en-IN" sz="2000" b="1" dirty="0"/>
              <a:t>this</a:t>
            </a:r>
            <a:r>
              <a:rPr lang="en-IN" sz="2000" dirty="0"/>
              <a:t> pointer is a pointer accessible only within the </a:t>
            </a:r>
            <a:r>
              <a:rPr lang="en-IN" sz="2000" dirty="0" err="1"/>
              <a:t>nonstatic</a:t>
            </a:r>
            <a:r>
              <a:rPr lang="en-IN" sz="2000" dirty="0"/>
              <a:t> member functions of a </a:t>
            </a:r>
            <a:r>
              <a:rPr lang="en-IN" sz="2000" b="1" dirty="0"/>
              <a:t>class</a:t>
            </a:r>
            <a:r>
              <a:rPr lang="en-IN" sz="2000" dirty="0"/>
              <a:t>, </a:t>
            </a:r>
            <a:r>
              <a:rPr lang="en-IN" sz="2000" b="1" dirty="0" err="1"/>
              <a:t>struct</a:t>
            </a:r>
            <a:r>
              <a:rPr lang="en-IN" sz="2000" dirty="0"/>
              <a:t>, or </a:t>
            </a:r>
            <a:r>
              <a:rPr lang="en-IN" sz="2000" b="1" dirty="0"/>
              <a:t>union</a:t>
            </a:r>
            <a:r>
              <a:rPr lang="en-IN" sz="2000" dirty="0"/>
              <a:t> type</a:t>
            </a:r>
          </a:p>
          <a:p>
            <a:pPr>
              <a:defRPr/>
            </a:pPr>
            <a:r>
              <a:rPr lang="en-IN" sz="2000" dirty="0"/>
              <a:t>It points to the object for which the member function is called</a:t>
            </a:r>
          </a:p>
          <a:p>
            <a:pPr>
              <a:defRPr/>
            </a:pPr>
            <a:r>
              <a:rPr lang="en-IN" sz="2000" dirty="0"/>
              <a:t>An object's </a:t>
            </a:r>
            <a:r>
              <a:rPr lang="en-IN" sz="2000" b="1" dirty="0"/>
              <a:t>this</a:t>
            </a:r>
            <a:r>
              <a:rPr lang="en-IN" sz="2000" dirty="0"/>
              <a:t> pointer is not  part of the object itself</a:t>
            </a:r>
          </a:p>
          <a:p>
            <a:pPr>
              <a:defRPr/>
            </a:pPr>
            <a:r>
              <a:rPr lang="en-IN" sz="2000" dirty="0"/>
              <a:t>The expression </a:t>
            </a:r>
            <a:r>
              <a:rPr lang="en-IN" sz="2000" b="1" dirty="0"/>
              <a:t>*this</a:t>
            </a:r>
            <a:r>
              <a:rPr lang="en-IN" sz="2000" dirty="0"/>
              <a:t> is commonly used to return the current object from a member function</a:t>
            </a:r>
          </a:p>
          <a:p>
            <a:pPr marL="344487" lvl="1" indent="0">
              <a:buFont typeface="Wingdings" panose="05000000000000000000" pitchFamily="2" charset="2"/>
              <a:buNone/>
              <a:defRPr/>
            </a:pPr>
            <a:r>
              <a:rPr lang="en-IN" sz="2000" dirty="0">
                <a:solidFill>
                  <a:srgbClr val="C00000"/>
                </a:solidFill>
              </a:rPr>
              <a:t>return *this;</a:t>
            </a:r>
          </a:p>
          <a:p>
            <a:pPr>
              <a:defRPr/>
            </a:pPr>
            <a:endParaRPr lang="en-IN" sz="2000" dirty="0">
              <a:solidFill>
                <a:srgbClr val="C00000"/>
              </a:solidFill>
            </a:endParaRPr>
          </a:p>
          <a:p>
            <a:pPr>
              <a:defRPr/>
            </a:pPr>
            <a:r>
              <a:rPr lang="en-IN" sz="2000" b="1" dirty="0"/>
              <a:t>Type of the this pointer</a:t>
            </a:r>
          </a:p>
          <a:p>
            <a:pPr>
              <a:defRPr/>
            </a:pPr>
            <a:r>
              <a:rPr lang="en-IN" sz="2000" b="1" dirty="0"/>
              <a:t>‘this’</a:t>
            </a:r>
            <a:r>
              <a:rPr lang="en-IN" sz="2000" dirty="0"/>
              <a:t> pointer is always a </a:t>
            </a:r>
            <a:r>
              <a:rPr lang="en-IN" sz="2000" dirty="0" err="1"/>
              <a:t>const</a:t>
            </a:r>
            <a:r>
              <a:rPr lang="en-IN" sz="2000" dirty="0"/>
              <a:t> pointer. It can't be reassigned</a:t>
            </a:r>
          </a:p>
          <a:p>
            <a:pPr marL="0" indent="0">
              <a:buFont typeface="Wingdings" pitchFamily="2" charset="2"/>
              <a:buNone/>
              <a:defRPr/>
            </a:pPr>
            <a:r>
              <a:rPr lang="en-IN" sz="2000" i="1" dirty="0">
                <a:solidFill>
                  <a:srgbClr val="C00000"/>
                </a:solidFill>
              </a:rPr>
              <a:t>      class-type</a:t>
            </a:r>
            <a:r>
              <a:rPr lang="en-IN" sz="2000" dirty="0">
                <a:solidFill>
                  <a:srgbClr val="C00000"/>
                </a:solidFill>
              </a:rPr>
              <a:t> </a:t>
            </a:r>
            <a:r>
              <a:rPr lang="en-IN" sz="2000" b="1" dirty="0">
                <a:solidFill>
                  <a:srgbClr val="C00000"/>
                </a:solidFill>
              </a:rPr>
              <a:t>* </a:t>
            </a:r>
            <a:r>
              <a:rPr lang="en-IN" sz="2000" b="1" dirty="0" err="1">
                <a:solidFill>
                  <a:srgbClr val="C00000"/>
                </a:solidFill>
              </a:rPr>
              <a:t>const</a:t>
            </a:r>
            <a:r>
              <a:rPr lang="en-IN" sz="2000" b="1" dirty="0">
                <a:solidFill>
                  <a:srgbClr val="C00000"/>
                </a:solidFill>
              </a:rPr>
              <a:t> this</a:t>
            </a:r>
          </a:p>
          <a:p>
            <a:pPr marL="0" indent="0">
              <a:buFont typeface="Wingdings" pitchFamily="2" charset="2"/>
              <a:buNone/>
              <a:defRPr/>
            </a:pPr>
            <a:endParaRPr lang="en-IN" sz="2000" dirty="0">
              <a:solidFill>
                <a:srgbClr val="C00000"/>
              </a:solidFill>
            </a:endParaRPr>
          </a:p>
        </p:txBody>
      </p:sp>
      <p:sp>
        <p:nvSpPr>
          <p:cNvPr id="44036" name="Slide Number Placeholder 3">
            <a:extLst>
              <a:ext uri="{FF2B5EF4-FFF2-40B4-BE49-F238E27FC236}">
                <a16:creationId xmlns:a16="http://schemas.microsoft.com/office/drawing/2014/main" id="{3EA4FCBF-E922-49C5-A1E2-E2559171CE7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26E7FB3-ACD8-443F-B275-A94DD6352851}" type="slidenum">
              <a:rPr lang="en-US" altLang="en-US">
                <a:latin typeface="Times New Roman" panose="02020603050405020304" pitchFamily="18" charset="0"/>
              </a:rPr>
              <a:pPr/>
              <a:t>32</a:t>
            </a:fld>
            <a:endParaRPr lang="en-US" altLang="en-US">
              <a:latin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id="{4288A2DF-4A8F-4678-A3C6-47AD85D316E2}"/>
              </a:ext>
            </a:extLst>
          </p:cNvPr>
          <p:cNvSpPr>
            <a:spLocks noGrp="1"/>
          </p:cNvSpPr>
          <p:nvPr>
            <p:ph type="title"/>
          </p:nvPr>
        </p:nvSpPr>
        <p:spPr/>
        <p:txBody>
          <a:bodyPr/>
          <a:lstStyle/>
          <a:p>
            <a:r>
              <a:rPr lang="en-IN" altLang="en-US"/>
              <a:t>‘this’ pointer</a:t>
            </a:r>
          </a:p>
        </p:txBody>
      </p:sp>
      <p:sp>
        <p:nvSpPr>
          <p:cNvPr id="45059" name="Slide Number Placeholder 3">
            <a:extLst>
              <a:ext uri="{FF2B5EF4-FFF2-40B4-BE49-F238E27FC236}">
                <a16:creationId xmlns:a16="http://schemas.microsoft.com/office/drawing/2014/main" id="{085DA598-8B7A-40F6-9427-D31003379A4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EF2E415-C5D6-4558-9AB6-5CE46315BDB0}" type="slidenum">
              <a:rPr lang="en-US" altLang="en-US">
                <a:latin typeface="Times New Roman" panose="02020603050405020304" pitchFamily="18" charset="0"/>
              </a:rPr>
              <a:pPr/>
              <a:t>33</a:t>
            </a:fld>
            <a:endParaRPr lang="en-US" altLang="en-US">
              <a:latin typeface="Times New Roman" panose="02020603050405020304" pitchFamily="18" charset="0"/>
            </a:endParaRPr>
          </a:p>
        </p:txBody>
      </p:sp>
      <p:pic>
        <p:nvPicPr>
          <p:cNvPr id="45060" name="Picture 2">
            <a:extLst>
              <a:ext uri="{FF2B5EF4-FFF2-40B4-BE49-F238E27FC236}">
                <a16:creationId xmlns:a16="http://schemas.microsoft.com/office/drawing/2014/main" id="{EC43B815-2184-448F-AC61-92868A8D80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914400"/>
            <a:ext cx="6218238"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5061" name="Rectangle 4">
            <a:extLst>
              <a:ext uri="{FF2B5EF4-FFF2-40B4-BE49-F238E27FC236}">
                <a16:creationId xmlns:a16="http://schemas.microsoft.com/office/drawing/2014/main" id="{586BE764-C0C0-4307-B575-6BC7E68A6406}"/>
              </a:ext>
            </a:extLst>
          </p:cNvPr>
          <p:cNvSpPr>
            <a:spLocks noChangeArrowheads="1"/>
          </p:cNvSpPr>
          <p:nvPr/>
        </p:nvSpPr>
        <p:spPr bwMode="auto">
          <a:xfrm>
            <a:off x="4267200" y="1752600"/>
            <a:ext cx="45720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sz="2000"/>
              <a:t>‘this’ is a const pointer, so there is an error in line </a:t>
            </a:r>
            <a:r>
              <a:rPr lang="en-IN" altLang="en-US" sz="2000">
                <a:solidFill>
                  <a:srgbClr val="C00000"/>
                </a:solidFill>
              </a:rPr>
              <a:t>this = 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BA693924-6B78-4DA4-8260-B31C80D90BA2}"/>
              </a:ext>
            </a:extLst>
          </p:cNvPr>
          <p:cNvSpPr>
            <a:spLocks noGrp="1"/>
          </p:cNvSpPr>
          <p:nvPr>
            <p:ph type="title"/>
          </p:nvPr>
        </p:nvSpPr>
        <p:spPr/>
        <p:txBody>
          <a:bodyPr/>
          <a:lstStyle/>
          <a:p>
            <a:r>
              <a:rPr lang="en-IN" altLang="en-US"/>
              <a:t>‘this’ pointer</a:t>
            </a:r>
          </a:p>
        </p:txBody>
      </p:sp>
      <p:sp>
        <p:nvSpPr>
          <p:cNvPr id="46083" name="Slide Number Placeholder 3">
            <a:extLst>
              <a:ext uri="{FF2B5EF4-FFF2-40B4-BE49-F238E27FC236}">
                <a16:creationId xmlns:a16="http://schemas.microsoft.com/office/drawing/2014/main" id="{E9429551-4D3B-4E76-9891-AB324B741E7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DF22D96-427B-4406-8C4A-DCBBD038DAA8}" type="slidenum">
              <a:rPr lang="en-US" altLang="en-US">
                <a:latin typeface="Times New Roman" panose="02020603050405020304" pitchFamily="18" charset="0"/>
              </a:rPr>
              <a:pPr/>
              <a:t>34</a:t>
            </a:fld>
            <a:endParaRPr lang="en-US" altLang="en-US">
              <a:latin typeface="Times New Roman" panose="02020603050405020304" pitchFamily="18" charset="0"/>
            </a:endParaRPr>
          </a:p>
        </p:txBody>
      </p:sp>
      <p:sp>
        <p:nvSpPr>
          <p:cNvPr id="46084" name="Rectangle 4">
            <a:extLst>
              <a:ext uri="{FF2B5EF4-FFF2-40B4-BE49-F238E27FC236}">
                <a16:creationId xmlns:a16="http://schemas.microsoft.com/office/drawing/2014/main" id="{06DEBF46-27F8-4835-BE94-3A410A6A7953}"/>
              </a:ext>
            </a:extLst>
          </p:cNvPr>
          <p:cNvSpPr>
            <a:spLocks noChangeArrowheads="1"/>
          </p:cNvSpPr>
          <p:nvPr/>
        </p:nvSpPr>
        <p:spPr bwMode="auto">
          <a:xfrm>
            <a:off x="609600" y="1066800"/>
            <a:ext cx="8382000"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sz="2000">
                <a:solidFill>
                  <a:srgbClr val="C00000"/>
                </a:solidFill>
              </a:rPr>
              <a:t>// C++ program to show that local parameters hide class members</a:t>
            </a:r>
          </a:p>
          <a:p>
            <a:pPr eaLnBrk="1" hangingPunct="1"/>
            <a:r>
              <a:rPr lang="en-IN" altLang="en-US" sz="2000"/>
              <a:t>#include &lt;iostream&gt;</a:t>
            </a:r>
          </a:p>
          <a:p>
            <a:pPr eaLnBrk="1" hangingPunct="1"/>
            <a:r>
              <a:rPr lang="en-IN" altLang="en-US" sz="2000"/>
              <a:t>using namespace std;</a:t>
            </a:r>
          </a:p>
          <a:p>
            <a:pPr eaLnBrk="1" hangingPunct="1"/>
            <a:r>
              <a:rPr lang="en-IN" altLang="en-US" sz="2000"/>
              <a:t>class Test {</a:t>
            </a:r>
          </a:p>
          <a:p>
            <a:pPr eaLnBrk="1" hangingPunct="1"/>
            <a:r>
              <a:rPr lang="en-IN" altLang="en-US" sz="2000">
                <a:solidFill>
                  <a:srgbClr val="C00000"/>
                </a:solidFill>
              </a:rPr>
              <a:t>                             int a;</a:t>
            </a:r>
          </a:p>
          <a:p>
            <a:pPr eaLnBrk="1" hangingPunct="1"/>
            <a:r>
              <a:rPr lang="en-IN" altLang="en-US" sz="2000"/>
              <a:t>                      public:</a:t>
            </a:r>
          </a:p>
          <a:p>
            <a:pPr eaLnBrk="1" hangingPunct="1"/>
            <a:r>
              <a:rPr lang="en-IN" altLang="en-US" sz="2000"/>
              <a:t>                             Test() { a = 1; }</a:t>
            </a:r>
          </a:p>
          <a:p>
            <a:pPr eaLnBrk="1" hangingPunct="1"/>
            <a:r>
              <a:rPr lang="en-IN" altLang="en-US" sz="2000"/>
              <a:t>                             // Local parameter 'a' hides class member 'a'</a:t>
            </a:r>
          </a:p>
          <a:p>
            <a:pPr eaLnBrk="1" hangingPunct="1"/>
            <a:r>
              <a:rPr lang="en-IN" altLang="en-US" sz="2000"/>
              <a:t>                             </a:t>
            </a:r>
            <a:r>
              <a:rPr lang="en-IN" altLang="en-US" sz="2000">
                <a:solidFill>
                  <a:srgbClr val="C00000"/>
                </a:solidFill>
              </a:rPr>
              <a:t>void func (int a) { cout &lt;&lt; a; }</a:t>
            </a:r>
          </a:p>
          <a:p>
            <a:pPr eaLnBrk="1" hangingPunct="1"/>
            <a:r>
              <a:rPr lang="en-IN" altLang="en-US" sz="2000">
                <a:solidFill>
                  <a:srgbClr val="C00000"/>
                </a:solidFill>
              </a:rPr>
              <a:t>                            // void func (int a)  { cout&lt;&lt;this-&gt;a; }           output : 1</a:t>
            </a:r>
          </a:p>
          <a:p>
            <a:pPr eaLnBrk="1" hangingPunct="1"/>
            <a:r>
              <a:rPr lang="en-IN" altLang="en-US" sz="2000"/>
              <a:t>};</a:t>
            </a:r>
          </a:p>
          <a:p>
            <a:pPr eaLnBrk="1" hangingPunct="1"/>
            <a:r>
              <a:rPr lang="en-IN" altLang="en-US" sz="2000"/>
              <a:t> </a:t>
            </a:r>
          </a:p>
        </p:txBody>
      </p:sp>
      <p:sp>
        <p:nvSpPr>
          <p:cNvPr id="46085" name="Rectangle 5">
            <a:extLst>
              <a:ext uri="{FF2B5EF4-FFF2-40B4-BE49-F238E27FC236}">
                <a16:creationId xmlns:a16="http://schemas.microsoft.com/office/drawing/2014/main" id="{23F8598C-1873-41AA-AB7D-22B829537662}"/>
              </a:ext>
            </a:extLst>
          </p:cNvPr>
          <p:cNvSpPr>
            <a:spLocks noChangeArrowheads="1"/>
          </p:cNvSpPr>
          <p:nvPr/>
        </p:nvSpPr>
        <p:spPr bwMode="auto">
          <a:xfrm>
            <a:off x="573088" y="4611688"/>
            <a:ext cx="2286000"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sz="2000"/>
              <a:t>int main()</a:t>
            </a:r>
          </a:p>
          <a:p>
            <a:pPr eaLnBrk="1" hangingPunct="1"/>
            <a:r>
              <a:rPr lang="en-IN" altLang="en-US" sz="2000"/>
              <a:t>{</a:t>
            </a:r>
          </a:p>
          <a:p>
            <a:pPr eaLnBrk="1" hangingPunct="1"/>
            <a:r>
              <a:rPr lang="en-IN" altLang="en-US" sz="2000"/>
              <a:t>    Test obj;</a:t>
            </a:r>
          </a:p>
          <a:p>
            <a:pPr eaLnBrk="1" hangingPunct="1"/>
            <a:r>
              <a:rPr lang="en-IN" altLang="en-US" sz="2000"/>
              <a:t>    int k = 3;</a:t>
            </a:r>
          </a:p>
          <a:p>
            <a:pPr eaLnBrk="1" hangingPunct="1"/>
            <a:r>
              <a:rPr lang="en-IN" altLang="en-US" sz="2000"/>
              <a:t>    obj.func(k);</a:t>
            </a:r>
          </a:p>
          <a:p>
            <a:pPr eaLnBrk="1" hangingPunct="1"/>
            <a:r>
              <a:rPr lang="en-IN" altLang="en-US" sz="2000"/>
              <a:t>    return 0;</a:t>
            </a:r>
          </a:p>
          <a:p>
            <a:pPr eaLnBrk="1" hangingPunct="1"/>
            <a:r>
              <a:rPr lang="en-IN" altLang="en-US" sz="2000"/>
              <a:t>}</a:t>
            </a:r>
          </a:p>
        </p:txBody>
      </p:sp>
      <p:sp>
        <p:nvSpPr>
          <p:cNvPr id="46086" name="Rectangle 6">
            <a:extLst>
              <a:ext uri="{FF2B5EF4-FFF2-40B4-BE49-F238E27FC236}">
                <a16:creationId xmlns:a16="http://schemas.microsoft.com/office/drawing/2014/main" id="{FED39E72-D4A8-4413-A543-C16DE0DE5C9C}"/>
              </a:ext>
            </a:extLst>
          </p:cNvPr>
          <p:cNvSpPr>
            <a:spLocks noChangeArrowheads="1"/>
          </p:cNvSpPr>
          <p:nvPr/>
        </p:nvSpPr>
        <p:spPr bwMode="auto">
          <a:xfrm>
            <a:off x="7162800" y="5486400"/>
            <a:ext cx="1219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solidFill>
                  <a:srgbClr val="C00000"/>
                </a:solidFill>
              </a:rPr>
              <a:t>Output</a:t>
            </a:r>
          </a:p>
          <a:p>
            <a:pPr eaLnBrk="1" hangingPunct="1"/>
            <a:r>
              <a:rPr lang="en-IN" altLang="en-US" b="1">
                <a:solidFill>
                  <a:srgbClr val="C00000"/>
                </a:solidFill>
              </a:rPr>
              <a:t> 3</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a:extLst>
              <a:ext uri="{FF2B5EF4-FFF2-40B4-BE49-F238E27FC236}">
                <a16:creationId xmlns:a16="http://schemas.microsoft.com/office/drawing/2014/main" id="{72B90B72-FAC6-4561-84C8-34EAA7A5CA52}"/>
              </a:ext>
            </a:extLst>
          </p:cNvPr>
          <p:cNvSpPr>
            <a:spLocks noGrp="1"/>
          </p:cNvSpPr>
          <p:nvPr>
            <p:ph type="title"/>
          </p:nvPr>
        </p:nvSpPr>
        <p:spPr/>
        <p:txBody>
          <a:bodyPr/>
          <a:lstStyle/>
          <a:p>
            <a:r>
              <a:rPr lang="en-IN" altLang="en-US"/>
              <a:t>Array of Objects</a:t>
            </a:r>
          </a:p>
        </p:txBody>
      </p:sp>
      <p:sp>
        <p:nvSpPr>
          <p:cNvPr id="3" name="Content Placeholder 2">
            <a:extLst>
              <a:ext uri="{FF2B5EF4-FFF2-40B4-BE49-F238E27FC236}">
                <a16:creationId xmlns:a16="http://schemas.microsoft.com/office/drawing/2014/main" id="{CB0A0E6F-A256-4D2B-94E4-763959CA93B0}"/>
              </a:ext>
            </a:extLst>
          </p:cNvPr>
          <p:cNvSpPr>
            <a:spLocks noGrp="1"/>
          </p:cNvSpPr>
          <p:nvPr>
            <p:ph idx="1"/>
          </p:nvPr>
        </p:nvSpPr>
        <p:spPr>
          <a:xfrm>
            <a:off x="457200" y="1016000"/>
            <a:ext cx="8229600" cy="4530725"/>
          </a:xfrm>
        </p:spPr>
        <p:txBody>
          <a:bodyPr/>
          <a:lstStyle/>
          <a:p>
            <a:pPr>
              <a:defRPr/>
            </a:pPr>
            <a:r>
              <a:rPr lang="en-IN" sz="2000" dirty="0">
                <a:solidFill>
                  <a:srgbClr val="C00000"/>
                </a:solidFill>
              </a:rPr>
              <a:t>Elements of arrays can be class objects</a:t>
            </a:r>
          </a:p>
          <a:p>
            <a:pPr>
              <a:defRPr/>
            </a:pPr>
            <a:endParaRPr lang="en-IN" sz="2000" dirty="0"/>
          </a:p>
        </p:txBody>
      </p:sp>
      <p:sp>
        <p:nvSpPr>
          <p:cNvPr id="47108" name="Slide Number Placeholder 3">
            <a:extLst>
              <a:ext uri="{FF2B5EF4-FFF2-40B4-BE49-F238E27FC236}">
                <a16:creationId xmlns:a16="http://schemas.microsoft.com/office/drawing/2014/main" id="{8FB00DB7-F4C5-4ECD-B346-73F6B8C94EC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9F3AD22-FBCD-471B-83DB-559276379C34}" type="slidenum">
              <a:rPr lang="en-US" altLang="en-US">
                <a:latin typeface="Times New Roman" panose="02020603050405020304" pitchFamily="18" charset="0"/>
              </a:rPr>
              <a:pPr/>
              <a:t>35</a:t>
            </a:fld>
            <a:endParaRPr lang="en-US" altLang="en-US">
              <a:latin typeface="Times New Roman" panose="02020603050405020304" pitchFamily="18" charset="0"/>
            </a:endParaRPr>
          </a:p>
        </p:txBody>
      </p:sp>
      <p:sp>
        <p:nvSpPr>
          <p:cNvPr id="47109" name="Rectangle 2">
            <a:extLst>
              <a:ext uri="{FF2B5EF4-FFF2-40B4-BE49-F238E27FC236}">
                <a16:creationId xmlns:a16="http://schemas.microsoft.com/office/drawing/2014/main" id="{0B19F819-9AE0-4080-8148-7B599D2183BF}"/>
              </a:ext>
            </a:extLst>
          </p:cNvPr>
          <p:cNvSpPr>
            <a:spLocks noChangeArrowheads="1"/>
          </p:cNvSpPr>
          <p:nvPr/>
        </p:nvSpPr>
        <p:spPr bwMode="auto">
          <a:xfrm>
            <a:off x="417513" y="1704975"/>
            <a:ext cx="80772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marL="342900" indent="-3429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eaLnBrk="1" hangingPunct="1"/>
            <a:r>
              <a:rPr lang="en-US" altLang="en-US" b="1"/>
              <a:t>class player</a:t>
            </a:r>
          </a:p>
          <a:p>
            <a:pPr lvl="1" eaLnBrk="1" hangingPunct="1"/>
            <a:r>
              <a:rPr lang="en-US" altLang="en-US" b="1"/>
              <a:t>{  char name[20];</a:t>
            </a:r>
          </a:p>
          <a:p>
            <a:pPr lvl="1" eaLnBrk="1" hangingPunct="1"/>
            <a:r>
              <a:rPr lang="en-US" altLang="en-US" b="1"/>
              <a:t>   int age;</a:t>
            </a:r>
          </a:p>
          <a:p>
            <a:pPr lvl="1" eaLnBrk="1" hangingPunct="1"/>
            <a:r>
              <a:rPr lang="en-US" altLang="en-US" b="1"/>
              <a:t>public:</a:t>
            </a:r>
          </a:p>
          <a:p>
            <a:pPr lvl="1" eaLnBrk="1" hangingPunct="1"/>
            <a:r>
              <a:rPr lang="en-US" altLang="en-US" b="1"/>
              <a:t>   void getdata(void);</a:t>
            </a:r>
          </a:p>
          <a:p>
            <a:pPr lvl="1" eaLnBrk="1" hangingPunct="1"/>
            <a:r>
              <a:rPr lang="en-US" altLang="en-US" b="1"/>
              <a:t>   void putdata(void);</a:t>
            </a:r>
          </a:p>
          <a:p>
            <a:pPr lvl="1" eaLnBrk="1" hangingPunct="1"/>
            <a:r>
              <a:rPr lang="en-US" altLang="en-US" b="1"/>
              <a:t>};</a:t>
            </a:r>
          </a:p>
          <a:p>
            <a:pPr lvl="1" eaLnBrk="1" hangingPunct="1"/>
            <a:r>
              <a:rPr lang="en-US" altLang="en-US" b="1"/>
              <a:t>void player::getdata()					</a:t>
            </a:r>
          </a:p>
          <a:p>
            <a:pPr lvl="1" eaLnBrk="1" hangingPunct="1"/>
            <a:r>
              <a:rPr lang="en-US" altLang="en-US" b="1"/>
              <a:t>{							</a:t>
            </a:r>
          </a:p>
          <a:p>
            <a:pPr lvl="1" eaLnBrk="1" hangingPunct="1"/>
            <a:r>
              <a:rPr lang="en-US" altLang="en-US" b="1"/>
              <a:t>  cout&lt;&lt;“\n Enter name: ”;</a:t>
            </a:r>
          </a:p>
          <a:p>
            <a:pPr lvl="1" eaLnBrk="1" hangingPunct="1"/>
            <a:r>
              <a:rPr lang="en-US" altLang="en-US" b="1"/>
              <a:t>  cin&gt;&gt;name;</a:t>
            </a:r>
          </a:p>
          <a:p>
            <a:pPr lvl="1" eaLnBrk="1" hangingPunct="1"/>
            <a:r>
              <a:rPr lang="en-US" altLang="en-US" b="1"/>
              <a:t>  cout&lt;&lt;“\n Enter age: ”;</a:t>
            </a:r>
          </a:p>
          <a:p>
            <a:pPr lvl="1" eaLnBrk="1" hangingPunct="1"/>
            <a:r>
              <a:rPr lang="en-US" altLang="en-US" b="1"/>
              <a:t>  cin&gt;&gt;age;</a:t>
            </a:r>
          </a:p>
          <a:p>
            <a:pPr lvl="1" eaLnBrk="1" hangingPunct="1"/>
            <a:r>
              <a:rPr lang="en-US" altLang="en-US" b="1"/>
              <a:t>}</a:t>
            </a:r>
          </a:p>
          <a:p>
            <a:pPr lvl="1" eaLnBrk="1" hangingPunct="1"/>
            <a:r>
              <a:rPr lang="en-US" altLang="en-US" b="1"/>
              <a:t>void player::putdata()</a:t>
            </a:r>
          </a:p>
          <a:p>
            <a:pPr lvl="1" eaLnBrk="1" hangingPunct="1"/>
            <a:r>
              <a:rPr lang="en-US" altLang="en-US" b="1"/>
              <a:t>{</a:t>
            </a:r>
          </a:p>
          <a:p>
            <a:pPr lvl="1" eaLnBrk="1" hangingPunct="1"/>
            <a:r>
              <a:rPr lang="en-US" altLang="en-US" b="1"/>
              <a:t>  cout&lt;&lt;“\n Player name: ”&lt;&lt;name;</a:t>
            </a:r>
          </a:p>
          <a:p>
            <a:pPr lvl="1" eaLnBrk="1" hangingPunct="1"/>
            <a:r>
              <a:rPr lang="en-US" altLang="en-US" b="1"/>
              <a:t>  cout&lt;&lt;“\n Player age: ”;&lt;&lt;age;</a:t>
            </a:r>
          </a:p>
          <a:p>
            <a:pPr lvl="1" eaLnBrk="1" hangingPunct="1"/>
            <a:r>
              <a:rPr lang="en-US" altLang="en-US" b="1"/>
              <a:t>}</a:t>
            </a:r>
          </a:p>
        </p:txBody>
      </p:sp>
      <p:graphicFrame>
        <p:nvGraphicFramePr>
          <p:cNvPr id="6" name="Group 3">
            <a:extLst>
              <a:ext uri="{FF2B5EF4-FFF2-40B4-BE49-F238E27FC236}">
                <a16:creationId xmlns:a16="http://schemas.microsoft.com/office/drawing/2014/main" id="{33366119-27F1-4CE2-8CEB-C9851ECD5208}"/>
              </a:ext>
            </a:extLst>
          </p:cNvPr>
          <p:cNvGraphicFramePr>
            <a:graphicFrameLocks noGrp="1"/>
          </p:cNvGraphicFramePr>
          <p:nvPr/>
        </p:nvGraphicFramePr>
        <p:xfrm>
          <a:off x="5410200" y="4233863"/>
          <a:ext cx="1016000" cy="1920875"/>
        </p:xfrm>
        <a:graphic>
          <a:graphicData uri="http://schemas.openxmlformats.org/drawingml/2006/table">
            <a:tbl>
              <a:tblPr/>
              <a:tblGrid>
                <a:gridCol w="1016000">
                  <a:extLst>
                    <a:ext uri="{9D8B030D-6E8A-4147-A177-3AD203B41FA5}">
                      <a16:colId xmlns:a16="http://schemas.microsoft.com/office/drawing/2014/main" val="20000"/>
                    </a:ext>
                  </a:extLst>
                </a:gridCol>
              </a:tblGrid>
              <a:tr h="320146">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GB" sz="1500" b="1" i="0" u="none" strike="noStrike" cap="none" normalizeH="0" baseline="0" dirty="0">
                          <a:ln>
                            <a:noFill/>
                          </a:ln>
                          <a:solidFill>
                            <a:schemeClr val="tx1"/>
                          </a:solidFill>
                          <a:effectLst/>
                          <a:latin typeface="Arial" pitchFamily="34" charset="0"/>
                        </a:rPr>
                        <a:t>Ram</a:t>
                      </a:r>
                    </a:p>
                  </a:txBody>
                  <a:tcPr marT="45735" marB="4573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0146">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GB" sz="1500" b="1" i="0" u="none" strike="noStrike" cap="none" normalizeH="0" baseline="0" dirty="0">
                          <a:ln>
                            <a:noFill/>
                          </a:ln>
                          <a:solidFill>
                            <a:schemeClr val="tx1"/>
                          </a:solidFill>
                          <a:effectLst/>
                          <a:latin typeface="Arial" pitchFamily="34" charset="0"/>
                        </a:rPr>
                        <a:t>25</a:t>
                      </a:r>
                    </a:p>
                  </a:txBody>
                  <a:tcPr marT="45735" marB="4573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0146">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GB" sz="1500" b="1" i="0" u="none" strike="noStrike" cap="none" normalizeH="0" baseline="0" dirty="0" err="1">
                          <a:ln>
                            <a:noFill/>
                          </a:ln>
                          <a:solidFill>
                            <a:schemeClr val="tx1"/>
                          </a:solidFill>
                          <a:effectLst/>
                          <a:latin typeface="Arial" pitchFamily="34" charset="0"/>
                        </a:rPr>
                        <a:t>Bala</a:t>
                      </a:r>
                      <a:endParaRPr kumimoji="0" lang="en-GB" sz="1500" b="1" i="0" u="none" strike="noStrike" cap="none" normalizeH="0" baseline="0" dirty="0">
                        <a:ln>
                          <a:noFill/>
                        </a:ln>
                        <a:solidFill>
                          <a:schemeClr val="tx1"/>
                        </a:solidFill>
                        <a:effectLst/>
                        <a:latin typeface="Arial" pitchFamily="34" charset="0"/>
                      </a:endParaRPr>
                    </a:p>
                  </a:txBody>
                  <a:tcPr marT="45735" marB="4573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0146">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GB" sz="1500" b="1" i="0" u="none" strike="noStrike" cap="none" normalizeH="0" baseline="0" dirty="0">
                          <a:ln>
                            <a:noFill/>
                          </a:ln>
                          <a:solidFill>
                            <a:schemeClr val="tx1"/>
                          </a:solidFill>
                          <a:effectLst/>
                          <a:latin typeface="Arial" pitchFamily="34" charset="0"/>
                        </a:rPr>
                        <a:t>27</a:t>
                      </a:r>
                    </a:p>
                  </a:txBody>
                  <a:tcPr marT="45735" marB="4573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0146">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GB" sz="1500" b="1" i="0" u="none" strike="noStrike" cap="none" normalizeH="0" baseline="0" dirty="0" err="1">
                          <a:ln>
                            <a:noFill/>
                          </a:ln>
                          <a:solidFill>
                            <a:schemeClr val="tx1"/>
                          </a:solidFill>
                          <a:effectLst/>
                          <a:latin typeface="Arial" pitchFamily="34" charset="0"/>
                        </a:rPr>
                        <a:t>Sree</a:t>
                      </a:r>
                      <a:endParaRPr kumimoji="0" lang="en-GB" sz="1500" b="1" i="0" u="none" strike="noStrike" cap="none" normalizeH="0" baseline="0" dirty="0">
                        <a:ln>
                          <a:noFill/>
                        </a:ln>
                        <a:solidFill>
                          <a:schemeClr val="tx1"/>
                        </a:solidFill>
                        <a:effectLst/>
                        <a:latin typeface="Arial" pitchFamily="34" charset="0"/>
                      </a:endParaRPr>
                    </a:p>
                  </a:txBody>
                  <a:tcPr marT="45735" marB="4573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0146">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GB" sz="1500" b="1" i="0" u="none" strike="noStrike" cap="none" normalizeH="0" baseline="0" dirty="0">
                          <a:ln>
                            <a:noFill/>
                          </a:ln>
                          <a:solidFill>
                            <a:schemeClr val="tx1"/>
                          </a:solidFill>
                          <a:effectLst/>
                          <a:latin typeface="Arial" pitchFamily="34" charset="0"/>
                        </a:rPr>
                        <a:t>22</a:t>
                      </a:r>
                    </a:p>
                  </a:txBody>
                  <a:tcPr marT="45735" marB="4573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47126" name="Text Box 19">
            <a:extLst>
              <a:ext uri="{FF2B5EF4-FFF2-40B4-BE49-F238E27FC236}">
                <a16:creationId xmlns:a16="http://schemas.microsoft.com/office/drawing/2014/main" id="{377DBB98-FB1B-4D8E-87D7-AC789A55E149}"/>
              </a:ext>
            </a:extLst>
          </p:cNvPr>
          <p:cNvSpPr txBox="1">
            <a:spLocks noChangeArrowheads="1"/>
          </p:cNvSpPr>
          <p:nvPr/>
        </p:nvSpPr>
        <p:spPr bwMode="auto">
          <a:xfrm>
            <a:off x="6502400" y="4191000"/>
            <a:ext cx="1244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600"/>
              <a:t>Name</a:t>
            </a:r>
          </a:p>
        </p:txBody>
      </p:sp>
      <p:sp>
        <p:nvSpPr>
          <p:cNvPr id="47127" name="Rectangle 20">
            <a:extLst>
              <a:ext uri="{FF2B5EF4-FFF2-40B4-BE49-F238E27FC236}">
                <a16:creationId xmlns:a16="http://schemas.microsoft.com/office/drawing/2014/main" id="{C6FE752B-E5F5-42E4-82C0-92AFE3498395}"/>
              </a:ext>
            </a:extLst>
          </p:cNvPr>
          <p:cNvSpPr>
            <a:spLocks noChangeArrowheads="1"/>
          </p:cNvSpPr>
          <p:nvPr/>
        </p:nvSpPr>
        <p:spPr bwMode="auto">
          <a:xfrm>
            <a:off x="7289800" y="4248150"/>
            <a:ext cx="1625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b="1"/>
              <a:t>cricket[0]</a:t>
            </a:r>
          </a:p>
        </p:txBody>
      </p:sp>
      <p:sp>
        <p:nvSpPr>
          <p:cNvPr id="47128" name="Rectangle 21">
            <a:extLst>
              <a:ext uri="{FF2B5EF4-FFF2-40B4-BE49-F238E27FC236}">
                <a16:creationId xmlns:a16="http://schemas.microsoft.com/office/drawing/2014/main" id="{90B0CA2B-2BE5-412F-B0E8-9CED163BDD87}"/>
              </a:ext>
            </a:extLst>
          </p:cNvPr>
          <p:cNvSpPr>
            <a:spLocks noChangeArrowheads="1"/>
          </p:cNvSpPr>
          <p:nvPr/>
        </p:nvSpPr>
        <p:spPr bwMode="auto">
          <a:xfrm>
            <a:off x="7289800" y="4749800"/>
            <a:ext cx="1625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b="1"/>
              <a:t>cricket[1]</a:t>
            </a:r>
          </a:p>
        </p:txBody>
      </p:sp>
      <p:sp>
        <p:nvSpPr>
          <p:cNvPr id="47129" name="Rectangle 22">
            <a:extLst>
              <a:ext uri="{FF2B5EF4-FFF2-40B4-BE49-F238E27FC236}">
                <a16:creationId xmlns:a16="http://schemas.microsoft.com/office/drawing/2014/main" id="{B4B21E9E-A3E0-4C79-8CD4-B0E9B5B257CE}"/>
              </a:ext>
            </a:extLst>
          </p:cNvPr>
          <p:cNvSpPr>
            <a:spLocks noChangeArrowheads="1"/>
          </p:cNvSpPr>
          <p:nvPr/>
        </p:nvSpPr>
        <p:spPr bwMode="auto">
          <a:xfrm>
            <a:off x="4083050" y="1698625"/>
            <a:ext cx="5854700"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a:t>main()</a:t>
            </a:r>
          </a:p>
          <a:p>
            <a:pPr eaLnBrk="1" hangingPunct="1"/>
            <a:r>
              <a:rPr lang="en-US" altLang="en-US" b="1"/>
              <a:t>{</a:t>
            </a:r>
          </a:p>
          <a:p>
            <a:pPr eaLnBrk="1" hangingPunct="1"/>
            <a:r>
              <a:rPr lang="en-US" altLang="en-US" b="1"/>
              <a:t>  </a:t>
            </a:r>
            <a:r>
              <a:rPr lang="en-US" altLang="en-US" b="1">
                <a:solidFill>
                  <a:srgbClr val="C00000"/>
                </a:solidFill>
              </a:rPr>
              <a:t>player cricket[3];</a:t>
            </a:r>
          </a:p>
          <a:p>
            <a:pPr eaLnBrk="1" hangingPunct="1"/>
            <a:r>
              <a:rPr lang="en-US" altLang="en-US" b="1"/>
              <a:t>  cout&lt;&lt;“Enter name and age of 3 players”;</a:t>
            </a:r>
          </a:p>
          <a:p>
            <a:pPr eaLnBrk="1" hangingPunct="1"/>
            <a:r>
              <a:rPr lang="en-US" altLang="en-US" b="1"/>
              <a:t>  for (int i=0;i&lt;3;i++)</a:t>
            </a:r>
          </a:p>
          <a:p>
            <a:pPr eaLnBrk="1" hangingPunct="1"/>
            <a:r>
              <a:rPr lang="en-US" altLang="en-US" b="1"/>
              <a:t>	cricket[i].getdata();</a:t>
            </a:r>
          </a:p>
          <a:p>
            <a:pPr eaLnBrk="1" hangingPunct="1"/>
            <a:r>
              <a:rPr lang="en-US" altLang="en-US" b="1"/>
              <a:t>  for (int i=0;i&lt;3;i++)</a:t>
            </a:r>
          </a:p>
          <a:p>
            <a:pPr eaLnBrk="1" hangingPunct="1"/>
            <a:r>
              <a:rPr lang="en-US" altLang="en-US" b="1"/>
              <a:t>	cricket[i].putdata();</a:t>
            </a:r>
            <a:br>
              <a:rPr lang="en-US" altLang="en-US" b="1"/>
            </a:br>
            <a:r>
              <a:rPr lang="en-US" altLang="en-US" b="1"/>
              <a:t>}</a:t>
            </a:r>
          </a:p>
        </p:txBody>
      </p:sp>
      <p:grpSp>
        <p:nvGrpSpPr>
          <p:cNvPr id="47130" name="Group 24">
            <a:extLst>
              <a:ext uri="{FF2B5EF4-FFF2-40B4-BE49-F238E27FC236}">
                <a16:creationId xmlns:a16="http://schemas.microsoft.com/office/drawing/2014/main" id="{A75F5D87-867F-46CD-A4EE-4B44A6348A3F}"/>
              </a:ext>
            </a:extLst>
          </p:cNvPr>
          <p:cNvGrpSpPr>
            <a:grpSpLocks/>
          </p:cNvGrpSpPr>
          <p:nvPr/>
        </p:nvGrpSpPr>
        <p:grpSpPr bwMode="auto">
          <a:xfrm>
            <a:off x="6527800" y="4248150"/>
            <a:ext cx="1257300" cy="1268413"/>
            <a:chOff x="4032" y="1053"/>
            <a:chExt cx="792" cy="799"/>
          </a:xfrm>
        </p:grpSpPr>
        <p:sp>
          <p:nvSpPr>
            <p:cNvPr id="47134" name="Rectangle 25">
              <a:extLst>
                <a:ext uri="{FF2B5EF4-FFF2-40B4-BE49-F238E27FC236}">
                  <a16:creationId xmlns:a16="http://schemas.microsoft.com/office/drawing/2014/main" id="{67582677-FF4D-465E-A3F7-DE02C453F7B1}"/>
                </a:ext>
              </a:extLst>
            </p:cNvPr>
            <p:cNvSpPr>
              <a:spLocks noChangeArrowheads="1"/>
            </p:cNvSpPr>
            <p:nvPr/>
          </p:nvSpPr>
          <p:spPr bwMode="auto">
            <a:xfrm>
              <a:off x="4528" y="1053"/>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3200">
                  <a:latin typeface="Comic Sans MS" panose="030F0702030302020204" pitchFamily="66" charset="0"/>
                </a:rPr>
                <a:t>}</a:t>
              </a:r>
            </a:p>
          </p:txBody>
        </p:sp>
        <p:sp>
          <p:nvSpPr>
            <p:cNvPr id="47135" name="Rectangle 26">
              <a:extLst>
                <a:ext uri="{FF2B5EF4-FFF2-40B4-BE49-F238E27FC236}">
                  <a16:creationId xmlns:a16="http://schemas.microsoft.com/office/drawing/2014/main" id="{4856CDC6-411D-49B5-A9DF-038B7A0FC62A}"/>
                </a:ext>
              </a:extLst>
            </p:cNvPr>
            <p:cNvSpPr>
              <a:spLocks noChangeArrowheads="1"/>
            </p:cNvSpPr>
            <p:nvPr/>
          </p:nvSpPr>
          <p:spPr bwMode="auto">
            <a:xfrm>
              <a:off x="4528" y="1369"/>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3200">
                  <a:latin typeface="Comic Sans MS" panose="030F0702030302020204" pitchFamily="66" charset="0"/>
                </a:rPr>
                <a:t>}</a:t>
              </a:r>
            </a:p>
          </p:txBody>
        </p:sp>
        <p:sp>
          <p:nvSpPr>
            <p:cNvPr id="47136" name="Text Box 27">
              <a:extLst>
                <a:ext uri="{FF2B5EF4-FFF2-40B4-BE49-F238E27FC236}">
                  <a16:creationId xmlns:a16="http://schemas.microsoft.com/office/drawing/2014/main" id="{B7A6B70F-5D7E-4779-B1D3-80BD47B2E0B7}"/>
                </a:ext>
              </a:extLst>
            </p:cNvPr>
            <p:cNvSpPr txBox="1">
              <a:spLocks noChangeArrowheads="1"/>
            </p:cNvSpPr>
            <p:nvPr/>
          </p:nvSpPr>
          <p:spPr bwMode="auto">
            <a:xfrm>
              <a:off x="4032" y="1348"/>
              <a:ext cx="78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600"/>
                <a:t>Name</a:t>
              </a:r>
            </a:p>
          </p:txBody>
        </p:sp>
        <p:sp>
          <p:nvSpPr>
            <p:cNvPr id="47137" name="Text Box 28">
              <a:extLst>
                <a:ext uri="{FF2B5EF4-FFF2-40B4-BE49-F238E27FC236}">
                  <a16:creationId xmlns:a16="http://schemas.microsoft.com/office/drawing/2014/main" id="{039EF249-BDB3-4E28-8D24-8101A8977FED}"/>
                </a:ext>
              </a:extLst>
            </p:cNvPr>
            <p:cNvSpPr txBox="1">
              <a:spLocks noChangeArrowheads="1"/>
            </p:cNvSpPr>
            <p:nvPr/>
          </p:nvSpPr>
          <p:spPr bwMode="auto">
            <a:xfrm>
              <a:off x="4040" y="1640"/>
              <a:ext cx="78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600"/>
                <a:t>Name</a:t>
              </a:r>
            </a:p>
          </p:txBody>
        </p:sp>
        <p:sp>
          <p:nvSpPr>
            <p:cNvPr id="47138" name="Text Box 29">
              <a:extLst>
                <a:ext uri="{FF2B5EF4-FFF2-40B4-BE49-F238E27FC236}">
                  <a16:creationId xmlns:a16="http://schemas.microsoft.com/office/drawing/2014/main" id="{22385DC4-1EF9-4A94-ABEC-2D945DC1C0E7}"/>
                </a:ext>
              </a:extLst>
            </p:cNvPr>
            <p:cNvSpPr txBox="1">
              <a:spLocks noChangeArrowheads="1"/>
            </p:cNvSpPr>
            <p:nvPr/>
          </p:nvSpPr>
          <p:spPr bwMode="auto">
            <a:xfrm>
              <a:off x="4032" y="1160"/>
              <a:ext cx="78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600"/>
                <a:t>age</a:t>
              </a:r>
            </a:p>
          </p:txBody>
        </p:sp>
        <p:sp>
          <p:nvSpPr>
            <p:cNvPr id="47139" name="Text Box 30">
              <a:extLst>
                <a:ext uri="{FF2B5EF4-FFF2-40B4-BE49-F238E27FC236}">
                  <a16:creationId xmlns:a16="http://schemas.microsoft.com/office/drawing/2014/main" id="{DF5E7C5B-C606-4FC9-8D85-19B68B52578D}"/>
                </a:ext>
              </a:extLst>
            </p:cNvPr>
            <p:cNvSpPr txBox="1">
              <a:spLocks noChangeArrowheads="1"/>
            </p:cNvSpPr>
            <p:nvPr/>
          </p:nvSpPr>
          <p:spPr bwMode="auto">
            <a:xfrm>
              <a:off x="4032" y="1468"/>
              <a:ext cx="78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600"/>
                <a:t>age</a:t>
              </a:r>
            </a:p>
          </p:txBody>
        </p:sp>
      </p:grpSp>
      <p:sp>
        <p:nvSpPr>
          <p:cNvPr id="47131" name="Text Box 31">
            <a:extLst>
              <a:ext uri="{FF2B5EF4-FFF2-40B4-BE49-F238E27FC236}">
                <a16:creationId xmlns:a16="http://schemas.microsoft.com/office/drawing/2014/main" id="{BD0446F8-19B6-4D1C-B9D5-A4CBA98CABC6}"/>
              </a:ext>
            </a:extLst>
          </p:cNvPr>
          <p:cNvSpPr txBox="1">
            <a:spLocks noChangeArrowheads="1"/>
          </p:cNvSpPr>
          <p:nvPr/>
        </p:nvSpPr>
        <p:spPr bwMode="auto">
          <a:xfrm>
            <a:off x="6515100" y="5440363"/>
            <a:ext cx="1244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600"/>
              <a:t>age</a:t>
            </a:r>
          </a:p>
        </p:txBody>
      </p:sp>
      <p:sp>
        <p:nvSpPr>
          <p:cNvPr id="47132" name="Rectangle 32">
            <a:extLst>
              <a:ext uri="{FF2B5EF4-FFF2-40B4-BE49-F238E27FC236}">
                <a16:creationId xmlns:a16="http://schemas.microsoft.com/office/drawing/2014/main" id="{3ECFA607-9711-4FD8-A2A6-1A6588613B00}"/>
              </a:ext>
            </a:extLst>
          </p:cNvPr>
          <p:cNvSpPr>
            <a:spLocks noChangeArrowheads="1"/>
          </p:cNvSpPr>
          <p:nvPr/>
        </p:nvSpPr>
        <p:spPr bwMode="auto">
          <a:xfrm>
            <a:off x="7289800" y="5243513"/>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3200">
                <a:latin typeface="Comic Sans MS" panose="030F0702030302020204" pitchFamily="66" charset="0"/>
              </a:rPr>
              <a:t>}</a:t>
            </a:r>
          </a:p>
        </p:txBody>
      </p:sp>
      <p:sp>
        <p:nvSpPr>
          <p:cNvPr id="47133" name="Rectangle 33">
            <a:extLst>
              <a:ext uri="{FF2B5EF4-FFF2-40B4-BE49-F238E27FC236}">
                <a16:creationId xmlns:a16="http://schemas.microsoft.com/office/drawing/2014/main" id="{26384169-572B-4BA8-9935-18F065BA93B9}"/>
              </a:ext>
            </a:extLst>
          </p:cNvPr>
          <p:cNvSpPr>
            <a:spLocks noChangeArrowheads="1"/>
          </p:cNvSpPr>
          <p:nvPr/>
        </p:nvSpPr>
        <p:spPr bwMode="auto">
          <a:xfrm>
            <a:off x="7289800" y="5300663"/>
            <a:ext cx="1625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b="1"/>
              <a:t>cricket[2]</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3F7833ED-0F0A-4524-89E2-EB9835FE6990}"/>
              </a:ext>
            </a:extLst>
          </p:cNvPr>
          <p:cNvSpPr>
            <a:spLocks noGrp="1"/>
          </p:cNvSpPr>
          <p:nvPr>
            <p:ph type="title"/>
          </p:nvPr>
        </p:nvSpPr>
        <p:spPr/>
        <p:txBody>
          <a:bodyPr/>
          <a:lstStyle/>
          <a:p>
            <a:r>
              <a:rPr lang="en-US" altLang="en-US"/>
              <a:t>Static Data Members</a:t>
            </a:r>
            <a:endParaRPr lang="en-IN" altLang="en-US"/>
          </a:p>
        </p:txBody>
      </p:sp>
      <p:sp>
        <p:nvSpPr>
          <p:cNvPr id="3" name="Content Placeholder 2">
            <a:extLst>
              <a:ext uri="{FF2B5EF4-FFF2-40B4-BE49-F238E27FC236}">
                <a16:creationId xmlns:a16="http://schemas.microsoft.com/office/drawing/2014/main" id="{17E4F360-14DF-437A-8312-51A15252B9B8}"/>
              </a:ext>
            </a:extLst>
          </p:cNvPr>
          <p:cNvSpPr>
            <a:spLocks noGrp="1"/>
          </p:cNvSpPr>
          <p:nvPr>
            <p:ph idx="1"/>
          </p:nvPr>
        </p:nvSpPr>
        <p:spPr>
          <a:xfrm>
            <a:off x="592138" y="1587500"/>
            <a:ext cx="8229600" cy="4530725"/>
          </a:xfrm>
        </p:spPr>
        <p:txBody>
          <a:bodyPr/>
          <a:lstStyle/>
          <a:p>
            <a:pPr>
              <a:defRPr/>
            </a:pPr>
            <a:r>
              <a:rPr lang="en-US" sz="2000" dirty="0"/>
              <a:t>A </a:t>
            </a:r>
            <a:r>
              <a:rPr lang="en-US" sz="2000" dirty="0">
                <a:solidFill>
                  <a:srgbClr val="C00000"/>
                </a:solidFill>
              </a:rPr>
              <a:t>Static Data Member </a:t>
            </a:r>
            <a:r>
              <a:rPr lang="en-US" sz="2000" dirty="0"/>
              <a:t>is a </a:t>
            </a:r>
            <a:r>
              <a:rPr lang="en-US" sz="2000" dirty="0">
                <a:solidFill>
                  <a:srgbClr val="C00000"/>
                </a:solidFill>
              </a:rPr>
              <a:t>single shared object to all objects </a:t>
            </a:r>
            <a:r>
              <a:rPr lang="en-US" sz="2000" dirty="0"/>
              <a:t>of its class</a:t>
            </a:r>
          </a:p>
          <a:p>
            <a:pPr>
              <a:defRPr/>
            </a:pPr>
            <a:endParaRPr lang="en-IN" sz="2000" dirty="0"/>
          </a:p>
        </p:txBody>
      </p:sp>
      <p:sp>
        <p:nvSpPr>
          <p:cNvPr id="48132" name="Slide Number Placeholder 3">
            <a:extLst>
              <a:ext uri="{FF2B5EF4-FFF2-40B4-BE49-F238E27FC236}">
                <a16:creationId xmlns:a16="http://schemas.microsoft.com/office/drawing/2014/main" id="{CF4298EC-2931-4EB5-98B2-AFF33BC883A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EF204BB-8825-45D3-8EC5-1C0BDA0A6029}" type="slidenum">
              <a:rPr lang="en-US" altLang="en-US">
                <a:latin typeface="Times New Roman" panose="02020603050405020304" pitchFamily="18" charset="0"/>
              </a:rPr>
              <a:pPr/>
              <a:t>36</a:t>
            </a:fld>
            <a:endParaRPr lang="en-US" altLang="en-US">
              <a:latin typeface="Times New Roman" panose="02020603050405020304" pitchFamily="18" charset="0"/>
            </a:endParaRPr>
          </a:p>
        </p:txBody>
      </p:sp>
      <p:sp>
        <p:nvSpPr>
          <p:cNvPr id="48133" name="Text Box 7">
            <a:extLst>
              <a:ext uri="{FF2B5EF4-FFF2-40B4-BE49-F238E27FC236}">
                <a16:creationId xmlns:a16="http://schemas.microsoft.com/office/drawing/2014/main" id="{904A4E2E-5687-4361-AB22-BDC59EA19247}"/>
              </a:ext>
            </a:extLst>
          </p:cNvPr>
          <p:cNvSpPr txBox="1">
            <a:spLocks noChangeArrowheads="1"/>
          </p:cNvSpPr>
          <p:nvPr/>
        </p:nvSpPr>
        <p:spPr bwMode="auto">
          <a:xfrm>
            <a:off x="609600" y="2197100"/>
            <a:ext cx="4281488" cy="440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t>class SavingsAccount</a:t>
            </a:r>
          </a:p>
          <a:p>
            <a:pPr eaLnBrk="1" hangingPunct="1"/>
            <a:r>
              <a:rPr lang="en-US" altLang="en-US" sz="2000"/>
              <a:t>{</a:t>
            </a:r>
          </a:p>
          <a:p>
            <a:pPr eaLnBrk="1" hangingPunct="1"/>
            <a:r>
              <a:rPr lang="en-US" altLang="en-US" sz="2000"/>
              <a:t> public:</a:t>
            </a:r>
          </a:p>
          <a:p>
            <a:pPr eaLnBrk="1" hangingPunct="1"/>
            <a:r>
              <a:rPr lang="en-US" altLang="en-US" sz="2000"/>
              <a:t>	SavingsAccount();</a:t>
            </a:r>
          </a:p>
          <a:p>
            <a:pPr eaLnBrk="1" hangingPunct="1"/>
            <a:r>
              <a:rPr lang="en-US" altLang="en-US" sz="2000"/>
              <a:t>	void earnInterest();</a:t>
            </a:r>
          </a:p>
          <a:p>
            <a:pPr eaLnBrk="1" hangingPunct="1"/>
            <a:r>
              <a:rPr lang="en-US" altLang="en-US" sz="2000"/>
              <a:t>	{</a:t>
            </a:r>
          </a:p>
          <a:p>
            <a:pPr eaLnBrk="1" hangingPunct="1"/>
            <a:r>
              <a:rPr lang="en-US" altLang="en-US" sz="2000"/>
              <a:t>	 total+=CurrentintRate*total;</a:t>
            </a:r>
          </a:p>
          <a:p>
            <a:pPr eaLnBrk="1" hangingPunct="1"/>
            <a:r>
              <a:rPr lang="en-US" altLang="en-US" sz="2000"/>
              <a:t>	}</a:t>
            </a:r>
          </a:p>
          <a:p>
            <a:pPr eaLnBrk="1" hangingPunct="1"/>
            <a:r>
              <a:rPr lang="en-US" altLang="en-US" sz="2000"/>
              <a:t> private:</a:t>
            </a:r>
          </a:p>
          <a:p>
            <a:pPr eaLnBrk="1" hangingPunct="1"/>
            <a:r>
              <a:rPr lang="en-US" altLang="en-US" sz="2000"/>
              <a:t>	char name[30];</a:t>
            </a:r>
          </a:p>
          <a:p>
            <a:pPr eaLnBrk="1" hangingPunct="1"/>
            <a:r>
              <a:rPr lang="en-US" altLang="en-US" sz="2000"/>
              <a:t>	float total;</a:t>
            </a:r>
          </a:p>
          <a:p>
            <a:pPr eaLnBrk="1" hangingPunct="1"/>
            <a:r>
              <a:rPr lang="en-US" altLang="en-US" sz="2000"/>
              <a:t>	float CurrentintRate;</a:t>
            </a:r>
          </a:p>
          <a:p>
            <a:pPr eaLnBrk="1" hangingPunct="1"/>
            <a:r>
              <a:rPr lang="en-US" altLang="en-US" sz="2000"/>
              <a:t>};</a:t>
            </a:r>
          </a:p>
          <a:p>
            <a:pPr eaLnBrk="1" hangingPunct="1"/>
            <a:endParaRPr lang="en-US" altLang="en-US" sz="2000">
              <a:solidFill>
                <a:srgbClr val="0000FF"/>
              </a:solidFill>
            </a:endParaRPr>
          </a:p>
        </p:txBody>
      </p:sp>
      <p:sp>
        <p:nvSpPr>
          <p:cNvPr id="48134" name="Oval 8">
            <a:extLst>
              <a:ext uri="{FF2B5EF4-FFF2-40B4-BE49-F238E27FC236}">
                <a16:creationId xmlns:a16="http://schemas.microsoft.com/office/drawing/2014/main" id="{5A03FF76-A59C-477B-BABC-CA3522D28EA7}"/>
              </a:ext>
            </a:extLst>
          </p:cNvPr>
          <p:cNvSpPr>
            <a:spLocks noChangeArrowheads="1"/>
          </p:cNvSpPr>
          <p:nvPr/>
        </p:nvSpPr>
        <p:spPr bwMode="auto">
          <a:xfrm>
            <a:off x="1524000" y="5503863"/>
            <a:ext cx="2514600" cy="563562"/>
          </a:xfrm>
          <a:prstGeom prst="ellipse">
            <a:avLst/>
          </a:prstGeom>
          <a:noFill/>
          <a:ln w="254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48135" name="Line 9">
            <a:extLst>
              <a:ext uri="{FF2B5EF4-FFF2-40B4-BE49-F238E27FC236}">
                <a16:creationId xmlns:a16="http://schemas.microsoft.com/office/drawing/2014/main" id="{4F8F43DD-AA5B-4726-A346-CDBACE050565}"/>
              </a:ext>
            </a:extLst>
          </p:cNvPr>
          <p:cNvSpPr>
            <a:spLocks noChangeShapeType="1"/>
          </p:cNvSpPr>
          <p:nvPr/>
        </p:nvSpPr>
        <p:spPr bwMode="auto">
          <a:xfrm flipH="1">
            <a:off x="3857625" y="4102100"/>
            <a:ext cx="1219200" cy="15240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48136" name="Text Box 12">
            <a:extLst>
              <a:ext uri="{FF2B5EF4-FFF2-40B4-BE49-F238E27FC236}">
                <a16:creationId xmlns:a16="http://schemas.microsoft.com/office/drawing/2014/main" id="{FAE5C832-C663-46A4-83D9-ACA53AA906F0}"/>
              </a:ext>
            </a:extLst>
          </p:cNvPr>
          <p:cNvSpPr txBox="1">
            <a:spLocks noChangeArrowheads="1"/>
          </p:cNvSpPr>
          <p:nvPr/>
        </p:nvSpPr>
        <p:spPr bwMode="auto">
          <a:xfrm>
            <a:off x="1752600" y="6153150"/>
            <a:ext cx="3886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000">
                <a:solidFill>
                  <a:srgbClr val="CC3300"/>
                </a:solidFill>
              </a:rPr>
              <a:t>Not Advisable</a:t>
            </a:r>
          </a:p>
        </p:txBody>
      </p:sp>
      <p:sp>
        <p:nvSpPr>
          <p:cNvPr id="13" name="Rectangle 6">
            <a:extLst>
              <a:ext uri="{FF2B5EF4-FFF2-40B4-BE49-F238E27FC236}">
                <a16:creationId xmlns:a16="http://schemas.microsoft.com/office/drawing/2014/main" id="{BDBA3EB6-4A6E-44C4-B2A7-0A8C5AB44CC8}"/>
              </a:ext>
            </a:extLst>
          </p:cNvPr>
          <p:cNvSpPr>
            <a:spLocks noChangeArrowheads="1"/>
          </p:cNvSpPr>
          <p:nvPr/>
        </p:nvSpPr>
        <p:spPr bwMode="auto">
          <a:xfrm>
            <a:off x="5113338" y="2540000"/>
            <a:ext cx="3733800" cy="3070225"/>
          </a:xfrm>
          <a:prstGeom prst="rect">
            <a:avLst/>
          </a:prstGeom>
          <a:solidFill>
            <a:schemeClr val="bg1">
              <a:alpha val="0"/>
            </a:schemeClr>
          </a:solidFill>
          <a:ln w="9525">
            <a:solidFill>
              <a:schemeClr val="tx1"/>
            </a:solidFill>
            <a:miter lim="800000"/>
            <a:headEnd/>
            <a:tailEnd/>
          </a:ln>
        </p:spPr>
        <p:txBody>
          <a:bodyPr wrap="none" anchor="ctr"/>
          <a:lstStyle/>
          <a:p>
            <a:pPr marL="285750" indent="-285750">
              <a:buFont typeface="Wingdings" pitchFamily="2" charset="2"/>
              <a:buChar char="§"/>
              <a:defRPr/>
            </a:pPr>
            <a:r>
              <a:rPr lang="en-US" dirty="0">
                <a:latin typeface="Arial" charset="0"/>
              </a:rPr>
              <a:t> </a:t>
            </a:r>
            <a:r>
              <a:rPr lang="en-US" sz="2000" dirty="0">
                <a:latin typeface="Arial" charset="0"/>
              </a:rPr>
              <a:t>Each object is having its own </a:t>
            </a:r>
          </a:p>
          <a:p>
            <a:pPr>
              <a:defRPr/>
            </a:pPr>
            <a:r>
              <a:rPr lang="en-US" sz="2000" dirty="0">
                <a:latin typeface="Arial" charset="0"/>
              </a:rPr>
              <a:t>     copy of </a:t>
            </a:r>
            <a:r>
              <a:rPr lang="en-US" sz="2000" dirty="0" err="1">
                <a:latin typeface="Arial" charset="0"/>
              </a:rPr>
              <a:t>CurrentintRate</a:t>
            </a:r>
            <a:endParaRPr lang="en-US" sz="2000" dirty="0">
              <a:latin typeface="Arial" charset="0"/>
            </a:endParaRPr>
          </a:p>
          <a:p>
            <a:pPr marL="342900" indent="-342900">
              <a:buFont typeface="Wingdings" pitchFamily="2" charset="2"/>
              <a:buChar char="§"/>
              <a:defRPr/>
            </a:pPr>
            <a:endParaRPr lang="en-US" sz="1200" dirty="0">
              <a:latin typeface="Arial" charset="0"/>
            </a:endParaRPr>
          </a:p>
          <a:p>
            <a:pPr marL="342900" indent="-342900">
              <a:buFont typeface="Wingdings" pitchFamily="2" charset="2"/>
              <a:buChar char="§"/>
              <a:defRPr/>
            </a:pPr>
            <a:r>
              <a:rPr lang="en-US" sz="2000" dirty="0">
                <a:latin typeface="Arial" charset="0"/>
              </a:rPr>
              <a:t> Waste of space</a:t>
            </a:r>
          </a:p>
          <a:p>
            <a:pPr marL="342900" indent="-342900">
              <a:buFont typeface="Wingdings" pitchFamily="2" charset="2"/>
              <a:buChar char="§"/>
              <a:defRPr/>
            </a:pPr>
            <a:endParaRPr lang="en-US" sz="1400" dirty="0">
              <a:latin typeface="Arial" charset="0"/>
            </a:endParaRPr>
          </a:p>
          <a:p>
            <a:pPr marL="342900" indent="-342900">
              <a:buFont typeface="Wingdings" pitchFamily="2" charset="2"/>
              <a:buChar char="§"/>
              <a:defRPr/>
            </a:pPr>
            <a:r>
              <a:rPr lang="en-US" sz="2000" dirty="0">
                <a:latin typeface="Arial" charset="0"/>
              </a:rPr>
              <a:t> Has to update changes</a:t>
            </a:r>
          </a:p>
          <a:p>
            <a:pPr marL="342900" indent="-342900">
              <a:buFont typeface="Wingdings" pitchFamily="2" charset="2"/>
              <a:buChar char="§"/>
              <a:defRPr/>
            </a:pPr>
            <a:endParaRPr lang="en-US" sz="1200" dirty="0">
              <a:latin typeface="Arial" charset="0"/>
            </a:endParaRPr>
          </a:p>
          <a:p>
            <a:pPr marL="342900" indent="-342900">
              <a:buFont typeface="Wingdings" pitchFamily="2" charset="2"/>
              <a:buChar char="§"/>
              <a:defRPr/>
            </a:pPr>
            <a:r>
              <a:rPr lang="en-US" sz="2000" dirty="0">
                <a:latin typeface="Arial" charset="0"/>
              </a:rPr>
              <a:t> Inefficient</a:t>
            </a:r>
          </a:p>
          <a:p>
            <a:pPr marL="342900" indent="-342900">
              <a:buFont typeface="Wingdings" pitchFamily="2" charset="2"/>
              <a:buChar char="§"/>
              <a:defRPr/>
            </a:pPr>
            <a:endParaRPr lang="en-US" sz="1200" dirty="0">
              <a:latin typeface="Arial" charset="0"/>
            </a:endParaRPr>
          </a:p>
          <a:p>
            <a:pPr marL="342900" indent="-342900">
              <a:buFont typeface="Wingdings" pitchFamily="2" charset="2"/>
              <a:buChar char="§"/>
              <a:defRPr/>
            </a:pPr>
            <a:r>
              <a:rPr lang="en-US" sz="2000" dirty="0">
                <a:latin typeface="Arial" charset="0"/>
              </a:rPr>
              <a:t> Lead to Inconsistencies</a:t>
            </a:r>
          </a:p>
          <a:p>
            <a:pPr>
              <a:defRPr/>
            </a:pPr>
            <a:endParaRPr lang="en-US" dirty="0">
              <a:latin typeface="Arial"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9A91627A-A4F1-47B2-8DF2-1FCC170F436B}"/>
              </a:ext>
            </a:extLst>
          </p:cNvPr>
          <p:cNvSpPr>
            <a:spLocks noGrp="1"/>
          </p:cNvSpPr>
          <p:nvPr>
            <p:ph type="title"/>
          </p:nvPr>
        </p:nvSpPr>
        <p:spPr/>
        <p:txBody>
          <a:bodyPr/>
          <a:lstStyle/>
          <a:p>
            <a:r>
              <a:rPr lang="en-US" altLang="en-US"/>
              <a:t>Static Data Members</a:t>
            </a:r>
            <a:endParaRPr lang="en-IN" altLang="en-US"/>
          </a:p>
        </p:txBody>
      </p:sp>
      <p:sp>
        <p:nvSpPr>
          <p:cNvPr id="49155" name="Slide Number Placeholder 3">
            <a:extLst>
              <a:ext uri="{FF2B5EF4-FFF2-40B4-BE49-F238E27FC236}">
                <a16:creationId xmlns:a16="http://schemas.microsoft.com/office/drawing/2014/main" id="{26555F15-135F-41C2-AADB-7BC5547A3FA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A48BF29-DA26-4490-8F53-05D7EE1BD81E}" type="slidenum">
              <a:rPr lang="en-US" altLang="en-US">
                <a:latin typeface="Times New Roman" panose="02020603050405020304" pitchFamily="18" charset="0"/>
              </a:rPr>
              <a:pPr/>
              <a:t>37</a:t>
            </a:fld>
            <a:endParaRPr lang="en-US" altLang="en-US">
              <a:latin typeface="Times New Roman" panose="02020603050405020304" pitchFamily="18" charset="0"/>
            </a:endParaRPr>
          </a:p>
        </p:txBody>
      </p:sp>
      <p:sp>
        <p:nvSpPr>
          <p:cNvPr id="49156" name="Text Box 7">
            <a:extLst>
              <a:ext uri="{FF2B5EF4-FFF2-40B4-BE49-F238E27FC236}">
                <a16:creationId xmlns:a16="http://schemas.microsoft.com/office/drawing/2014/main" id="{1D2E309F-BFDA-4D57-BBA3-7427E347907D}"/>
              </a:ext>
            </a:extLst>
          </p:cNvPr>
          <p:cNvSpPr txBox="1">
            <a:spLocks noChangeArrowheads="1"/>
          </p:cNvSpPr>
          <p:nvPr/>
        </p:nvSpPr>
        <p:spPr bwMode="auto">
          <a:xfrm>
            <a:off x="304800" y="1447800"/>
            <a:ext cx="3967163"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class SavingsAccount</a:t>
            </a:r>
          </a:p>
          <a:p>
            <a:pPr eaLnBrk="1" hangingPunct="1"/>
            <a:r>
              <a:rPr lang="en-US" altLang="en-US"/>
              <a:t>{</a:t>
            </a:r>
          </a:p>
          <a:p>
            <a:pPr eaLnBrk="1" hangingPunct="1"/>
            <a:r>
              <a:rPr lang="en-US" altLang="en-US"/>
              <a:t> public:</a:t>
            </a:r>
          </a:p>
          <a:p>
            <a:pPr eaLnBrk="1" hangingPunct="1"/>
            <a:r>
              <a:rPr lang="en-US" altLang="en-US"/>
              <a:t>	SavingsAccount();</a:t>
            </a:r>
          </a:p>
          <a:p>
            <a:pPr eaLnBrk="1" hangingPunct="1"/>
            <a:r>
              <a:rPr lang="en-US" altLang="en-US"/>
              <a:t>	void earnInterest();</a:t>
            </a:r>
          </a:p>
          <a:p>
            <a:pPr eaLnBrk="1" hangingPunct="1"/>
            <a:r>
              <a:rPr lang="en-US" altLang="en-US"/>
              <a:t>	{</a:t>
            </a:r>
          </a:p>
          <a:p>
            <a:pPr eaLnBrk="1" hangingPunct="1"/>
            <a:r>
              <a:rPr lang="en-US" altLang="en-US"/>
              <a:t>	 total+=CurrentintRate*total;</a:t>
            </a:r>
          </a:p>
          <a:p>
            <a:pPr eaLnBrk="1" hangingPunct="1"/>
            <a:r>
              <a:rPr lang="en-US" altLang="en-US"/>
              <a:t>	}</a:t>
            </a:r>
          </a:p>
          <a:p>
            <a:pPr eaLnBrk="1" hangingPunct="1"/>
            <a:r>
              <a:rPr lang="en-US" altLang="en-US"/>
              <a:t> private:</a:t>
            </a:r>
          </a:p>
          <a:p>
            <a:pPr eaLnBrk="1" hangingPunct="1"/>
            <a:r>
              <a:rPr lang="en-US" altLang="en-US"/>
              <a:t>	char name[30];</a:t>
            </a:r>
          </a:p>
          <a:p>
            <a:pPr eaLnBrk="1" hangingPunct="1"/>
            <a:r>
              <a:rPr lang="en-US" altLang="en-US"/>
              <a:t>	float balance;</a:t>
            </a:r>
          </a:p>
          <a:p>
            <a:pPr eaLnBrk="1" hangingPunct="1"/>
            <a:r>
              <a:rPr lang="en-US" altLang="en-US"/>
              <a:t>	</a:t>
            </a:r>
            <a:r>
              <a:rPr lang="en-US" altLang="en-US" b="1"/>
              <a:t>float CurrentintRate</a:t>
            </a:r>
            <a:r>
              <a:rPr lang="en-US" altLang="en-US"/>
              <a:t>;</a:t>
            </a:r>
          </a:p>
          <a:p>
            <a:pPr eaLnBrk="1" hangingPunct="1"/>
            <a:r>
              <a:rPr lang="en-US" altLang="en-US"/>
              <a:t>}</a:t>
            </a:r>
            <a:r>
              <a:rPr lang="en-US" altLang="en-US" b="1"/>
              <a:t>s[5</a:t>
            </a:r>
            <a:r>
              <a:rPr lang="en-US" altLang="en-US"/>
              <a:t>];</a:t>
            </a:r>
          </a:p>
          <a:p>
            <a:pPr eaLnBrk="1" hangingPunct="1"/>
            <a:endParaRPr lang="en-US" altLang="en-US">
              <a:solidFill>
                <a:srgbClr val="0000FF"/>
              </a:solidFill>
            </a:endParaRPr>
          </a:p>
        </p:txBody>
      </p:sp>
      <p:graphicFrame>
        <p:nvGraphicFramePr>
          <p:cNvPr id="6" name="Table 5">
            <a:extLst>
              <a:ext uri="{FF2B5EF4-FFF2-40B4-BE49-F238E27FC236}">
                <a16:creationId xmlns:a16="http://schemas.microsoft.com/office/drawing/2014/main" id="{0CEFAFE1-2D97-456D-B324-11FCCBDD0307}"/>
              </a:ext>
            </a:extLst>
          </p:cNvPr>
          <p:cNvGraphicFramePr>
            <a:graphicFrameLocks noGrp="1"/>
          </p:cNvGraphicFramePr>
          <p:nvPr/>
        </p:nvGraphicFramePr>
        <p:xfrm>
          <a:off x="3019425" y="5105400"/>
          <a:ext cx="5438775" cy="1112838"/>
        </p:xfrm>
        <a:graphic>
          <a:graphicData uri="http://schemas.openxmlformats.org/drawingml/2006/table">
            <a:tbl>
              <a:tblPr firstRow="1" bandRow="1">
                <a:tableStyleId>{5C22544A-7EE6-4342-B048-85BDC9FD1C3A}</a:tableStyleId>
              </a:tblPr>
              <a:tblGrid>
                <a:gridCol w="1087755">
                  <a:extLst>
                    <a:ext uri="{9D8B030D-6E8A-4147-A177-3AD203B41FA5}">
                      <a16:colId xmlns:a16="http://schemas.microsoft.com/office/drawing/2014/main" val="20000"/>
                    </a:ext>
                  </a:extLst>
                </a:gridCol>
                <a:gridCol w="1087755">
                  <a:extLst>
                    <a:ext uri="{9D8B030D-6E8A-4147-A177-3AD203B41FA5}">
                      <a16:colId xmlns:a16="http://schemas.microsoft.com/office/drawing/2014/main" val="20001"/>
                    </a:ext>
                  </a:extLst>
                </a:gridCol>
                <a:gridCol w="1087755">
                  <a:extLst>
                    <a:ext uri="{9D8B030D-6E8A-4147-A177-3AD203B41FA5}">
                      <a16:colId xmlns:a16="http://schemas.microsoft.com/office/drawing/2014/main" val="20002"/>
                    </a:ext>
                  </a:extLst>
                </a:gridCol>
                <a:gridCol w="1087755">
                  <a:extLst>
                    <a:ext uri="{9D8B030D-6E8A-4147-A177-3AD203B41FA5}">
                      <a16:colId xmlns:a16="http://schemas.microsoft.com/office/drawing/2014/main" val="20003"/>
                    </a:ext>
                  </a:extLst>
                </a:gridCol>
                <a:gridCol w="1087755">
                  <a:extLst>
                    <a:ext uri="{9D8B030D-6E8A-4147-A177-3AD203B41FA5}">
                      <a16:colId xmlns:a16="http://schemas.microsoft.com/office/drawing/2014/main" val="20004"/>
                    </a:ext>
                  </a:extLst>
                </a:gridCol>
              </a:tblGrid>
              <a:tr h="370946">
                <a:tc>
                  <a:txBody>
                    <a:bodyPr/>
                    <a:lstStyle/>
                    <a:p>
                      <a:r>
                        <a:rPr lang="en-IN" sz="1800" dirty="0">
                          <a:solidFill>
                            <a:schemeClr val="tx1"/>
                          </a:solidFill>
                        </a:rPr>
                        <a:t>Ram</a:t>
                      </a:r>
                    </a:p>
                  </a:txBody>
                  <a:tcPr marL="91432" marR="91432" marT="45733" marB="45733"/>
                </a:tc>
                <a:tc>
                  <a:txBody>
                    <a:bodyPr/>
                    <a:lstStyle/>
                    <a:p>
                      <a:r>
                        <a:rPr lang="en-IN" sz="1800" dirty="0" err="1">
                          <a:solidFill>
                            <a:schemeClr val="tx1"/>
                          </a:solidFill>
                        </a:rPr>
                        <a:t>Bala</a:t>
                      </a:r>
                      <a:endParaRPr lang="en-IN" sz="1800" dirty="0">
                        <a:solidFill>
                          <a:schemeClr val="tx1"/>
                        </a:solidFill>
                      </a:endParaRPr>
                    </a:p>
                  </a:txBody>
                  <a:tcPr marL="91432" marR="91432" marT="45733" marB="45733"/>
                </a:tc>
                <a:tc>
                  <a:txBody>
                    <a:bodyPr/>
                    <a:lstStyle/>
                    <a:p>
                      <a:r>
                        <a:rPr lang="en-IN" sz="1800" dirty="0" err="1">
                          <a:solidFill>
                            <a:schemeClr val="tx1"/>
                          </a:solidFill>
                        </a:rPr>
                        <a:t>Shri</a:t>
                      </a:r>
                      <a:endParaRPr lang="en-IN" sz="1800" dirty="0">
                        <a:solidFill>
                          <a:schemeClr val="tx1"/>
                        </a:solidFill>
                      </a:endParaRPr>
                    </a:p>
                  </a:txBody>
                  <a:tcPr marL="91432" marR="91432" marT="45733" marB="45733"/>
                </a:tc>
                <a:tc>
                  <a:txBody>
                    <a:bodyPr/>
                    <a:lstStyle/>
                    <a:p>
                      <a:r>
                        <a:rPr lang="en-IN" sz="1800" dirty="0">
                          <a:solidFill>
                            <a:schemeClr val="tx1"/>
                          </a:solidFill>
                        </a:rPr>
                        <a:t>Maya</a:t>
                      </a:r>
                    </a:p>
                  </a:txBody>
                  <a:tcPr marL="91432" marR="91432" marT="45733" marB="45733"/>
                </a:tc>
                <a:tc>
                  <a:txBody>
                    <a:bodyPr/>
                    <a:lstStyle/>
                    <a:p>
                      <a:r>
                        <a:rPr lang="en-IN" sz="1800" dirty="0" err="1">
                          <a:solidFill>
                            <a:schemeClr val="tx1"/>
                          </a:solidFill>
                        </a:rPr>
                        <a:t>Dhiya</a:t>
                      </a:r>
                      <a:endParaRPr lang="en-IN" sz="1800" dirty="0">
                        <a:solidFill>
                          <a:schemeClr val="tx1"/>
                        </a:solidFill>
                      </a:endParaRPr>
                    </a:p>
                  </a:txBody>
                  <a:tcPr marL="91432" marR="91432" marT="45733" marB="45733"/>
                </a:tc>
                <a:extLst>
                  <a:ext uri="{0D108BD9-81ED-4DB2-BD59-A6C34878D82A}">
                    <a16:rowId xmlns:a16="http://schemas.microsoft.com/office/drawing/2014/main" val="10000"/>
                  </a:ext>
                </a:extLst>
              </a:tr>
              <a:tr h="370946">
                <a:tc>
                  <a:txBody>
                    <a:bodyPr/>
                    <a:lstStyle/>
                    <a:p>
                      <a:r>
                        <a:rPr lang="en-IN" sz="1800" b="1" dirty="0">
                          <a:solidFill>
                            <a:schemeClr val="tx1"/>
                          </a:solidFill>
                        </a:rPr>
                        <a:t>5000</a:t>
                      </a:r>
                    </a:p>
                  </a:txBody>
                  <a:tcPr marL="91432" marR="91432" marT="45733" marB="45733"/>
                </a:tc>
                <a:tc>
                  <a:txBody>
                    <a:bodyPr/>
                    <a:lstStyle/>
                    <a:p>
                      <a:r>
                        <a:rPr lang="en-IN" sz="1800" b="1" dirty="0">
                          <a:solidFill>
                            <a:schemeClr val="tx1"/>
                          </a:solidFill>
                        </a:rPr>
                        <a:t>6000</a:t>
                      </a:r>
                    </a:p>
                  </a:txBody>
                  <a:tcPr marL="91432" marR="91432" marT="45733" marB="45733"/>
                </a:tc>
                <a:tc>
                  <a:txBody>
                    <a:bodyPr/>
                    <a:lstStyle/>
                    <a:p>
                      <a:r>
                        <a:rPr lang="en-IN" sz="1800" b="1" dirty="0">
                          <a:solidFill>
                            <a:schemeClr val="tx1"/>
                          </a:solidFill>
                        </a:rPr>
                        <a:t>3000</a:t>
                      </a:r>
                    </a:p>
                  </a:txBody>
                  <a:tcPr marL="91432" marR="91432" marT="45733" marB="45733"/>
                </a:tc>
                <a:tc>
                  <a:txBody>
                    <a:bodyPr/>
                    <a:lstStyle/>
                    <a:p>
                      <a:r>
                        <a:rPr lang="en-IN" sz="1800" b="1" dirty="0">
                          <a:solidFill>
                            <a:schemeClr val="tx1"/>
                          </a:solidFill>
                        </a:rPr>
                        <a:t>8000</a:t>
                      </a:r>
                    </a:p>
                  </a:txBody>
                  <a:tcPr marL="91432" marR="91432" marT="45733" marB="45733"/>
                </a:tc>
                <a:tc>
                  <a:txBody>
                    <a:bodyPr/>
                    <a:lstStyle/>
                    <a:p>
                      <a:r>
                        <a:rPr lang="en-IN" sz="1800" b="1" dirty="0">
                          <a:solidFill>
                            <a:schemeClr val="tx1"/>
                          </a:solidFill>
                        </a:rPr>
                        <a:t>9000</a:t>
                      </a:r>
                    </a:p>
                  </a:txBody>
                  <a:tcPr marL="91432" marR="91432" marT="45733" marB="45733"/>
                </a:tc>
                <a:extLst>
                  <a:ext uri="{0D108BD9-81ED-4DB2-BD59-A6C34878D82A}">
                    <a16:rowId xmlns:a16="http://schemas.microsoft.com/office/drawing/2014/main" val="10001"/>
                  </a:ext>
                </a:extLst>
              </a:tr>
              <a:tr h="370946">
                <a:tc>
                  <a:txBody>
                    <a:bodyPr/>
                    <a:lstStyle/>
                    <a:p>
                      <a:r>
                        <a:rPr lang="en-IN" sz="1800" b="1" dirty="0">
                          <a:solidFill>
                            <a:schemeClr val="tx1"/>
                          </a:solidFill>
                        </a:rPr>
                        <a:t>0.5</a:t>
                      </a:r>
                    </a:p>
                  </a:txBody>
                  <a:tcPr marL="91432" marR="91432" marT="45733" marB="45733"/>
                </a:tc>
                <a:tc>
                  <a:txBody>
                    <a:bodyPr/>
                    <a:lstStyle/>
                    <a:p>
                      <a:r>
                        <a:rPr lang="en-IN" sz="1800" b="1" dirty="0">
                          <a:solidFill>
                            <a:schemeClr val="tx1"/>
                          </a:solidFill>
                        </a:rPr>
                        <a:t>0.5</a:t>
                      </a:r>
                    </a:p>
                  </a:txBody>
                  <a:tcPr marL="91432" marR="91432" marT="45733" marB="45733"/>
                </a:tc>
                <a:tc>
                  <a:txBody>
                    <a:bodyPr/>
                    <a:lstStyle/>
                    <a:p>
                      <a:r>
                        <a:rPr lang="en-IN" sz="1800" b="1" dirty="0">
                          <a:solidFill>
                            <a:schemeClr val="tx1"/>
                          </a:solidFill>
                        </a:rPr>
                        <a:t>0.5</a:t>
                      </a:r>
                    </a:p>
                  </a:txBody>
                  <a:tcPr marL="91432" marR="91432" marT="45733" marB="45733"/>
                </a:tc>
                <a:tc>
                  <a:txBody>
                    <a:bodyPr/>
                    <a:lstStyle/>
                    <a:p>
                      <a:r>
                        <a:rPr lang="en-IN" sz="1800" b="1" dirty="0">
                          <a:solidFill>
                            <a:schemeClr val="tx1"/>
                          </a:solidFill>
                        </a:rPr>
                        <a:t>0.5</a:t>
                      </a:r>
                    </a:p>
                  </a:txBody>
                  <a:tcPr marL="91432" marR="91432" marT="45733" marB="45733"/>
                </a:tc>
                <a:tc>
                  <a:txBody>
                    <a:bodyPr/>
                    <a:lstStyle/>
                    <a:p>
                      <a:r>
                        <a:rPr lang="en-IN" sz="1800" b="1" dirty="0">
                          <a:solidFill>
                            <a:schemeClr val="tx1"/>
                          </a:solidFill>
                        </a:rPr>
                        <a:t>0.5</a:t>
                      </a:r>
                    </a:p>
                  </a:txBody>
                  <a:tcPr marL="91432" marR="91432" marT="45733" marB="45733"/>
                </a:tc>
                <a:extLst>
                  <a:ext uri="{0D108BD9-81ED-4DB2-BD59-A6C34878D82A}">
                    <a16:rowId xmlns:a16="http://schemas.microsoft.com/office/drawing/2014/main" val="10002"/>
                  </a:ext>
                </a:extLst>
              </a:tr>
            </a:tbl>
          </a:graphicData>
        </a:graphic>
      </p:graphicFrame>
      <p:sp>
        <p:nvSpPr>
          <p:cNvPr id="49183" name="TextBox 6">
            <a:extLst>
              <a:ext uri="{FF2B5EF4-FFF2-40B4-BE49-F238E27FC236}">
                <a16:creationId xmlns:a16="http://schemas.microsoft.com/office/drawing/2014/main" id="{5F18A0D6-A1D5-4D50-BD0D-592FF0CA3379}"/>
              </a:ext>
            </a:extLst>
          </p:cNvPr>
          <p:cNvSpPr txBox="1">
            <a:spLocks noChangeArrowheads="1"/>
          </p:cNvSpPr>
          <p:nvPr/>
        </p:nvSpPr>
        <p:spPr bwMode="auto">
          <a:xfrm>
            <a:off x="3200400" y="4772025"/>
            <a:ext cx="9191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a:t>S[0]</a:t>
            </a:r>
          </a:p>
        </p:txBody>
      </p:sp>
      <p:sp>
        <p:nvSpPr>
          <p:cNvPr id="49184" name="TextBox 7">
            <a:extLst>
              <a:ext uri="{FF2B5EF4-FFF2-40B4-BE49-F238E27FC236}">
                <a16:creationId xmlns:a16="http://schemas.microsoft.com/office/drawing/2014/main" id="{02575D60-A46E-4417-BF9C-0F5E8C506268}"/>
              </a:ext>
            </a:extLst>
          </p:cNvPr>
          <p:cNvSpPr txBox="1">
            <a:spLocks noChangeArrowheads="1"/>
          </p:cNvSpPr>
          <p:nvPr/>
        </p:nvSpPr>
        <p:spPr bwMode="auto">
          <a:xfrm>
            <a:off x="4421188" y="4768850"/>
            <a:ext cx="9191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a:t>S[1]</a:t>
            </a:r>
          </a:p>
        </p:txBody>
      </p:sp>
      <p:sp>
        <p:nvSpPr>
          <p:cNvPr id="49185" name="TextBox 8">
            <a:extLst>
              <a:ext uri="{FF2B5EF4-FFF2-40B4-BE49-F238E27FC236}">
                <a16:creationId xmlns:a16="http://schemas.microsoft.com/office/drawing/2014/main" id="{E89B54E8-D2F6-42A7-8661-0A05B4E8854D}"/>
              </a:ext>
            </a:extLst>
          </p:cNvPr>
          <p:cNvSpPr txBox="1">
            <a:spLocks noChangeArrowheads="1"/>
          </p:cNvSpPr>
          <p:nvPr/>
        </p:nvSpPr>
        <p:spPr bwMode="auto">
          <a:xfrm>
            <a:off x="5257800" y="4768850"/>
            <a:ext cx="9191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a:t>S[2]</a:t>
            </a:r>
          </a:p>
        </p:txBody>
      </p:sp>
      <p:sp>
        <p:nvSpPr>
          <p:cNvPr id="49186" name="TextBox 9">
            <a:extLst>
              <a:ext uri="{FF2B5EF4-FFF2-40B4-BE49-F238E27FC236}">
                <a16:creationId xmlns:a16="http://schemas.microsoft.com/office/drawing/2014/main" id="{CAFA50CF-817A-45CE-8EE9-1B1998B5E516}"/>
              </a:ext>
            </a:extLst>
          </p:cNvPr>
          <p:cNvSpPr txBox="1">
            <a:spLocks noChangeArrowheads="1"/>
          </p:cNvSpPr>
          <p:nvPr/>
        </p:nvSpPr>
        <p:spPr bwMode="auto">
          <a:xfrm>
            <a:off x="6477000" y="4768850"/>
            <a:ext cx="9191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a:t>S[3]</a:t>
            </a:r>
          </a:p>
        </p:txBody>
      </p:sp>
      <p:sp>
        <p:nvSpPr>
          <p:cNvPr id="49187" name="TextBox 10">
            <a:extLst>
              <a:ext uri="{FF2B5EF4-FFF2-40B4-BE49-F238E27FC236}">
                <a16:creationId xmlns:a16="http://schemas.microsoft.com/office/drawing/2014/main" id="{1219E88A-507D-492A-B503-3373552B56B2}"/>
              </a:ext>
            </a:extLst>
          </p:cNvPr>
          <p:cNvSpPr txBox="1">
            <a:spLocks noChangeArrowheads="1"/>
          </p:cNvSpPr>
          <p:nvPr/>
        </p:nvSpPr>
        <p:spPr bwMode="auto">
          <a:xfrm>
            <a:off x="7543800" y="4772025"/>
            <a:ext cx="919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a:t>S[4]</a:t>
            </a:r>
          </a:p>
        </p:txBody>
      </p:sp>
      <p:sp>
        <p:nvSpPr>
          <p:cNvPr id="49188" name="TextBox 11">
            <a:extLst>
              <a:ext uri="{FF2B5EF4-FFF2-40B4-BE49-F238E27FC236}">
                <a16:creationId xmlns:a16="http://schemas.microsoft.com/office/drawing/2014/main" id="{531B9A11-D24E-4F40-828A-F48BE5FF0A74}"/>
              </a:ext>
            </a:extLst>
          </p:cNvPr>
          <p:cNvSpPr txBox="1">
            <a:spLocks noChangeArrowheads="1"/>
          </p:cNvSpPr>
          <p:nvPr/>
        </p:nvSpPr>
        <p:spPr bwMode="auto">
          <a:xfrm>
            <a:off x="2057400" y="5126038"/>
            <a:ext cx="838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t>name</a:t>
            </a:r>
          </a:p>
        </p:txBody>
      </p:sp>
      <p:sp>
        <p:nvSpPr>
          <p:cNvPr id="49189" name="TextBox 12">
            <a:extLst>
              <a:ext uri="{FF2B5EF4-FFF2-40B4-BE49-F238E27FC236}">
                <a16:creationId xmlns:a16="http://schemas.microsoft.com/office/drawing/2014/main" id="{37B1E580-7666-4AD4-8063-EEF8BF9988CC}"/>
              </a:ext>
            </a:extLst>
          </p:cNvPr>
          <p:cNvSpPr txBox="1">
            <a:spLocks noChangeArrowheads="1"/>
          </p:cNvSpPr>
          <p:nvPr/>
        </p:nvSpPr>
        <p:spPr bwMode="auto">
          <a:xfrm>
            <a:off x="1828800" y="5468938"/>
            <a:ext cx="10810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t>balance</a:t>
            </a:r>
          </a:p>
        </p:txBody>
      </p:sp>
      <p:sp>
        <p:nvSpPr>
          <p:cNvPr id="49190" name="TextBox 13">
            <a:extLst>
              <a:ext uri="{FF2B5EF4-FFF2-40B4-BE49-F238E27FC236}">
                <a16:creationId xmlns:a16="http://schemas.microsoft.com/office/drawing/2014/main" id="{BBF06DCF-62AE-415A-8FD0-B736F8C15A22}"/>
              </a:ext>
            </a:extLst>
          </p:cNvPr>
          <p:cNvSpPr txBox="1">
            <a:spLocks noChangeArrowheads="1"/>
          </p:cNvSpPr>
          <p:nvPr/>
        </p:nvSpPr>
        <p:spPr bwMode="auto">
          <a:xfrm>
            <a:off x="1141413" y="5838825"/>
            <a:ext cx="18319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t>CurrentintRate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0B97044A-4C7B-4F41-8536-6D287E5E4442}"/>
              </a:ext>
            </a:extLst>
          </p:cNvPr>
          <p:cNvSpPr>
            <a:spLocks noGrp="1"/>
          </p:cNvSpPr>
          <p:nvPr>
            <p:ph type="title"/>
          </p:nvPr>
        </p:nvSpPr>
        <p:spPr/>
        <p:txBody>
          <a:bodyPr/>
          <a:lstStyle/>
          <a:p>
            <a:r>
              <a:rPr lang="en-US" altLang="en-US"/>
              <a:t>Static Data Members</a:t>
            </a:r>
            <a:endParaRPr lang="en-IN" altLang="en-US"/>
          </a:p>
        </p:txBody>
      </p:sp>
      <p:sp>
        <p:nvSpPr>
          <p:cNvPr id="3" name="Content Placeholder 2">
            <a:extLst>
              <a:ext uri="{FF2B5EF4-FFF2-40B4-BE49-F238E27FC236}">
                <a16:creationId xmlns:a16="http://schemas.microsoft.com/office/drawing/2014/main" id="{189895A6-D0A8-4CD0-96DB-36FF99034FD2}"/>
              </a:ext>
            </a:extLst>
          </p:cNvPr>
          <p:cNvSpPr>
            <a:spLocks noGrp="1"/>
          </p:cNvSpPr>
          <p:nvPr>
            <p:ph idx="1"/>
          </p:nvPr>
        </p:nvSpPr>
        <p:spPr/>
        <p:txBody>
          <a:bodyPr/>
          <a:lstStyle/>
          <a:p>
            <a:pPr>
              <a:defRPr/>
            </a:pPr>
            <a:r>
              <a:rPr lang="en-US" sz="2000" dirty="0">
                <a:solidFill>
                  <a:srgbClr val="C00000"/>
                </a:solidFill>
              </a:rPr>
              <a:t>Why not Global Variable?   </a:t>
            </a:r>
          </a:p>
          <a:p>
            <a:pPr lvl="1">
              <a:defRPr/>
            </a:pPr>
            <a:r>
              <a:rPr lang="en-US" sz="2000" dirty="0"/>
              <a:t>Problem : Scope</a:t>
            </a:r>
          </a:p>
          <a:p>
            <a:pPr>
              <a:defRPr/>
            </a:pPr>
            <a:r>
              <a:rPr lang="en-US" sz="2000" dirty="0"/>
              <a:t>Every function will be able to modify its value</a:t>
            </a:r>
          </a:p>
          <a:p>
            <a:pPr>
              <a:defRPr/>
            </a:pPr>
            <a:endParaRPr lang="en-IN" dirty="0"/>
          </a:p>
        </p:txBody>
      </p:sp>
      <p:sp>
        <p:nvSpPr>
          <p:cNvPr id="50180" name="Slide Number Placeholder 3">
            <a:extLst>
              <a:ext uri="{FF2B5EF4-FFF2-40B4-BE49-F238E27FC236}">
                <a16:creationId xmlns:a16="http://schemas.microsoft.com/office/drawing/2014/main" id="{5477670B-BEB2-48FD-8F09-7FCF0311ADD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687600A-C0EF-44EC-A697-261BEFA35662}" type="slidenum">
              <a:rPr lang="en-US" altLang="en-US">
                <a:latin typeface="Times New Roman" panose="02020603050405020304" pitchFamily="18" charset="0"/>
              </a:rPr>
              <a:pPr/>
              <a:t>38</a:t>
            </a:fld>
            <a:endParaRPr lang="en-US" altLang="en-US">
              <a:latin typeface="Times New Roman" panose="02020603050405020304" pitchFamily="18" charset="0"/>
            </a:endParaRPr>
          </a:p>
        </p:txBody>
      </p:sp>
      <p:sp>
        <p:nvSpPr>
          <p:cNvPr id="50181" name="Text Box 2">
            <a:extLst>
              <a:ext uri="{FF2B5EF4-FFF2-40B4-BE49-F238E27FC236}">
                <a16:creationId xmlns:a16="http://schemas.microsoft.com/office/drawing/2014/main" id="{2E11702D-9EC4-4634-AA33-7D42A4D6F99A}"/>
              </a:ext>
            </a:extLst>
          </p:cNvPr>
          <p:cNvSpPr txBox="1">
            <a:spLocks noChangeArrowheads="1"/>
          </p:cNvSpPr>
          <p:nvPr/>
        </p:nvSpPr>
        <p:spPr bwMode="auto">
          <a:xfrm>
            <a:off x="1328738" y="3019425"/>
            <a:ext cx="1652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solidFill>
                  <a:srgbClr val="C00000"/>
                </a:solidFill>
              </a:rPr>
              <a:t>Requirement</a:t>
            </a:r>
          </a:p>
        </p:txBody>
      </p:sp>
      <p:sp>
        <p:nvSpPr>
          <p:cNvPr id="6" name="Rectangle 4">
            <a:extLst>
              <a:ext uri="{FF2B5EF4-FFF2-40B4-BE49-F238E27FC236}">
                <a16:creationId xmlns:a16="http://schemas.microsoft.com/office/drawing/2014/main" id="{66960F46-A697-4302-9D02-854E8DB18FED}"/>
              </a:ext>
            </a:extLst>
          </p:cNvPr>
          <p:cNvSpPr>
            <a:spLocks noChangeArrowheads="1"/>
          </p:cNvSpPr>
          <p:nvPr/>
        </p:nvSpPr>
        <p:spPr bwMode="auto">
          <a:xfrm>
            <a:off x="533400" y="3429000"/>
            <a:ext cx="4038600" cy="1828800"/>
          </a:xfrm>
          <a:prstGeom prst="rect">
            <a:avLst/>
          </a:prstGeom>
          <a:solidFill>
            <a:schemeClr val="bg1">
              <a:alpha val="0"/>
            </a:schemeClr>
          </a:solidFill>
          <a:ln w="9525">
            <a:solidFill>
              <a:schemeClr val="tx1"/>
            </a:solidFill>
            <a:miter lim="800000"/>
            <a:headEnd/>
            <a:tailEnd/>
          </a:ln>
        </p:spPr>
        <p:txBody>
          <a:bodyPr wrap="none" anchor="ctr"/>
          <a:lstStyle/>
          <a:p>
            <a:pPr marL="285750" indent="-285750">
              <a:buFont typeface="Wingdings" pitchFamily="2" charset="2"/>
              <a:buChar char="§"/>
              <a:defRPr/>
            </a:pPr>
            <a:r>
              <a:rPr lang="en-US" dirty="0">
                <a:latin typeface="Arial" charset="0"/>
              </a:rPr>
              <a:t> A Kind of Global variable for an </a:t>
            </a:r>
          </a:p>
          <a:p>
            <a:pPr>
              <a:defRPr/>
            </a:pPr>
            <a:r>
              <a:rPr lang="en-US" dirty="0">
                <a:latin typeface="Arial" charset="0"/>
              </a:rPr>
              <a:t>     individual class</a:t>
            </a:r>
          </a:p>
          <a:p>
            <a:pPr marL="285750" indent="-285750">
              <a:buFont typeface="Wingdings" pitchFamily="2" charset="2"/>
              <a:buChar char="§"/>
              <a:defRPr/>
            </a:pPr>
            <a:endParaRPr lang="en-US" dirty="0">
              <a:latin typeface="Arial" charset="0"/>
            </a:endParaRPr>
          </a:p>
          <a:p>
            <a:pPr marL="285750" indent="-285750">
              <a:buFont typeface="Wingdings" pitchFamily="2" charset="2"/>
              <a:buChar char="§"/>
              <a:defRPr/>
            </a:pPr>
            <a:r>
              <a:rPr lang="en-US" dirty="0">
                <a:latin typeface="Arial" charset="0"/>
              </a:rPr>
              <a:t> All objects of a particular class </a:t>
            </a:r>
          </a:p>
          <a:p>
            <a:pPr>
              <a:defRPr/>
            </a:pPr>
            <a:r>
              <a:rPr lang="en-US" dirty="0">
                <a:latin typeface="Arial" charset="0"/>
              </a:rPr>
              <a:t>      access the same variable</a:t>
            </a:r>
          </a:p>
        </p:txBody>
      </p:sp>
      <p:sp>
        <p:nvSpPr>
          <p:cNvPr id="50183" name="Text Box 5">
            <a:extLst>
              <a:ext uri="{FF2B5EF4-FFF2-40B4-BE49-F238E27FC236}">
                <a16:creationId xmlns:a16="http://schemas.microsoft.com/office/drawing/2014/main" id="{BD6B55A6-3774-4F85-A489-5281EC47CE29}"/>
              </a:ext>
            </a:extLst>
          </p:cNvPr>
          <p:cNvSpPr txBox="1">
            <a:spLocks noChangeArrowheads="1"/>
          </p:cNvSpPr>
          <p:nvPr/>
        </p:nvSpPr>
        <p:spPr bwMode="auto">
          <a:xfrm>
            <a:off x="6378575" y="3019425"/>
            <a:ext cx="1111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solidFill>
                  <a:srgbClr val="C00000"/>
                </a:solidFill>
              </a:rPr>
              <a:t>Solution</a:t>
            </a:r>
          </a:p>
        </p:txBody>
      </p:sp>
      <p:sp>
        <p:nvSpPr>
          <p:cNvPr id="8" name="Rectangle 6">
            <a:extLst>
              <a:ext uri="{FF2B5EF4-FFF2-40B4-BE49-F238E27FC236}">
                <a16:creationId xmlns:a16="http://schemas.microsoft.com/office/drawing/2014/main" id="{C7AD9B63-6112-4F88-B097-40D858B648E4}"/>
              </a:ext>
            </a:extLst>
          </p:cNvPr>
          <p:cNvSpPr>
            <a:spLocks noChangeArrowheads="1"/>
          </p:cNvSpPr>
          <p:nvPr/>
        </p:nvSpPr>
        <p:spPr bwMode="auto">
          <a:xfrm>
            <a:off x="4724400" y="3429000"/>
            <a:ext cx="3886200" cy="2209800"/>
          </a:xfrm>
          <a:prstGeom prst="rect">
            <a:avLst/>
          </a:prstGeom>
          <a:solidFill>
            <a:schemeClr val="bg1">
              <a:alpha val="0"/>
            </a:schemeClr>
          </a:solidFill>
          <a:ln w="9525">
            <a:solidFill>
              <a:schemeClr val="tx1"/>
            </a:solidFill>
            <a:miter lim="800000"/>
            <a:headEnd/>
            <a:tailEnd/>
          </a:ln>
        </p:spPr>
        <p:txBody>
          <a:bodyPr wrap="none" anchor="ctr"/>
          <a:lstStyle/>
          <a:p>
            <a:pPr marL="285750" indent="-285750">
              <a:buFont typeface="Wingdings" pitchFamily="2" charset="2"/>
              <a:buChar char="§"/>
              <a:defRPr/>
            </a:pPr>
            <a:r>
              <a:rPr lang="en-US" dirty="0">
                <a:latin typeface="Arial" charset="0"/>
              </a:rPr>
              <a:t> Static Data Members have only </a:t>
            </a:r>
          </a:p>
          <a:p>
            <a:pPr>
              <a:defRPr/>
            </a:pPr>
            <a:r>
              <a:rPr lang="en-US" dirty="0">
                <a:latin typeface="Arial" charset="0"/>
              </a:rPr>
              <a:t>      </a:t>
            </a:r>
            <a:r>
              <a:rPr lang="en-US" b="1" dirty="0">
                <a:latin typeface="Arial" charset="0"/>
              </a:rPr>
              <a:t>one copy </a:t>
            </a:r>
            <a:r>
              <a:rPr lang="en-US" dirty="0">
                <a:latin typeface="Arial" charset="0"/>
              </a:rPr>
              <a:t>of it allocated</a:t>
            </a:r>
          </a:p>
          <a:p>
            <a:pPr marL="285750" indent="-285750">
              <a:buFont typeface="Wingdings" pitchFamily="2" charset="2"/>
              <a:buChar char="§"/>
              <a:defRPr/>
            </a:pPr>
            <a:endParaRPr lang="en-US" dirty="0">
              <a:latin typeface="Arial" charset="0"/>
            </a:endParaRPr>
          </a:p>
          <a:p>
            <a:pPr marL="285750" indent="-285750">
              <a:buFont typeface="Wingdings" pitchFamily="2" charset="2"/>
              <a:buChar char="§"/>
              <a:defRPr/>
            </a:pPr>
            <a:r>
              <a:rPr lang="en-US" dirty="0">
                <a:latin typeface="Arial" charset="0"/>
              </a:rPr>
              <a:t> </a:t>
            </a:r>
            <a:r>
              <a:rPr lang="en-US" b="1" dirty="0">
                <a:latin typeface="Arial" charset="0"/>
              </a:rPr>
              <a:t>No matter how many instances </a:t>
            </a:r>
          </a:p>
          <a:p>
            <a:pPr>
              <a:defRPr/>
            </a:pPr>
            <a:r>
              <a:rPr lang="en-US" b="1" dirty="0">
                <a:latin typeface="Arial" charset="0"/>
              </a:rPr>
              <a:t>     of the class</a:t>
            </a:r>
          </a:p>
          <a:p>
            <a:pPr marL="285750" indent="-285750">
              <a:buFont typeface="Wingdings" pitchFamily="2" charset="2"/>
              <a:buChar char="§"/>
              <a:defRPr/>
            </a:pPr>
            <a:endParaRPr lang="en-US" dirty="0">
              <a:latin typeface="Arial" charset="0"/>
            </a:endParaRPr>
          </a:p>
          <a:p>
            <a:pPr marL="285750" indent="-285750">
              <a:buFont typeface="Wingdings" pitchFamily="2" charset="2"/>
              <a:buChar char="§"/>
              <a:defRPr/>
            </a:pPr>
            <a:r>
              <a:rPr lang="en-US" dirty="0">
                <a:latin typeface="Arial" charset="0"/>
              </a:rPr>
              <a:t> Data Member made static by </a:t>
            </a:r>
          </a:p>
          <a:p>
            <a:pPr>
              <a:defRPr/>
            </a:pPr>
            <a:r>
              <a:rPr lang="en-US" dirty="0">
                <a:latin typeface="Arial" charset="0"/>
              </a:rPr>
              <a:t>      prefixing with “static” keyword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A5DA88BE-9586-4F56-92AE-B5AEE3B8F0D1}"/>
              </a:ext>
            </a:extLst>
          </p:cNvPr>
          <p:cNvSpPr>
            <a:spLocks noGrp="1"/>
          </p:cNvSpPr>
          <p:nvPr>
            <p:ph type="title"/>
          </p:nvPr>
        </p:nvSpPr>
        <p:spPr/>
        <p:txBody>
          <a:bodyPr/>
          <a:lstStyle/>
          <a:p>
            <a:r>
              <a:rPr lang="en-US" altLang="en-US"/>
              <a:t>Static Data Members</a:t>
            </a:r>
            <a:endParaRPr lang="en-IN" altLang="en-US"/>
          </a:p>
        </p:txBody>
      </p:sp>
      <p:sp>
        <p:nvSpPr>
          <p:cNvPr id="3" name="Content Placeholder 2">
            <a:extLst>
              <a:ext uri="{FF2B5EF4-FFF2-40B4-BE49-F238E27FC236}">
                <a16:creationId xmlns:a16="http://schemas.microsoft.com/office/drawing/2014/main" id="{E66C0ED7-24AC-4ECB-B26C-4CD6A89B15AE}"/>
              </a:ext>
            </a:extLst>
          </p:cNvPr>
          <p:cNvSpPr>
            <a:spLocks noGrp="1"/>
          </p:cNvSpPr>
          <p:nvPr>
            <p:ph idx="1"/>
          </p:nvPr>
        </p:nvSpPr>
        <p:spPr/>
        <p:txBody>
          <a:bodyPr/>
          <a:lstStyle/>
          <a:p>
            <a:pPr>
              <a:defRPr/>
            </a:pPr>
            <a:r>
              <a:rPr lang="en-US" sz="2000" dirty="0"/>
              <a:t>Static Data members may seem like global variables, but   </a:t>
            </a:r>
          </a:p>
          <a:p>
            <a:pPr>
              <a:buFont typeface="Wingdings" pitchFamily="2" charset="2"/>
              <a:buNone/>
              <a:defRPr/>
            </a:pPr>
            <a:r>
              <a:rPr lang="en-US" sz="2000" dirty="0"/>
              <a:t>      have </a:t>
            </a:r>
            <a:r>
              <a:rPr lang="en-US" sz="2000" dirty="0">
                <a:solidFill>
                  <a:srgbClr val="C00000"/>
                </a:solidFill>
              </a:rPr>
              <a:t>class scope</a:t>
            </a:r>
          </a:p>
          <a:p>
            <a:pPr>
              <a:defRPr/>
            </a:pPr>
            <a:endParaRPr lang="en-IN" dirty="0"/>
          </a:p>
        </p:txBody>
      </p:sp>
      <p:sp>
        <p:nvSpPr>
          <p:cNvPr id="51204" name="Slide Number Placeholder 3">
            <a:extLst>
              <a:ext uri="{FF2B5EF4-FFF2-40B4-BE49-F238E27FC236}">
                <a16:creationId xmlns:a16="http://schemas.microsoft.com/office/drawing/2014/main" id="{21715EE8-46A2-4750-9A59-7CEFDACF592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D16DE40-266A-499A-BCD0-EFD8FBB3E4E9}" type="slidenum">
              <a:rPr lang="en-US" altLang="en-US">
                <a:latin typeface="Times New Roman" panose="02020603050405020304" pitchFamily="18" charset="0"/>
              </a:rPr>
              <a:pPr/>
              <a:t>39</a:t>
            </a:fld>
            <a:endParaRPr lang="en-US" altLang="en-US">
              <a:latin typeface="Times New Roman" panose="02020603050405020304" pitchFamily="18" charset="0"/>
            </a:endParaRPr>
          </a:p>
        </p:txBody>
      </p:sp>
      <p:sp>
        <p:nvSpPr>
          <p:cNvPr id="5" name="Oval 3">
            <a:extLst>
              <a:ext uri="{FF2B5EF4-FFF2-40B4-BE49-F238E27FC236}">
                <a16:creationId xmlns:a16="http://schemas.microsoft.com/office/drawing/2014/main" id="{D6FC0654-4E5D-49FA-A815-A7127DEC85E2}"/>
              </a:ext>
            </a:extLst>
          </p:cNvPr>
          <p:cNvSpPr>
            <a:spLocks noChangeArrowheads="1"/>
          </p:cNvSpPr>
          <p:nvPr/>
        </p:nvSpPr>
        <p:spPr bwMode="auto">
          <a:xfrm rot="19340762">
            <a:off x="2700338" y="3930650"/>
            <a:ext cx="2994025" cy="1876425"/>
          </a:xfrm>
          <a:prstGeom prst="ellipse">
            <a:avLst/>
          </a:prstGeom>
          <a:solidFill>
            <a:schemeClr val="bg1"/>
          </a:solidFill>
          <a:ln w="12700">
            <a:solidFill>
              <a:schemeClr val="tx1"/>
            </a:solidFill>
            <a:prstDash val="dash"/>
            <a:round/>
            <a:headEnd/>
            <a:tailEnd/>
          </a:ln>
          <a:effectLst/>
        </p:spPr>
        <p:txBody>
          <a:bodyPr wrap="none" anchor="ctr"/>
          <a:lstStyle/>
          <a:p>
            <a:pPr algn="ctr" eaLnBrk="0" hangingPunct="0">
              <a:defRPr/>
            </a:pPr>
            <a:endParaRPr lang="en-GB">
              <a:effectLst>
                <a:outerShdw blurRad="38100" dist="38100" dir="2700000" algn="tl">
                  <a:srgbClr val="C0C0C0"/>
                </a:outerShdw>
              </a:effectLst>
              <a:latin typeface="Arial" charset="0"/>
            </a:endParaRPr>
          </a:p>
        </p:txBody>
      </p:sp>
      <p:sp>
        <p:nvSpPr>
          <p:cNvPr id="6" name="Text Box 4">
            <a:extLst>
              <a:ext uri="{FF2B5EF4-FFF2-40B4-BE49-F238E27FC236}">
                <a16:creationId xmlns:a16="http://schemas.microsoft.com/office/drawing/2014/main" id="{76068049-AA11-4AC7-A0AF-D0E62A0F0FFD}"/>
              </a:ext>
            </a:extLst>
          </p:cNvPr>
          <p:cNvSpPr txBox="1">
            <a:spLocks noChangeArrowheads="1"/>
          </p:cNvSpPr>
          <p:nvPr/>
        </p:nvSpPr>
        <p:spPr bwMode="auto">
          <a:xfrm>
            <a:off x="2895600" y="5254625"/>
            <a:ext cx="1574800" cy="366713"/>
          </a:xfrm>
          <a:prstGeom prst="rect">
            <a:avLst/>
          </a:prstGeom>
          <a:noFill/>
          <a:ln w="12700">
            <a:noFill/>
            <a:miter lim="800000"/>
            <a:headEnd/>
            <a:tailEnd/>
          </a:ln>
          <a:effectLst/>
        </p:spPr>
        <p:txBody>
          <a:bodyPr wrap="none">
            <a:spAutoFit/>
          </a:bodyPr>
          <a:lstStyle/>
          <a:p>
            <a:pPr eaLnBrk="0" hangingPunct="0">
              <a:defRPr/>
            </a:pPr>
            <a:r>
              <a:rPr lang="en-AU">
                <a:effectLst>
                  <a:outerShdw blurRad="38100" dist="38100" dir="2700000" algn="tl">
                    <a:srgbClr val="FFFFFF"/>
                  </a:outerShdw>
                </a:effectLst>
                <a:latin typeface="Arial" charset="0"/>
              </a:rPr>
              <a:t>cur_bal=5000</a:t>
            </a:r>
            <a:endParaRPr lang="en-US">
              <a:effectLst>
                <a:outerShdw blurRad="38100" dist="38100" dir="2700000" algn="tl">
                  <a:srgbClr val="FFFFFF"/>
                </a:outerShdw>
              </a:effectLst>
              <a:latin typeface="Arial" charset="0"/>
            </a:endParaRPr>
          </a:p>
        </p:txBody>
      </p:sp>
      <p:sp>
        <p:nvSpPr>
          <p:cNvPr id="51207" name="AutoShape 5">
            <a:extLst>
              <a:ext uri="{FF2B5EF4-FFF2-40B4-BE49-F238E27FC236}">
                <a16:creationId xmlns:a16="http://schemas.microsoft.com/office/drawing/2014/main" id="{D1F0F173-01B2-4AF4-9143-74C059918DC3}"/>
              </a:ext>
            </a:extLst>
          </p:cNvPr>
          <p:cNvSpPr>
            <a:spLocks noChangeArrowheads="1"/>
          </p:cNvSpPr>
          <p:nvPr/>
        </p:nvSpPr>
        <p:spPr bwMode="auto">
          <a:xfrm>
            <a:off x="1952625" y="4953000"/>
            <a:ext cx="955675" cy="549275"/>
          </a:xfrm>
          <a:prstGeom prst="rightArrow">
            <a:avLst>
              <a:gd name="adj1" fmla="val 50000"/>
              <a:gd name="adj2" fmla="val 43497"/>
            </a:avLst>
          </a:prstGeom>
          <a:solidFill>
            <a:schemeClr val="bg1"/>
          </a:solidFill>
          <a:ln w="127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8" name="Text Box 6">
            <a:extLst>
              <a:ext uri="{FF2B5EF4-FFF2-40B4-BE49-F238E27FC236}">
                <a16:creationId xmlns:a16="http://schemas.microsoft.com/office/drawing/2014/main" id="{327C703B-D944-4401-A775-505A8C3470BF}"/>
              </a:ext>
            </a:extLst>
          </p:cNvPr>
          <p:cNvSpPr txBox="1">
            <a:spLocks noChangeArrowheads="1"/>
          </p:cNvSpPr>
          <p:nvPr/>
        </p:nvSpPr>
        <p:spPr bwMode="auto">
          <a:xfrm>
            <a:off x="704850" y="5013325"/>
            <a:ext cx="1628775" cy="396875"/>
          </a:xfrm>
          <a:prstGeom prst="rect">
            <a:avLst/>
          </a:prstGeom>
          <a:noFill/>
          <a:ln w="12700">
            <a:noFill/>
            <a:miter lim="800000"/>
            <a:headEnd/>
            <a:tailEnd/>
          </a:ln>
          <a:effectLst/>
        </p:spPr>
        <p:txBody>
          <a:bodyPr>
            <a:spAutoFit/>
          </a:bodyPr>
          <a:lstStyle/>
          <a:p>
            <a:pPr eaLnBrk="0" hangingPunct="0">
              <a:defRPr/>
            </a:pPr>
            <a:r>
              <a:rPr lang="en-AU" sz="2000">
                <a:effectLst>
                  <a:outerShdw blurRad="38100" dist="38100" dir="2700000" algn="tl">
                    <a:srgbClr val="FFFFFF"/>
                  </a:outerShdw>
                </a:effectLst>
                <a:latin typeface="Arial" charset="0"/>
              </a:rPr>
              <a:t>Object A</a:t>
            </a:r>
            <a:endParaRPr lang="en-US" sz="2000">
              <a:effectLst>
                <a:outerShdw blurRad="38100" dist="38100" dir="2700000" algn="tl">
                  <a:srgbClr val="FFFFFF"/>
                </a:outerShdw>
              </a:effectLst>
              <a:latin typeface="Arial" charset="0"/>
            </a:endParaRPr>
          </a:p>
        </p:txBody>
      </p:sp>
      <p:sp>
        <p:nvSpPr>
          <p:cNvPr id="9" name="Text Box 7">
            <a:extLst>
              <a:ext uri="{FF2B5EF4-FFF2-40B4-BE49-F238E27FC236}">
                <a16:creationId xmlns:a16="http://schemas.microsoft.com/office/drawing/2014/main" id="{EC3134E9-C95B-4F3E-8662-883BFC2A4733}"/>
              </a:ext>
            </a:extLst>
          </p:cNvPr>
          <p:cNvSpPr txBox="1">
            <a:spLocks noChangeArrowheads="1"/>
          </p:cNvSpPr>
          <p:nvPr/>
        </p:nvSpPr>
        <p:spPr bwMode="auto">
          <a:xfrm>
            <a:off x="7086600" y="3886200"/>
            <a:ext cx="1323975" cy="396875"/>
          </a:xfrm>
          <a:prstGeom prst="rect">
            <a:avLst/>
          </a:prstGeom>
          <a:noFill/>
          <a:ln w="12700">
            <a:noFill/>
            <a:miter lim="800000"/>
            <a:headEnd/>
            <a:tailEnd/>
          </a:ln>
          <a:effectLst/>
        </p:spPr>
        <p:txBody>
          <a:bodyPr>
            <a:spAutoFit/>
          </a:bodyPr>
          <a:lstStyle/>
          <a:p>
            <a:pPr eaLnBrk="0" hangingPunct="0">
              <a:defRPr/>
            </a:pPr>
            <a:r>
              <a:rPr lang="en-AU" sz="2000">
                <a:effectLst>
                  <a:outerShdw blurRad="38100" dist="38100" dir="2700000" algn="tl">
                    <a:srgbClr val="FFFFFF"/>
                  </a:outerShdw>
                </a:effectLst>
                <a:latin typeface="Arial" charset="0"/>
              </a:rPr>
              <a:t>Object B</a:t>
            </a:r>
            <a:endParaRPr lang="en-US" sz="2000">
              <a:effectLst>
                <a:outerShdw blurRad="38100" dist="38100" dir="2700000" algn="tl">
                  <a:srgbClr val="FFFFFF"/>
                </a:outerShdw>
              </a:effectLst>
              <a:latin typeface="Arial" charset="0"/>
            </a:endParaRPr>
          </a:p>
        </p:txBody>
      </p:sp>
      <p:sp>
        <p:nvSpPr>
          <p:cNvPr id="51210" name="AutoShape 8">
            <a:extLst>
              <a:ext uri="{FF2B5EF4-FFF2-40B4-BE49-F238E27FC236}">
                <a16:creationId xmlns:a16="http://schemas.microsoft.com/office/drawing/2014/main" id="{084C5A6F-1380-4E64-B910-0C0C8927348D}"/>
              </a:ext>
            </a:extLst>
          </p:cNvPr>
          <p:cNvSpPr>
            <a:spLocks noChangeArrowheads="1"/>
          </p:cNvSpPr>
          <p:nvPr/>
        </p:nvSpPr>
        <p:spPr bwMode="auto">
          <a:xfrm rot="3133288">
            <a:off x="6461919" y="4025106"/>
            <a:ext cx="688975" cy="760413"/>
          </a:xfrm>
          <a:prstGeom prst="downArrow">
            <a:avLst>
              <a:gd name="adj1" fmla="val 50000"/>
              <a:gd name="adj2" fmla="val 27592"/>
            </a:avLst>
          </a:prstGeom>
          <a:solidFill>
            <a:schemeClr val="bg1"/>
          </a:solidFill>
          <a:ln w="127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1211" name="Oval 9">
            <a:extLst>
              <a:ext uri="{FF2B5EF4-FFF2-40B4-BE49-F238E27FC236}">
                <a16:creationId xmlns:a16="http://schemas.microsoft.com/office/drawing/2014/main" id="{528484CA-D516-4357-8070-EFA16A36A150}"/>
              </a:ext>
            </a:extLst>
          </p:cNvPr>
          <p:cNvSpPr>
            <a:spLocks noChangeArrowheads="1"/>
          </p:cNvSpPr>
          <p:nvPr/>
        </p:nvSpPr>
        <p:spPr bwMode="auto">
          <a:xfrm rot="1888359">
            <a:off x="3733800" y="4114800"/>
            <a:ext cx="3552825" cy="1633538"/>
          </a:xfrm>
          <a:prstGeom prst="ellipse">
            <a:avLst/>
          </a:prstGeom>
          <a:solidFill>
            <a:schemeClr val="bg1">
              <a:alpha val="0"/>
            </a:schemeClr>
          </a:solidFill>
          <a:ln w="12700">
            <a:solidFill>
              <a:schemeClr val="tx1"/>
            </a:solidFill>
            <a:prstDash val="dash"/>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2" name="AutoShape 10">
            <a:extLst>
              <a:ext uri="{FF2B5EF4-FFF2-40B4-BE49-F238E27FC236}">
                <a16:creationId xmlns:a16="http://schemas.microsoft.com/office/drawing/2014/main" id="{F4B89D04-BD66-4905-A3E9-3D18D1237660}"/>
              </a:ext>
            </a:extLst>
          </p:cNvPr>
          <p:cNvSpPr>
            <a:spLocks noChangeArrowheads="1"/>
          </p:cNvSpPr>
          <p:nvPr/>
        </p:nvSpPr>
        <p:spPr bwMode="auto">
          <a:xfrm>
            <a:off x="4695825" y="2362200"/>
            <a:ext cx="2749550" cy="1582738"/>
          </a:xfrm>
          <a:prstGeom prst="cloudCallout">
            <a:avLst>
              <a:gd name="adj1" fmla="val -47921"/>
              <a:gd name="adj2" fmla="val 46287"/>
            </a:avLst>
          </a:prstGeom>
          <a:solidFill>
            <a:schemeClr val="bg1"/>
          </a:solidFill>
          <a:ln w="12700">
            <a:solidFill>
              <a:schemeClr val="tx1"/>
            </a:solidFill>
            <a:round/>
            <a:headEnd/>
            <a:tailEnd/>
          </a:ln>
          <a:effectLst/>
        </p:spPr>
        <p:txBody>
          <a:bodyPr/>
          <a:lstStyle/>
          <a:p>
            <a:pPr algn="ctr" eaLnBrk="0" hangingPunct="0">
              <a:defRPr/>
            </a:pPr>
            <a:r>
              <a:rPr lang="en-AU" sz="2000">
                <a:effectLst>
                  <a:outerShdw blurRad="38100" dist="38100" dir="2700000" algn="tl">
                    <a:srgbClr val="C0C0C0"/>
                  </a:outerShdw>
                </a:effectLst>
                <a:latin typeface="Arial" charset="0"/>
              </a:rPr>
              <a:t>Shared by all objects</a:t>
            </a:r>
            <a:endParaRPr lang="en-US" sz="2000">
              <a:effectLst>
                <a:outerShdw blurRad="38100" dist="38100" dir="2700000" algn="tl">
                  <a:srgbClr val="C0C0C0"/>
                </a:outerShdw>
              </a:effectLst>
              <a:latin typeface="Arial" charset="0"/>
            </a:endParaRPr>
          </a:p>
        </p:txBody>
      </p:sp>
      <p:sp>
        <p:nvSpPr>
          <p:cNvPr id="13" name="Text Box 11">
            <a:extLst>
              <a:ext uri="{FF2B5EF4-FFF2-40B4-BE49-F238E27FC236}">
                <a16:creationId xmlns:a16="http://schemas.microsoft.com/office/drawing/2014/main" id="{D22CDBC1-65F7-4C37-BF35-A9EDB01D042F}"/>
              </a:ext>
            </a:extLst>
          </p:cNvPr>
          <p:cNvSpPr txBox="1">
            <a:spLocks noChangeArrowheads="1"/>
          </p:cNvSpPr>
          <p:nvPr/>
        </p:nvSpPr>
        <p:spPr bwMode="auto">
          <a:xfrm rot="2074757">
            <a:off x="4017963" y="4208463"/>
            <a:ext cx="1676400" cy="336550"/>
          </a:xfrm>
          <a:prstGeom prst="rect">
            <a:avLst/>
          </a:prstGeom>
          <a:noFill/>
          <a:ln w="12700">
            <a:noFill/>
            <a:miter lim="800000"/>
            <a:headEnd/>
            <a:tailEnd/>
          </a:ln>
          <a:effectLst/>
        </p:spPr>
        <p:txBody>
          <a:bodyPr>
            <a:spAutoFit/>
          </a:bodyPr>
          <a:lstStyle/>
          <a:p>
            <a:pPr eaLnBrk="0" hangingPunct="0">
              <a:defRPr/>
            </a:pPr>
            <a:r>
              <a:rPr lang="en-AU" sz="1600">
                <a:solidFill>
                  <a:srgbClr val="0000FF"/>
                </a:solidFill>
                <a:latin typeface="Arial" charset="0"/>
              </a:rPr>
              <a:t>RateofInt = 0.5</a:t>
            </a:r>
            <a:endParaRPr lang="en-US" sz="1600">
              <a:solidFill>
                <a:srgbClr val="0000FF"/>
              </a:solidFill>
              <a:effectLst>
                <a:outerShdw blurRad="38100" dist="38100" dir="2700000" algn="tl">
                  <a:srgbClr val="000000"/>
                </a:outerShdw>
              </a:effectLst>
              <a:latin typeface="Arial" charset="0"/>
            </a:endParaRPr>
          </a:p>
        </p:txBody>
      </p:sp>
      <p:sp>
        <p:nvSpPr>
          <p:cNvPr id="14" name="Text Box 12">
            <a:extLst>
              <a:ext uri="{FF2B5EF4-FFF2-40B4-BE49-F238E27FC236}">
                <a16:creationId xmlns:a16="http://schemas.microsoft.com/office/drawing/2014/main" id="{A86EEC25-A775-4CD4-AE62-9C56A2F92EB6}"/>
              </a:ext>
            </a:extLst>
          </p:cNvPr>
          <p:cNvSpPr txBox="1">
            <a:spLocks noChangeArrowheads="1"/>
          </p:cNvSpPr>
          <p:nvPr/>
        </p:nvSpPr>
        <p:spPr bwMode="auto">
          <a:xfrm>
            <a:off x="5164138" y="5181600"/>
            <a:ext cx="1922462" cy="366713"/>
          </a:xfrm>
          <a:prstGeom prst="rect">
            <a:avLst/>
          </a:prstGeom>
          <a:noFill/>
          <a:ln w="12700">
            <a:noFill/>
            <a:miter lim="800000"/>
            <a:headEnd/>
            <a:tailEnd/>
          </a:ln>
          <a:effectLst/>
        </p:spPr>
        <p:txBody>
          <a:bodyPr>
            <a:spAutoFit/>
          </a:bodyPr>
          <a:lstStyle/>
          <a:p>
            <a:pPr eaLnBrk="0" hangingPunct="0">
              <a:defRPr/>
            </a:pPr>
            <a:r>
              <a:rPr lang="en-AU">
                <a:effectLst>
                  <a:outerShdw blurRad="38100" dist="38100" dir="2700000" algn="tl">
                    <a:srgbClr val="FFFFFF"/>
                  </a:outerShdw>
                </a:effectLst>
                <a:latin typeface="Arial" charset="0"/>
              </a:rPr>
              <a:t>cur_bal=1500</a:t>
            </a:r>
            <a:endParaRPr lang="en-US">
              <a:effectLst>
                <a:outerShdw blurRad="38100" dist="38100" dir="2700000" algn="tl">
                  <a:srgbClr val="FFFFFF"/>
                </a:outerShdw>
              </a:effectLst>
              <a:latin typeface="Arial"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4396DBD7-BB20-4DAF-87D9-C10981D5263E}"/>
              </a:ext>
            </a:extLst>
          </p:cNvPr>
          <p:cNvSpPr>
            <a:spLocks noGrp="1"/>
          </p:cNvSpPr>
          <p:nvPr>
            <p:ph type="title"/>
          </p:nvPr>
        </p:nvSpPr>
        <p:spPr/>
        <p:txBody>
          <a:bodyPr/>
          <a:lstStyle/>
          <a:p>
            <a:r>
              <a:rPr lang="en-US" altLang="en-US"/>
              <a:t>Static Data Members</a:t>
            </a:r>
            <a:endParaRPr lang="en-IN" altLang="en-US"/>
          </a:p>
        </p:txBody>
      </p:sp>
      <p:sp>
        <p:nvSpPr>
          <p:cNvPr id="52227" name="Slide Number Placeholder 3">
            <a:extLst>
              <a:ext uri="{FF2B5EF4-FFF2-40B4-BE49-F238E27FC236}">
                <a16:creationId xmlns:a16="http://schemas.microsoft.com/office/drawing/2014/main" id="{CB103836-E72A-49BC-8DC0-318CF8BB9AC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DE3C8FF-55B8-4B66-BFCD-80DE3E193DB4}" type="slidenum">
              <a:rPr lang="en-US" altLang="en-US">
                <a:latin typeface="Times New Roman" panose="02020603050405020304" pitchFamily="18" charset="0"/>
              </a:rPr>
              <a:pPr/>
              <a:t>40</a:t>
            </a:fld>
            <a:endParaRPr lang="en-US" altLang="en-US">
              <a:latin typeface="Times New Roman" panose="02020603050405020304" pitchFamily="18" charset="0"/>
            </a:endParaRPr>
          </a:p>
        </p:txBody>
      </p:sp>
      <p:sp>
        <p:nvSpPr>
          <p:cNvPr id="52228" name="Rectangle 4">
            <a:extLst>
              <a:ext uri="{FF2B5EF4-FFF2-40B4-BE49-F238E27FC236}">
                <a16:creationId xmlns:a16="http://schemas.microsoft.com/office/drawing/2014/main" id="{3200E8ED-4404-4F8F-998B-DD8320E781A8}"/>
              </a:ext>
            </a:extLst>
          </p:cNvPr>
          <p:cNvSpPr>
            <a:spLocks noChangeArrowheads="1"/>
          </p:cNvSpPr>
          <p:nvPr/>
        </p:nvSpPr>
        <p:spPr bwMode="auto">
          <a:xfrm>
            <a:off x="304800" y="1295400"/>
            <a:ext cx="6858000" cy="532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t>class SavingsAccount</a:t>
            </a:r>
          </a:p>
          <a:p>
            <a:pPr eaLnBrk="1" hangingPunct="1"/>
            <a:r>
              <a:rPr lang="en-US" altLang="en-US" sz="2000"/>
              <a:t>{</a:t>
            </a:r>
          </a:p>
          <a:p>
            <a:pPr eaLnBrk="1" hangingPunct="1"/>
            <a:r>
              <a:rPr lang="en-US" altLang="en-US" sz="2000"/>
              <a:t> public:</a:t>
            </a:r>
          </a:p>
          <a:p>
            <a:pPr eaLnBrk="1" hangingPunct="1"/>
            <a:r>
              <a:rPr lang="en-US" altLang="en-US" sz="2000"/>
              <a:t>	SavingsAccount();</a:t>
            </a:r>
          </a:p>
          <a:p>
            <a:pPr eaLnBrk="1" hangingPunct="1"/>
            <a:r>
              <a:rPr lang="en-US" altLang="en-US" sz="2000"/>
              <a:t>	void earnInterest();</a:t>
            </a:r>
          </a:p>
          <a:p>
            <a:pPr eaLnBrk="1" hangingPunct="1"/>
            <a:r>
              <a:rPr lang="en-US" altLang="en-US" sz="2000"/>
              <a:t>	{</a:t>
            </a:r>
          </a:p>
          <a:p>
            <a:pPr eaLnBrk="1" hangingPunct="1"/>
            <a:r>
              <a:rPr lang="en-US" altLang="en-US" sz="2000"/>
              <a:t>	 total+=CurrentRate*total;</a:t>
            </a:r>
          </a:p>
          <a:p>
            <a:pPr eaLnBrk="1" hangingPunct="1"/>
            <a:r>
              <a:rPr lang="en-US" altLang="en-US" sz="2000"/>
              <a:t>	}</a:t>
            </a:r>
          </a:p>
          <a:p>
            <a:pPr eaLnBrk="1" hangingPunct="1"/>
            <a:r>
              <a:rPr lang="en-US" altLang="en-US" sz="2000"/>
              <a:t> private:</a:t>
            </a:r>
          </a:p>
          <a:p>
            <a:pPr eaLnBrk="1" hangingPunct="1"/>
            <a:r>
              <a:rPr lang="en-US" altLang="en-US" sz="2000"/>
              <a:t>	char name[30];</a:t>
            </a:r>
          </a:p>
          <a:p>
            <a:pPr eaLnBrk="1" hangingPunct="1"/>
            <a:r>
              <a:rPr lang="en-US" altLang="en-US" sz="2000"/>
              <a:t>	float total;</a:t>
            </a:r>
          </a:p>
          <a:p>
            <a:pPr eaLnBrk="1" hangingPunct="1"/>
            <a:r>
              <a:rPr lang="en-US" altLang="en-US" sz="2000"/>
              <a:t>	static float CurrentintRate;</a:t>
            </a:r>
          </a:p>
          <a:p>
            <a:pPr eaLnBrk="1" hangingPunct="1"/>
            <a:r>
              <a:rPr lang="en-US" altLang="en-US" sz="2000"/>
              <a:t>}S[5];</a:t>
            </a:r>
          </a:p>
          <a:p>
            <a:pPr eaLnBrk="1" hangingPunct="1"/>
            <a:endParaRPr lang="en-US" altLang="en-US" sz="2000"/>
          </a:p>
          <a:p>
            <a:pPr eaLnBrk="1" hangingPunct="1"/>
            <a:r>
              <a:rPr lang="en-US" altLang="en-US" sz="2000"/>
              <a:t>float SavingsAccount :: CurrentintRate = 0.5;</a:t>
            </a:r>
          </a:p>
          <a:p>
            <a:pPr eaLnBrk="1" hangingPunct="1"/>
            <a:endParaRPr lang="en-US" altLang="en-US" sz="2000"/>
          </a:p>
          <a:p>
            <a:pPr eaLnBrk="1" hangingPunct="1"/>
            <a:endParaRPr lang="en-US" altLang="en-US" sz="2000"/>
          </a:p>
        </p:txBody>
      </p:sp>
      <p:sp>
        <p:nvSpPr>
          <p:cNvPr id="6" name="Rectangle 5">
            <a:extLst>
              <a:ext uri="{FF2B5EF4-FFF2-40B4-BE49-F238E27FC236}">
                <a16:creationId xmlns:a16="http://schemas.microsoft.com/office/drawing/2014/main" id="{A1BABA48-A3A2-42BD-A979-89B745B03493}"/>
              </a:ext>
            </a:extLst>
          </p:cNvPr>
          <p:cNvSpPr/>
          <p:nvPr/>
        </p:nvSpPr>
        <p:spPr>
          <a:xfrm>
            <a:off x="1219200" y="4691063"/>
            <a:ext cx="3352800" cy="304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7" name="Rectangle 6">
            <a:extLst>
              <a:ext uri="{FF2B5EF4-FFF2-40B4-BE49-F238E27FC236}">
                <a16:creationId xmlns:a16="http://schemas.microsoft.com/office/drawing/2014/main" id="{FFA3A1B0-86AB-4C80-B68C-F61253A1067A}"/>
              </a:ext>
            </a:extLst>
          </p:cNvPr>
          <p:cNvSpPr/>
          <p:nvPr/>
        </p:nvSpPr>
        <p:spPr>
          <a:xfrm>
            <a:off x="304800" y="5605463"/>
            <a:ext cx="5286375" cy="304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graphicFrame>
        <p:nvGraphicFramePr>
          <p:cNvPr id="8" name="Table 7">
            <a:extLst>
              <a:ext uri="{FF2B5EF4-FFF2-40B4-BE49-F238E27FC236}">
                <a16:creationId xmlns:a16="http://schemas.microsoft.com/office/drawing/2014/main" id="{E8754D83-D150-4967-9993-8751CFCA3970}"/>
              </a:ext>
            </a:extLst>
          </p:cNvPr>
          <p:cNvGraphicFramePr>
            <a:graphicFrameLocks noGrp="1"/>
          </p:cNvGraphicFramePr>
          <p:nvPr/>
        </p:nvGraphicFramePr>
        <p:xfrm>
          <a:off x="4246563" y="1403350"/>
          <a:ext cx="4745037" cy="742950"/>
        </p:xfrm>
        <a:graphic>
          <a:graphicData uri="http://schemas.openxmlformats.org/drawingml/2006/table">
            <a:tbl>
              <a:tblPr firstRow="1" bandRow="1">
                <a:tableStyleId>{5C22544A-7EE6-4342-B048-85BDC9FD1C3A}</a:tableStyleId>
              </a:tblPr>
              <a:tblGrid>
                <a:gridCol w="949007">
                  <a:extLst>
                    <a:ext uri="{9D8B030D-6E8A-4147-A177-3AD203B41FA5}">
                      <a16:colId xmlns:a16="http://schemas.microsoft.com/office/drawing/2014/main" val="20000"/>
                    </a:ext>
                  </a:extLst>
                </a:gridCol>
                <a:gridCol w="949007">
                  <a:extLst>
                    <a:ext uri="{9D8B030D-6E8A-4147-A177-3AD203B41FA5}">
                      <a16:colId xmlns:a16="http://schemas.microsoft.com/office/drawing/2014/main" val="20001"/>
                    </a:ext>
                  </a:extLst>
                </a:gridCol>
                <a:gridCol w="949007">
                  <a:extLst>
                    <a:ext uri="{9D8B030D-6E8A-4147-A177-3AD203B41FA5}">
                      <a16:colId xmlns:a16="http://schemas.microsoft.com/office/drawing/2014/main" val="20002"/>
                    </a:ext>
                  </a:extLst>
                </a:gridCol>
                <a:gridCol w="949007">
                  <a:extLst>
                    <a:ext uri="{9D8B030D-6E8A-4147-A177-3AD203B41FA5}">
                      <a16:colId xmlns:a16="http://schemas.microsoft.com/office/drawing/2014/main" val="20003"/>
                    </a:ext>
                  </a:extLst>
                </a:gridCol>
                <a:gridCol w="949007">
                  <a:extLst>
                    <a:ext uri="{9D8B030D-6E8A-4147-A177-3AD203B41FA5}">
                      <a16:colId xmlns:a16="http://schemas.microsoft.com/office/drawing/2014/main" val="20004"/>
                    </a:ext>
                  </a:extLst>
                </a:gridCol>
              </a:tblGrid>
              <a:tr h="371475">
                <a:tc>
                  <a:txBody>
                    <a:bodyPr/>
                    <a:lstStyle/>
                    <a:p>
                      <a:r>
                        <a:rPr lang="en-IN" sz="1800" dirty="0">
                          <a:solidFill>
                            <a:schemeClr val="tx1"/>
                          </a:solidFill>
                        </a:rPr>
                        <a:t>Ram</a:t>
                      </a:r>
                    </a:p>
                  </a:txBody>
                  <a:tcPr marL="91455" marR="91455" marT="45798" marB="45798"/>
                </a:tc>
                <a:tc>
                  <a:txBody>
                    <a:bodyPr/>
                    <a:lstStyle/>
                    <a:p>
                      <a:r>
                        <a:rPr lang="en-IN" sz="1800" dirty="0" err="1">
                          <a:solidFill>
                            <a:schemeClr val="tx1"/>
                          </a:solidFill>
                        </a:rPr>
                        <a:t>Bala</a:t>
                      </a:r>
                      <a:endParaRPr lang="en-IN" sz="1800" dirty="0">
                        <a:solidFill>
                          <a:schemeClr val="tx1"/>
                        </a:solidFill>
                      </a:endParaRPr>
                    </a:p>
                  </a:txBody>
                  <a:tcPr marL="91455" marR="91455" marT="45798" marB="45798"/>
                </a:tc>
                <a:tc>
                  <a:txBody>
                    <a:bodyPr/>
                    <a:lstStyle/>
                    <a:p>
                      <a:r>
                        <a:rPr lang="en-IN" sz="1800" dirty="0" err="1">
                          <a:solidFill>
                            <a:schemeClr val="tx1"/>
                          </a:solidFill>
                        </a:rPr>
                        <a:t>Shri</a:t>
                      </a:r>
                      <a:endParaRPr lang="en-IN" sz="1800" dirty="0">
                        <a:solidFill>
                          <a:schemeClr val="tx1"/>
                        </a:solidFill>
                      </a:endParaRPr>
                    </a:p>
                  </a:txBody>
                  <a:tcPr marL="91455" marR="91455" marT="45798" marB="45798"/>
                </a:tc>
                <a:tc>
                  <a:txBody>
                    <a:bodyPr/>
                    <a:lstStyle/>
                    <a:p>
                      <a:r>
                        <a:rPr lang="en-IN" sz="1800" dirty="0">
                          <a:solidFill>
                            <a:schemeClr val="tx1"/>
                          </a:solidFill>
                        </a:rPr>
                        <a:t>Maya</a:t>
                      </a:r>
                    </a:p>
                  </a:txBody>
                  <a:tcPr marL="91455" marR="91455" marT="45798" marB="45798"/>
                </a:tc>
                <a:tc>
                  <a:txBody>
                    <a:bodyPr/>
                    <a:lstStyle/>
                    <a:p>
                      <a:r>
                        <a:rPr lang="en-IN" sz="1800" dirty="0" err="1">
                          <a:solidFill>
                            <a:schemeClr val="tx1"/>
                          </a:solidFill>
                        </a:rPr>
                        <a:t>Dhiya</a:t>
                      </a:r>
                      <a:endParaRPr lang="en-IN" sz="1800" dirty="0">
                        <a:solidFill>
                          <a:schemeClr val="tx1"/>
                        </a:solidFill>
                      </a:endParaRPr>
                    </a:p>
                  </a:txBody>
                  <a:tcPr marL="91455" marR="91455" marT="45798" marB="45798"/>
                </a:tc>
                <a:extLst>
                  <a:ext uri="{0D108BD9-81ED-4DB2-BD59-A6C34878D82A}">
                    <a16:rowId xmlns:a16="http://schemas.microsoft.com/office/drawing/2014/main" val="10000"/>
                  </a:ext>
                </a:extLst>
              </a:tr>
              <a:tr h="371475">
                <a:tc>
                  <a:txBody>
                    <a:bodyPr/>
                    <a:lstStyle/>
                    <a:p>
                      <a:r>
                        <a:rPr lang="en-IN" sz="1800" b="1" dirty="0">
                          <a:solidFill>
                            <a:schemeClr val="tx1"/>
                          </a:solidFill>
                        </a:rPr>
                        <a:t>5000</a:t>
                      </a:r>
                    </a:p>
                  </a:txBody>
                  <a:tcPr marL="91455" marR="91455" marT="45798" marB="45798"/>
                </a:tc>
                <a:tc>
                  <a:txBody>
                    <a:bodyPr/>
                    <a:lstStyle/>
                    <a:p>
                      <a:r>
                        <a:rPr lang="en-IN" sz="1800" b="1" dirty="0">
                          <a:solidFill>
                            <a:schemeClr val="tx1"/>
                          </a:solidFill>
                        </a:rPr>
                        <a:t>6000</a:t>
                      </a:r>
                    </a:p>
                  </a:txBody>
                  <a:tcPr marL="91455" marR="91455" marT="45798" marB="45798"/>
                </a:tc>
                <a:tc>
                  <a:txBody>
                    <a:bodyPr/>
                    <a:lstStyle/>
                    <a:p>
                      <a:r>
                        <a:rPr lang="en-IN" sz="1800" b="1" dirty="0">
                          <a:solidFill>
                            <a:schemeClr val="tx1"/>
                          </a:solidFill>
                        </a:rPr>
                        <a:t>3000</a:t>
                      </a:r>
                    </a:p>
                  </a:txBody>
                  <a:tcPr marL="91455" marR="91455" marT="45798" marB="45798"/>
                </a:tc>
                <a:tc>
                  <a:txBody>
                    <a:bodyPr/>
                    <a:lstStyle/>
                    <a:p>
                      <a:r>
                        <a:rPr lang="en-IN" sz="1800" b="1" dirty="0">
                          <a:solidFill>
                            <a:schemeClr val="tx1"/>
                          </a:solidFill>
                        </a:rPr>
                        <a:t>8000</a:t>
                      </a:r>
                    </a:p>
                  </a:txBody>
                  <a:tcPr marL="91455" marR="91455" marT="45798" marB="45798"/>
                </a:tc>
                <a:tc>
                  <a:txBody>
                    <a:bodyPr/>
                    <a:lstStyle/>
                    <a:p>
                      <a:r>
                        <a:rPr lang="en-IN" sz="1800" b="1" dirty="0">
                          <a:solidFill>
                            <a:schemeClr val="tx1"/>
                          </a:solidFill>
                        </a:rPr>
                        <a:t>9000</a:t>
                      </a:r>
                    </a:p>
                  </a:txBody>
                  <a:tcPr marL="91455" marR="91455" marT="45798" marB="45798"/>
                </a:tc>
                <a:extLst>
                  <a:ext uri="{0D108BD9-81ED-4DB2-BD59-A6C34878D82A}">
                    <a16:rowId xmlns:a16="http://schemas.microsoft.com/office/drawing/2014/main" val="10001"/>
                  </a:ext>
                </a:extLst>
              </a:tr>
            </a:tbl>
          </a:graphicData>
        </a:graphic>
      </p:graphicFrame>
      <p:sp>
        <p:nvSpPr>
          <p:cNvPr id="52251" name="TextBox 8">
            <a:extLst>
              <a:ext uri="{FF2B5EF4-FFF2-40B4-BE49-F238E27FC236}">
                <a16:creationId xmlns:a16="http://schemas.microsoft.com/office/drawing/2014/main" id="{6EF024E6-8ACB-495D-81B4-2386ECCF7110}"/>
              </a:ext>
            </a:extLst>
          </p:cNvPr>
          <p:cNvSpPr txBox="1">
            <a:spLocks noChangeArrowheads="1"/>
          </p:cNvSpPr>
          <p:nvPr/>
        </p:nvSpPr>
        <p:spPr bwMode="auto">
          <a:xfrm>
            <a:off x="4338638" y="1069975"/>
            <a:ext cx="9191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a:t>S[0]</a:t>
            </a:r>
          </a:p>
        </p:txBody>
      </p:sp>
      <p:sp>
        <p:nvSpPr>
          <p:cNvPr id="52252" name="TextBox 9">
            <a:extLst>
              <a:ext uri="{FF2B5EF4-FFF2-40B4-BE49-F238E27FC236}">
                <a16:creationId xmlns:a16="http://schemas.microsoft.com/office/drawing/2014/main" id="{07A9F92E-EA69-4F85-AEC1-084F5B664E1F}"/>
              </a:ext>
            </a:extLst>
          </p:cNvPr>
          <p:cNvSpPr txBox="1">
            <a:spLocks noChangeArrowheads="1"/>
          </p:cNvSpPr>
          <p:nvPr/>
        </p:nvSpPr>
        <p:spPr bwMode="auto">
          <a:xfrm>
            <a:off x="5253038" y="1066800"/>
            <a:ext cx="9191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a:t>S[1]</a:t>
            </a:r>
          </a:p>
        </p:txBody>
      </p:sp>
      <p:sp>
        <p:nvSpPr>
          <p:cNvPr id="52253" name="TextBox 10">
            <a:extLst>
              <a:ext uri="{FF2B5EF4-FFF2-40B4-BE49-F238E27FC236}">
                <a16:creationId xmlns:a16="http://schemas.microsoft.com/office/drawing/2014/main" id="{15A080FC-0EDC-4E48-87DC-81C43D24584B}"/>
              </a:ext>
            </a:extLst>
          </p:cNvPr>
          <p:cNvSpPr txBox="1">
            <a:spLocks noChangeArrowheads="1"/>
          </p:cNvSpPr>
          <p:nvPr/>
        </p:nvSpPr>
        <p:spPr bwMode="auto">
          <a:xfrm>
            <a:off x="6167438" y="1066800"/>
            <a:ext cx="9191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a:t>S[2]</a:t>
            </a:r>
          </a:p>
        </p:txBody>
      </p:sp>
      <p:sp>
        <p:nvSpPr>
          <p:cNvPr id="52254" name="TextBox 11">
            <a:extLst>
              <a:ext uri="{FF2B5EF4-FFF2-40B4-BE49-F238E27FC236}">
                <a16:creationId xmlns:a16="http://schemas.microsoft.com/office/drawing/2014/main" id="{CE00BE9B-8ECA-4112-B9A7-C10AA3CF3A21}"/>
              </a:ext>
            </a:extLst>
          </p:cNvPr>
          <p:cNvSpPr txBox="1">
            <a:spLocks noChangeArrowheads="1"/>
          </p:cNvSpPr>
          <p:nvPr/>
        </p:nvSpPr>
        <p:spPr bwMode="auto">
          <a:xfrm>
            <a:off x="7051675" y="1066800"/>
            <a:ext cx="9207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a:t>S[3]</a:t>
            </a:r>
          </a:p>
        </p:txBody>
      </p:sp>
      <p:sp>
        <p:nvSpPr>
          <p:cNvPr id="52255" name="TextBox 12">
            <a:extLst>
              <a:ext uri="{FF2B5EF4-FFF2-40B4-BE49-F238E27FC236}">
                <a16:creationId xmlns:a16="http://schemas.microsoft.com/office/drawing/2014/main" id="{CEB4F52E-3679-4D44-B5AF-82D2FEFE9724}"/>
              </a:ext>
            </a:extLst>
          </p:cNvPr>
          <p:cNvSpPr txBox="1">
            <a:spLocks noChangeArrowheads="1"/>
          </p:cNvSpPr>
          <p:nvPr/>
        </p:nvSpPr>
        <p:spPr bwMode="auto">
          <a:xfrm>
            <a:off x="8118475" y="1069975"/>
            <a:ext cx="9207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a:t>S[4]</a:t>
            </a:r>
          </a:p>
        </p:txBody>
      </p:sp>
      <p:sp>
        <p:nvSpPr>
          <p:cNvPr id="52256" name="TextBox 13">
            <a:extLst>
              <a:ext uri="{FF2B5EF4-FFF2-40B4-BE49-F238E27FC236}">
                <a16:creationId xmlns:a16="http://schemas.microsoft.com/office/drawing/2014/main" id="{F13EAAB2-0F3E-48F7-9E06-77B28A874933}"/>
              </a:ext>
            </a:extLst>
          </p:cNvPr>
          <p:cNvSpPr txBox="1">
            <a:spLocks noChangeArrowheads="1"/>
          </p:cNvSpPr>
          <p:nvPr/>
        </p:nvSpPr>
        <p:spPr bwMode="auto">
          <a:xfrm>
            <a:off x="3429000" y="1425575"/>
            <a:ext cx="8382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t>name</a:t>
            </a:r>
          </a:p>
        </p:txBody>
      </p:sp>
      <p:sp>
        <p:nvSpPr>
          <p:cNvPr id="52257" name="TextBox 14">
            <a:extLst>
              <a:ext uri="{FF2B5EF4-FFF2-40B4-BE49-F238E27FC236}">
                <a16:creationId xmlns:a16="http://schemas.microsoft.com/office/drawing/2014/main" id="{CED4DBF7-6EA3-4538-BB77-2BEBFB0D91A4}"/>
              </a:ext>
            </a:extLst>
          </p:cNvPr>
          <p:cNvSpPr txBox="1">
            <a:spLocks noChangeArrowheads="1"/>
          </p:cNvSpPr>
          <p:nvPr/>
        </p:nvSpPr>
        <p:spPr bwMode="auto">
          <a:xfrm>
            <a:off x="3581400" y="1766888"/>
            <a:ext cx="838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t>total</a:t>
            </a:r>
          </a:p>
        </p:txBody>
      </p:sp>
      <p:sp>
        <p:nvSpPr>
          <p:cNvPr id="52258" name="TextBox 15">
            <a:extLst>
              <a:ext uri="{FF2B5EF4-FFF2-40B4-BE49-F238E27FC236}">
                <a16:creationId xmlns:a16="http://schemas.microsoft.com/office/drawing/2014/main" id="{450D2BBF-D8AA-4347-9C1E-90AB99451488}"/>
              </a:ext>
            </a:extLst>
          </p:cNvPr>
          <p:cNvSpPr txBox="1">
            <a:spLocks noChangeArrowheads="1"/>
          </p:cNvSpPr>
          <p:nvPr/>
        </p:nvSpPr>
        <p:spPr bwMode="auto">
          <a:xfrm>
            <a:off x="5972175" y="3363913"/>
            <a:ext cx="18319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t>CurrentintRate</a:t>
            </a:r>
          </a:p>
        </p:txBody>
      </p:sp>
      <p:sp>
        <p:nvSpPr>
          <p:cNvPr id="18" name="Rectangle 17">
            <a:extLst>
              <a:ext uri="{FF2B5EF4-FFF2-40B4-BE49-F238E27FC236}">
                <a16:creationId xmlns:a16="http://schemas.microsoft.com/office/drawing/2014/main" id="{741D8682-D506-4167-B729-05037F383AC9}"/>
              </a:ext>
            </a:extLst>
          </p:cNvPr>
          <p:cNvSpPr/>
          <p:nvPr/>
        </p:nvSpPr>
        <p:spPr>
          <a:xfrm>
            <a:off x="6248400" y="2895600"/>
            <a:ext cx="914400" cy="381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b="1" dirty="0">
                <a:solidFill>
                  <a:schemeClr val="tx1"/>
                </a:solidFill>
              </a:rPr>
              <a:t>0.5</a:t>
            </a:r>
          </a:p>
        </p:txBody>
      </p:sp>
      <p:cxnSp>
        <p:nvCxnSpPr>
          <p:cNvPr id="20" name="Straight Arrow Connector 19">
            <a:extLst>
              <a:ext uri="{FF2B5EF4-FFF2-40B4-BE49-F238E27FC236}">
                <a16:creationId xmlns:a16="http://schemas.microsoft.com/office/drawing/2014/main" id="{A3570352-3AA7-46C9-8DDE-BB85824A4CC8}"/>
              </a:ext>
            </a:extLst>
          </p:cNvPr>
          <p:cNvCxnSpPr/>
          <p:nvPr/>
        </p:nvCxnSpPr>
        <p:spPr>
          <a:xfrm>
            <a:off x="4648200" y="2136775"/>
            <a:ext cx="1828800" cy="758825"/>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F57D1D9-0C59-4AA4-8EEB-50688E198817}"/>
              </a:ext>
            </a:extLst>
          </p:cNvPr>
          <p:cNvCxnSpPr/>
          <p:nvPr/>
        </p:nvCxnSpPr>
        <p:spPr>
          <a:xfrm>
            <a:off x="5618163" y="2122488"/>
            <a:ext cx="982662" cy="758825"/>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8E339DB-F3C1-429C-9F80-7F915B40D176}"/>
              </a:ext>
            </a:extLst>
          </p:cNvPr>
          <p:cNvCxnSpPr>
            <a:stCxn id="8" idx="2"/>
            <a:endCxn id="18" idx="0"/>
          </p:cNvCxnSpPr>
          <p:nvPr/>
        </p:nvCxnSpPr>
        <p:spPr>
          <a:xfrm>
            <a:off x="6618288" y="2146300"/>
            <a:ext cx="87312" cy="74930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63005E6C-6569-4F04-A4A4-5E774795252A}"/>
              </a:ext>
            </a:extLst>
          </p:cNvPr>
          <p:cNvCxnSpPr/>
          <p:nvPr/>
        </p:nvCxnSpPr>
        <p:spPr>
          <a:xfrm flipH="1">
            <a:off x="6888163" y="2136775"/>
            <a:ext cx="528637" cy="758825"/>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6A1350C2-764E-4055-9748-FF3374D42953}"/>
              </a:ext>
            </a:extLst>
          </p:cNvPr>
          <p:cNvCxnSpPr/>
          <p:nvPr/>
        </p:nvCxnSpPr>
        <p:spPr>
          <a:xfrm flipH="1">
            <a:off x="7102475" y="2136775"/>
            <a:ext cx="1127125" cy="758825"/>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52265" name="Picture 41">
            <a:extLst>
              <a:ext uri="{FF2B5EF4-FFF2-40B4-BE49-F238E27FC236}">
                <a16:creationId xmlns:a16="http://schemas.microsoft.com/office/drawing/2014/main" id="{F73FC4B9-BEBF-4BBE-BA5C-6BF69C30A6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6011863"/>
            <a:ext cx="7137400" cy="84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 name="Straight Arrow Connector 2">
            <a:extLst>
              <a:ext uri="{FF2B5EF4-FFF2-40B4-BE49-F238E27FC236}">
                <a16:creationId xmlns:a16="http://schemas.microsoft.com/office/drawing/2014/main" id="{DD8FD264-DA87-47A3-AE28-2762B226B1D4}"/>
              </a:ext>
            </a:extLst>
          </p:cNvPr>
          <p:cNvCxnSpPr/>
          <p:nvPr/>
        </p:nvCxnSpPr>
        <p:spPr>
          <a:xfrm flipV="1">
            <a:off x="4648200" y="4691063"/>
            <a:ext cx="1065213"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2267" name="TextBox 3">
            <a:extLst>
              <a:ext uri="{FF2B5EF4-FFF2-40B4-BE49-F238E27FC236}">
                <a16:creationId xmlns:a16="http://schemas.microsoft.com/office/drawing/2014/main" id="{9FABB693-8D2E-49A5-A44C-5B3EF070DE1A}"/>
              </a:ext>
            </a:extLst>
          </p:cNvPr>
          <p:cNvSpPr txBox="1">
            <a:spLocks noChangeArrowheads="1"/>
          </p:cNvSpPr>
          <p:nvPr/>
        </p:nvSpPr>
        <p:spPr bwMode="auto">
          <a:xfrm>
            <a:off x="5672138" y="4481513"/>
            <a:ext cx="2251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solidFill>
                  <a:srgbClr val="C00000"/>
                </a:solidFill>
              </a:rPr>
              <a:t>Declaration</a:t>
            </a:r>
          </a:p>
        </p:txBody>
      </p:sp>
      <p:cxnSp>
        <p:nvCxnSpPr>
          <p:cNvPr id="26" name="Straight Arrow Connector 25">
            <a:extLst>
              <a:ext uri="{FF2B5EF4-FFF2-40B4-BE49-F238E27FC236}">
                <a16:creationId xmlns:a16="http://schemas.microsoft.com/office/drawing/2014/main" id="{75DDE29D-5CE7-4897-ABF7-342236B4146F}"/>
              </a:ext>
            </a:extLst>
          </p:cNvPr>
          <p:cNvCxnSpPr/>
          <p:nvPr/>
        </p:nvCxnSpPr>
        <p:spPr>
          <a:xfrm flipV="1">
            <a:off x="5715000" y="5694363"/>
            <a:ext cx="1065213"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2269" name="TextBox 27">
            <a:extLst>
              <a:ext uri="{FF2B5EF4-FFF2-40B4-BE49-F238E27FC236}">
                <a16:creationId xmlns:a16="http://schemas.microsoft.com/office/drawing/2014/main" id="{CBC2C682-27D6-4A8E-A207-A6FD53015111}"/>
              </a:ext>
            </a:extLst>
          </p:cNvPr>
          <p:cNvSpPr txBox="1">
            <a:spLocks noChangeArrowheads="1"/>
          </p:cNvSpPr>
          <p:nvPr/>
        </p:nvSpPr>
        <p:spPr bwMode="auto">
          <a:xfrm>
            <a:off x="6719888" y="5497513"/>
            <a:ext cx="2251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solidFill>
                  <a:srgbClr val="C00000"/>
                </a:solidFill>
              </a:rPr>
              <a:t>Definition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a:extLst>
              <a:ext uri="{FF2B5EF4-FFF2-40B4-BE49-F238E27FC236}">
                <a16:creationId xmlns:a16="http://schemas.microsoft.com/office/drawing/2014/main" id="{4B3F329E-8DBA-4B79-B0FC-50EEC4364875}"/>
              </a:ext>
            </a:extLst>
          </p:cNvPr>
          <p:cNvSpPr>
            <a:spLocks noGrp="1"/>
          </p:cNvSpPr>
          <p:nvPr>
            <p:ph type="title"/>
          </p:nvPr>
        </p:nvSpPr>
        <p:spPr/>
        <p:txBody>
          <a:bodyPr/>
          <a:lstStyle/>
          <a:p>
            <a:r>
              <a:rPr lang="en-US" altLang="en-US"/>
              <a:t>Static Data Members</a:t>
            </a:r>
            <a:endParaRPr lang="en-IN" altLang="en-US"/>
          </a:p>
        </p:txBody>
      </p:sp>
      <p:sp>
        <p:nvSpPr>
          <p:cNvPr id="53251" name="Slide Number Placeholder 3">
            <a:extLst>
              <a:ext uri="{FF2B5EF4-FFF2-40B4-BE49-F238E27FC236}">
                <a16:creationId xmlns:a16="http://schemas.microsoft.com/office/drawing/2014/main" id="{E1D6BD4D-FA43-4230-8AEF-3C63D6083AE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0079029-A28D-4EF7-9012-7A365F8AB15C}" type="slidenum">
              <a:rPr lang="en-US" altLang="en-US">
                <a:latin typeface="Times New Roman" panose="02020603050405020304" pitchFamily="18" charset="0"/>
              </a:rPr>
              <a:pPr/>
              <a:t>41</a:t>
            </a:fld>
            <a:endParaRPr lang="en-US" altLang="en-US">
              <a:latin typeface="Times New Roman" panose="02020603050405020304" pitchFamily="18" charset="0"/>
            </a:endParaRPr>
          </a:p>
        </p:txBody>
      </p:sp>
      <p:sp>
        <p:nvSpPr>
          <p:cNvPr id="53252" name="Rectangle 4">
            <a:extLst>
              <a:ext uri="{FF2B5EF4-FFF2-40B4-BE49-F238E27FC236}">
                <a16:creationId xmlns:a16="http://schemas.microsoft.com/office/drawing/2014/main" id="{5E1C42D0-67F7-45BB-B809-BE6F532A581D}"/>
              </a:ext>
            </a:extLst>
          </p:cNvPr>
          <p:cNvSpPr>
            <a:spLocks noChangeArrowheads="1"/>
          </p:cNvSpPr>
          <p:nvPr/>
        </p:nvSpPr>
        <p:spPr bwMode="auto">
          <a:xfrm>
            <a:off x="838200" y="1143000"/>
            <a:ext cx="4572000" cy="501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sz="2000"/>
              <a:t>// Assume that integers take 4 bytes </a:t>
            </a:r>
          </a:p>
          <a:p>
            <a:pPr eaLnBrk="1" hangingPunct="1"/>
            <a:r>
              <a:rPr lang="en-IN" altLang="en-US" sz="2000"/>
              <a:t>#include&lt;iostream&gt; </a:t>
            </a:r>
          </a:p>
          <a:p>
            <a:pPr eaLnBrk="1" hangingPunct="1"/>
            <a:r>
              <a:rPr lang="en-IN" altLang="en-US" sz="2000"/>
              <a:t>using namespace std;    </a:t>
            </a:r>
          </a:p>
          <a:p>
            <a:pPr eaLnBrk="1" hangingPunct="1"/>
            <a:r>
              <a:rPr lang="en-IN" altLang="en-US" sz="2000"/>
              <a:t>class Test </a:t>
            </a:r>
          </a:p>
          <a:p>
            <a:pPr eaLnBrk="1" hangingPunct="1"/>
            <a:r>
              <a:rPr lang="en-IN" altLang="en-US" sz="2000"/>
              <a:t>{ </a:t>
            </a:r>
          </a:p>
          <a:p>
            <a:pPr eaLnBrk="1" hangingPunct="1"/>
            <a:r>
              <a:rPr lang="en-IN" altLang="en-US" sz="2000"/>
              <a:t>      static int i; </a:t>
            </a:r>
          </a:p>
          <a:p>
            <a:pPr eaLnBrk="1" hangingPunct="1"/>
            <a:r>
              <a:rPr lang="en-IN" altLang="en-US" sz="2000"/>
              <a:t>      int j; </a:t>
            </a:r>
          </a:p>
          <a:p>
            <a:pPr eaLnBrk="1" hangingPunct="1"/>
            <a:r>
              <a:rPr lang="en-IN" altLang="en-US" sz="2000"/>
              <a:t>}; </a:t>
            </a:r>
          </a:p>
          <a:p>
            <a:pPr eaLnBrk="1" hangingPunct="1"/>
            <a:r>
              <a:rPr lang="en-IN" altLang="en-US" sz="2000"/>
              <a:t>  </a:t>
            </a:r>
          </a:p>
          <a:p>
            <a:pPr eaLnBrk="1" hangingPunct="1"/>
            <a:r>
              <a:rPr lang="en-IN" altLang="en-US" sz="2000" b="1"/>
              <a:t>int Test :: i; </a:t>
            </a:r>
          </a:p>
          <a:p>
            <a:pPr eaLnBrk="1" hangingPunct="1"/>
            <a:r>
              <a:rPr lang="en-IN" altLang="en-US" sz="2000"/>
              <a:t>  </a:t>
            </a:r>
          </a:p>
          <a:p>
            <a:pPr eaLnBrk="1" hangingPunct="1"/>
            <a:r>
              <a:rPr lang="en-IN" altLang="en-US" sz="2000"/>
              <a:t>int main() </a:t>
            </a:r>
          </a:p>
          <a:p>
            <a:pPr eaLnBrk="1" hangingPunct="1"/>
            <a:r>
              <a:rPr lang="en-IN" altLang="en-US" sz="2000"/>
              <a:t>{ </a:t>
            </a:r>
          </a:p>
          <a:p>
            <a:pPr eaLnBrk="1" hangingPunct="1"/>
            <a:r>
              <a:rPr lang="en-IN" altLang="en-US" sz="2000"/>
              <a:t>      cout &lt;&lt; sizeof(Test); </a:t>
            </a:r>
          </a:p>
          <a:p>
            <a:pPr eaLnBrk="1" hangingPunct="1"/>
            <a:r>
              <a:rPr lang="en-IN" altLang="en-US" sz="2000"/>
              <a:t>      return 0; </a:t>
            </a:r>
          </a:p>
          <a:p>
            <a:pPr eaLnBrk="1" hangingPunct="1"/>
            <a:r>
              <a:rPr lang="en-IN" altLang="en-US" sz="2000"/>
              <a:t>} </a:t>
            </a:r>
          </a:p>
        </p:txBody>
      </p:sp>
      <p:sp>
        <p:nvSpPr>
          <p:cNvPr id="6" name="TextBox 5">
            <a:extLst>
              <a:ext uri="{FF2B5EF4-FFF2-40B4-BE49-F238E27FC236}">
                <a16:creationId xmlns:a16="http://schemas.microsoft.com/office/drawing/2014/main" id="{0507F55B-FC5E-4CAE-88F5-626FB853138B}"/>
              </a:ext>
            </a:extLst>
          </p:cNvPr>
          <p:cNvSpPr txBox="1">
            <a:spLocks noChangeArrowheads="1"/>
          </p:cNvSpPr>
          <p:nvPr/>
        </p:nvSpPr>
        <p:spPr bwMode="auto">
          <a:xfrm>
            <a:off x="5791200" y="4191000"/>
            <a:ext cx="3048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solidFill>
                  <a:srgbClr val="C00000"/>
                </a:solidFill>
              </a:rPr>
              <a:t>Output:</a:t>
            </a:r>
          </a:p>
          <a:p>
            <a:pPr eaLnBrk="1" hangingPunct="1"/>
            <a:r>
              <a:rPr lang="en-IN" altLang="en-US" b="1">
                <a:solidFill>
                  <a:srgbClr val="C00000"/>
                </a:solidFill>
              </a:rPr>
              <a:t>4</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E7AB16BB-2407-46CD-8581-D5F81DA859F0}"/>
              </a:ext>
            </a:extLst>
          </p:cNvPr>
          <p:cNvSpPr>
            <a:spLocks noGrp="1"/>
          </p:cNvSpPr>
          <p:nvPr>
            <p:ph type="title"/>
          </p:nvPr>
        </p:nvSpPr>
        <p:spPr/>
        <p:txBody>
          <a:bodyPr/>
          <a:lstStyle/>
          <a:p>
            <a:r>
              <a:rPr lang="en-US" altLang="en-US"/>
              <a:t>Static Data Members</a:t>
            </a:r>
            <a:endParaRPr lang="en-IN" altLang="en-US"/>
          </a:p>
        </p:txBody>
      </p:sp>
      <p:sp>
        <p:nvSpPr>
          <p:cNvPr id="3" name="Content Placeholder 2">
            <a:extLst>
              <a:ext uri="{FF2B5EF4-FFF2-40B4-BE49-F238E27FC236}">
                <a16:creationId xmlns:a16="http://schemas.microsoft.com/office/drawing/2014/main" id="{D1201295-C095-408B-9123-F85AC72DC70E}"/>
              </a:ext>
            </a:extLst>
          </p:cNvPr>
          <p:cNvSpPr>
            <a:spLocks noGrp="1"/>
          </p:cNvSpPr>
          <p:nvPr>
            <p:ph idx="1"/>
          </p:nvPr>
        </p:nvSpPr>
        <p:spPr/>
        <p:txBody>
          <a:bodyPr/>
          <a:lstStyle/>
          <a:p>
            <a:pPr>
              <a:defRPr/>
            </a:pPr>
            <a:r>
              <a:rPr lang="en-IN" sz="2400" dirty="0"/>
              <a:t>A static data member</a:t>
            </a:r>
          </a:p>
          <a:p>
            <a:pPr lvl="1">
              <a:defRPr/>
            </a:pPr>
            <a:r>
              <a:rPr lang="en-IN" sz="2000" dirty="0"/>
              <a:t>Is associated with class not with object</a:t>
            </a:r>
          </a:p>
          <a:p>
            <a:pPr lvl="1">
              <a:defRPr/>
            </a:pPr>
            <a:r>
              <a:rPr lang="en-IN" sz="2000" dirty="0"/>
              <a:t>Is shared by all the objects of a class</a:t>
            </a:r>
          </a:p>
          <a:p>
            <a:pPr lvl="1">
              <a:defRPr/>
            </a:pPr>
            <a:r>
              <a:rPr lang="en-IN" sz="2000" dirty="0"/>
              <a:t>Needs to be defined outside the class scope (in addition to the declaration within the class scope)to avoid linker error</a:t>
            </a:r>
          </a:p>
          <a:p>
            <a:pPr lvl="1">
              <a:defRPr/>
            </a:pPr>
            <a:r>
              <a:rPr lang="en-IN" sz="2000" dirty="0"/>
              <a:t>Must be initialized in a source file</a:t>
            </a:r>
          </a:p>
          <a:p>
            <a:pPr lvl="1">
              <a:defRPr/>
            </a:pPr>
            <a:r>
              <a:rPr lang="en-IN" sz="2000" dirty="0"/>
              <a:t>Is constructed before main() starts and destructed when main() ends</a:t>
            </a:r>
          </a:p>
          <a:p>
            <a:pPr lvl="1">
              <a:defRPr/>
            </a:pPr>
            <a:r>
              <a:rPr lang="en-IN" sz="2000" dirty="0"/>
              <a:t>Can be public/private</a:t>
            </a:r>
          </a:p>
          <a:p>
            <a:pPr lvl="1">
              <a:defRPr/>
            </a:pPr>
            <a:r>
              <a:rPr lang="en-IN" sz="2000" dirty="0"/>
              <a:t>Can be accessed </a:t>
            </a:r>
          </a:p>
          <a:p>
            <a:pPr lvl="2">
              <a:defRPr/>
            </a:pPr>
            <a:r>
              <a:rPr lang="en-IN" sz="1600" dirty="0"/>
              <a:t>With the class-name followed by the scope resolution operator (::)</a:t>
            </a:r>
          </a:p>
          <a:p>
            <a:pPr lvl="2">
              <a:defRPr/>
            </a:pPr>
            <a:r>
              <a:rPr lang="en-IN" sz="1600" dirty="0"/>
              <a:t>As a member of any object of the class</a:t>
            </a:r>
          </a:p>
          <a:p>
            <a:pPr lvl="1">
              <a:defRPr/>
            </a:pPr>
            <a:r>
              <a:rPr lang="en-IN" sz="2000" dirty="0"/>
              <a:t>Virtually eliminates any need for global variables in OOPs environment</a:t>
            </a:r>
          </a:p>
        </p:txBody>
      </p:sp>
      <p:sp>
        <p:nvSpPr>
          <p:cNvPr id="54276" name="Slide Number Placeholder 3">
            <a:extLst>
              <a:ext uri="{FF2B5EF4-FFF2-40B4-BE49-F238E27FC236}">
                <a16:creationId xmlns:a16="http://schemas.microsoft.com/office/drawing/2014/main" id="{FFA19EBF-17DA-44F8-B714-657AABF1D03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02CC616-236B-478C-A107-0192C2356D1C}" type="slidenum">
              <a:rPr lang="en-US" altLang="en-US">
                <a:latin typeface="Times New Roman" panose="02020603050405020304" pitchFamily="18" charset="0"/>
              </a:rPr>
              <a:pPr/>
              <a:t>42</a:t>
            </a:fld>
            <a:endParaRPr lang="en-US" altLang="en-US">
              <a:latin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1AAA6B20-472D-4BC8-99BE-2DDB19BDBEB7}"/>
              </a:ext>
            </a:extLst>
          </p:cNvPr>
          <p:cNvSpPr>
            <a:spLocks noGrp="1"/>
          </p:cNvSpPr>
          <p:nvPr>
            <p:ph type="title"/>
          </p:nvPr>
        </p:nvSpPr>
        <p:spPr/>
        <p:txBody>
          <a:bodyPr/>
          <a:lstStyle/>
          <a:p>
            <a:r>
              <a:rPr lang="en-US" altLang="en-US"/>
              <a:t>Static vs Non-static Data Members</a:t>
            </a:r>
            <a:endParaRPr lang="en-IN" altLang="en-US"/>
          </a:p>
        </p:txBody>
      </p:sp>
      <p:sp>
        <p:nvSpPr>
          <p:cNvPr id="55299" name="Slide Number Placeholder 3">
            <a:extLst>
              <a:ext uri="{FF2B5EF4-FFF2-40B4-BE49-F238E27FC236}">
                <a16:creationId xmlns:a16="http://schemas.microsoft.com/office/drawing/2014/main" id="{5BCBBC1D-C493-45DE-9279-D3AB78D8785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3E0FDA9-1145-4892-9033-E1BF44B98D05}" type="slidenum">
              <a:rPr lang="en-US" altLang="en-US">
                <a:latin typeface="Times New Roman" panose="02020603050405020304" pitchFamily="18" charset="0"/>
              </a:rPr>
              <a:pPr/>
              <a:t>43</a:t>
            </a:fld>
            <a:endParaRPr lang="en-US" altLang="en-US">
              <a:latin typeface="Times New Roman" panose="02020603050405020304" pitchFamily="18" charset="0"/>
            </a:endParaRPr>
          </a:p>
        </p:txBody>
      </p:sp>
      <p:pic>
        <p:nvPicPr>
          <p:cNvPr id="55300" name="Picture 2">
            <a:extLst>
              <a:ext uri="{FF2B5EF4-FFF2-40B4-BE49-F238E27FC236}">
                <a16:creationId xmlns:a16="http://schemas.microsoft.com/office/drawing/2014/main" id="{79633B7C-0F47-4AFA-9B02-274A85A530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447800"/>
            <a:ext cx="8991600"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a:extLst>
              <a:ext uri="{FF2B5EF4-FFF2-40B4-BE49-F238E27FC236}">
                <a16:creationId xmlns:a16="http://schemas.microsoft.com/office/drawing/2014/main" id="{3759877D-51A9-45EB-B195-E0434B478523}"/>
              </a:ext>
            </a:extLst>
          </p:cNvPr>
          <p:cNvSpPr/>
          <p:nvPr/>
        </p:nvSpPr>
        <p:spPr>
          <a:xfrm>
            <a:off x="5943600" y="1947863"/>
            <a:ext cx="3048000" cy="2333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732A9BBF-691D-4A58-A2C9-AB3B06E75030}"/>
              </a:ext>
            </a:extLst>
          </p:cNvPr>
          <p:cNvSpPr>
            <a:spLocks noGrp="1"/>
          </p:cNvSpPr>
          <p:nvPr>
            <p:ph type="title"/>
          </p:nvPr>
        </p:nvSpPr>
        <p:spPr/>
        <p:txBody>
          <a:bodyPr/>
          <a:lstStyle/>
          <a:p>
            <a:r>
              <a:rPr lang="en-US" altLang="en-US"/>
              <a:t>Static Data Members</a:t>
            </a:r>
            <a:endParaRPr lang="en-IN" altLang="en-US"/>
          </a:p>
        </p:txBody>
      </p:sp>
      <p:sp>
        <p:nvSpPr>
          <p:cNvPr id="3" name="Content Placeholder 2">
            <a:extLst>
              <a:ext uri="{FF2B5EF4-FFF2-40B4-BE49-F238E27FC236}">
                <a16:creationId xmlns:a16="http://schemas.microsoft.com/office/drawing/2014/main" id="{A59185DF-C99B-4A67-ADCA-443E7AB86946}"/>
              </a:ext>
            </a:extLst>
          </p:cNvPr>
          <p:cNvSpPr>
            <a:spLocks noGrp="1"/>
          </p:cNvSpPr>
          <p:nvPr>
            <p:ph idx="1"/>
          </p:nvPr>
        </p:nvSpPr>
        <p:spPr/>
        <p:txBody>
          <a:bodyPr/>
          <a:lstStyle/>
          <a:p>
            <a:pPr>
              <a:defRPr/>
            </a:pPr>
            <a:r>
              <a:rPr lang="en-IN" sz="2000" dirty="0"/>
              <a:t>A static member can be public, making visible to the rest of the program</a:t>
            </a:r>
          </a:p>
          <a:p>
            <a:pPr>
              <a:defRPr/>
            </a:pPr>
            <a:endParaRPr lang="en-IN" sz="2000" dirty="0"/>
          </a:p>
          <a:p>
            <a:pPr>
              <a:defRPr/>
            </a:pPr>
            <a:r>
              <a:rPr lang="en-IN" sz="2000" dirty="0"/>
              <a:t>If </a:t>
            </a:r>
            <a:r>
              <a:rPr lang="en-IN" sz="2000" dirty="0" err="1"/>
              <a:t>CurrentintRate</a:t>
            </a:r>
            <a:r>
              <a:rPr lang="en-IN" sz="2000" dirty="0"/>
              <a:t> were a public member, one could access it as       follows : </a:t>
            </a:r>
          </a:p>
          <a:p>
            <a:pPr>
              <a:defRPr/>
            </a:pPr>
            <a:endParaRPr lang="en-IN" sz="2000" dirty="0"/>
          </a:p>
          <a:p>
            <a:pPr>
              <a:defRPr/>
            </a:pPr>
            <a:endParaRPr lang="en-IN" sz="2000" dirty="0"/>
          </a:p>
          <a:p>
            <a:pPr>
              <a:defRPr/>
            </a:pPr>
            <a:endParaRPr lang="en-IN" sz="2000" dirty="0"/>
          </a:p>
          <a:p>
            <a:pPr>
              <a:defRPr/>
            </a:pPr>
            <a:endParaRPr lang="en-IN" sz="2000" dirty="0"/>
          </a:p>
          <a:p>
            <a:pPr>
              <a:defRPr/>
            </a:pPr>
            <a:endParaRPr lang="en-IN" sz="2000" dirty="0"/>
          </a:p>
          <a:p>
            <a:pPr>
              <a:defRPr/>
            </a:pPr>
            <a:endParaRPr lang="en-US" sz="2000" dirty="0"/>
          </a:p>
          <a:p>
            <a:pPr>
              <a:defRPr/>
            </a:pPr>
            <a:r>
              <a:rPr lang="en-US" sz="2000" dirty="0"/>
              <a:t>It implies that only </a:t>
            </a:r>
            <a:r>
              <a:rPr lang="en-US" sz="2000" dirty="0" err="1"/>
              <a:t>CurrentintRate</a:t>
            </a:r>
            <a:r>
              <a:rPr lang="en-US" sz="2000" dirty="0"/>
              <a:t> of </a:t>
            </a:r>
            <a:r>
              <a:rPr lang="en-US" sz="2000" dirty="0" err="1"/>
              <a:t>myaccount</a:t>
            </a:r>
            <a:r>
              <a:rPr lang="en-US" sz="2000" dirty="0"/>
              <a:t> is being modified</a:t>
            </a:r>
            <a:endParaRPr lang="en-IN" sz="2000" dirty="0"/>
          </a:p>
          <a:p>
            <a:pPr marL="0" indent="0">
              <a:buFont typeface="Wingdings" pitchFamily="2" charset="2"/>
              <a:buNone/>
              <a:defRPr/>
            </a:pPr>
            <a:endParaRPr lang="en-IN" sz="2000" dirty="0"/>
          </a:p>
          <a:p>
            <a:pPr>
              <a:defRPr/>
            </a:pPr>
            <a:endParaRPr lang="en-IN" sz="2000" dirty="0"/>
          </a:p>
        </p:txBody>
      </p:sp>
      <p:sp>
        <p:nvSpPr>
          <p:cNvPr id="56324" name="Slide Number Placeholder 3">
            <a:extLst>
              <a:ext uri="{FF2B5EF4-FFF2-40B4-BE49-F238E27FC236}">
                <a16:creationId xmlns:a16="http://schemas.microsoft.com/office/drawing/2014/main" id="{F9F0A2A2-6E15-48B6-BDBE-E216E20E995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09EDA19-3078-43DC-BD1D-1C5D718419AD}" type="slidenum">
              <a:rPr lang="en-US" altLang="en-US">
                <a:latin typeface="Times New Roman" panose="02020603050405020304" pitchFamily="18" charset="0"/>
              </a:rPr>
              <a:pPr/>
              <a:t>44</a:t>
            </a:fld>
            <a:endParaRPr lang="en-US" altLang="en-US">
              <a:latin typeface="Times New Roman" panose="02020603050405020304" pitchFamily="18" charset="0"/>
            </a:endParaRPr>
          </a:p>
        </p:txBody>
      </p:sp>
      <p:sp>
        <p:nvSpPr>
          <p:cNvPr id="56325" name="Rectangle 1">
            <a:extLst>
              <a:ext uri="{FF2B5EF4-FFF2-40B4-BE49-F238E27FC236}">
                <a16:creationId xmlns:a16="http://schemas.microsoft.com/office/drawing/2014/main" id="{6BEBADF7-5CDE-4160-830B-8E2B57873EA7}"/>
              </a:ext>
            </a:extLst>
          </p:cNvPr>
          <p:cNvSpPr>
            <a:spLocks noChangeArrowheads="1"/>
          </p:cNvSpPr>
          <p:nvPr/>
        </p:nvSpPr>
        <p:spPr bwMode="auto">
          <a:xfrm>
            <a:off x="838200" y="3352800"/>
            <a:ext cx="68580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solidFill>
                  <a:srgbClr val="C00000"/>
                </a:solidFill>
              </a:rPr>
              <a:t>int main()</a:t>
            </a:r>
          </a:p>
          <a:p>
            <a:pPr eaLnBrk="1" hangingPunct="1"/>
            <a:r>
              <a:rPr lang="en-US" altLang="en-US" sz="2000">
                <a:solidFill>
                  <a:srgbClr val="C00000"/>
                </a:solidFill>
              </a:rPr>
              <a:t>{</a:t>
            </a:r>
          </a:p>
          <a:p>
            <a:pPr eaLnBrk="1" hangingPunct="1"/>
            <a:r>
              <a:rPr lang="en-US" altLang="en-US" sz="2000">
                <a:solidFill>
                  <a:srgbClr val="C00000"/>
                </a:solidFill>
              </a:rPr>
              <a:t>  SavingsAccount  myaccount;</a:t>
            </a:r>
          </a:p>
          <a:p>
            <a:pPr eaLnBrk="1" hangingPunct="1"/>
            <a:r>
              <a:rPr lang="en-US" altLang="en-US" sz="2000">
                <a:solidFill>
                  <a:srgbClr val="C00000"/>
                </a:solidFill>
              </a:rPr>
              <a:t>  </a:t>
            </a:r>
            <a:r>
              <a:rPr lang="en-US" altLang="en-US" sz="2000" b="1">
                <a:solidFill>
                  <a:srgbClr val="C00000"/>
                </a:solidFill>
              </a:rPr>
              <a:t>myaccount.CurrentintRate = 0.050;</a:t>
            </a:r>
          </a:p>
          <a:p>
            <a:pPr eaLnBrk="1" hangingPunct="1"/>
            <a:r>
              <a:rPr lang="en-US" altLang="en-US" sz="2000" b="1">
                <a:solidFill>
                  <a:srgbClr val="C00000"/>
                </a:solidFill>
              </a:rPr>
              <a:t>// </a:t>
            </a:r>
            <a:r>
              <a:rPr lang="en-US" altLang="en-US" sz="2000">
                <a:solidFill>
                  <a:srgbClr val="C00000"/>
                </a:solidFill>
              </a:rPr>
              <a:t>SavingsAccount :: C</a:t>
            </a:r>
            <a:r>
              <a:rPr lang="en-US" altLang="en-US" sz="2000" b="1">
                <a:solidFill>
                  <a:srgbClr val="C00000"/>
                </a:solidFill>
              </a:rPr>
              <a:t>urrentintRate = 0.050;</a:t>
            </a:r>
          </a:p>
          <a:p>
            <a:pPr eaLnBrk="1" hangingPunct="1"/>
            <a:r>
              <a:rPr lang="en-US" altLang="en-US" sz="2000">
                <a:solidFill>
                  <a:srgbClr val="C00000"/>
                </a:solidFill>
              </a:rPr>
              <a: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8B4AB0B4-2A65-4ECD-81DB-81B30E3E4339}"/>
              </a:ext>
            </a:extLst>
          </p:cNvPr>
          <p:cNvSpPr>
            <a:spLocks noGrp="1"/>
          </p:cNvSpPr>
          <p:nvPr>
            <p:ph type="title"/>
          </p:nvPr>
        </p:nvSpPr>
        <p:spPr/>
        <p:txBody>
          <a:bodyPr/>
          <a:lstStyle/>
          <a:p>
            <a:r>
              <a:rPr lang="en-US" altLang="en-US" sz="4400"/>
              <a:t>Static Data Members</a:t>
            </a:r>
            <a:endParaRPr lang="en-IN" altLang="en-US"/>
          </a:p>
        </p:txBody>
      </p:sp>
      <p:sp>
        <p:nvSpPr>
          <p:cNvPr id="3" name="Content Placeholder 2">
            <a:extLst>
              <a:ext uri="{FF2B5EF4-FFF2-40B4-BE49-F238E27FC236}">
                <a16:creationId xmlns:a16="http://schemas.microsoft.com/office/drawing/2014/main" id="{AE5D211F-4549-4707-9DD1-3AB667FA6D46}"/>
              </a:ext>
            </a:extLst>
          </p:cNvPr>
          <p:cNvSpPr>
            <a:spLocks noGrp="1"/>
          </p:cNvSpPr>
          <p:nvPr>
            <p:ph idx="1"/>
          </p:nvPr>
        </p:nvSpPr>
        <p:spPr/>
        <p:txBody>
          <a:bodyPr/>
          <a:lstStyle/>
          <a:p>
            <a:pPr>
              <a:defRPr/>
            </a:pPr>
            <a:r>
              <a:rPr lang="en-US" sz="2000" dirty="0"/>
              <a:t>A static data member is </a:t>
            </a:r>
            <a:r>
              <a:rPr lang="en-US" sz="2000" b="1" dirty="0">
                <a:solidFill>
                  <a:srgbClr val="C00000"/>
                </a:solidFill>
              </a:rPr>
              <a:t>initialized outside the class</a:t>
            </a:r>
            <a:r>
              <a:rPr lang="en-US" sz="2000" dirty="0">
                <a:solidFill>
                  <a:srgbClr val="C00000"/>
                </a:solidFill>
              </a:rPr>
              <a:t> </a:t>
            </a:r>
            <a:r>
              <a:rPr lang="en-US" sz="2000" dirty="0"/>
              <a:t>definition in the same manner  as a Non-member variable</a:t>
            </a:r>
          </a:p>
          <a:p>
            <a:pPr>
              <a:defRPr/>
            </a:pPr>
            <a:r>
              <a:rPr lang="en-US" sz="2000" dirty="0"/>
              <a:t>The only difference is that the </a:t>
            </a:r>
            <a:r>
              <a:rPr lang="en-US" sz="2000" b="1" dirty="0">
                <a:solidFill>
                  <a:srgbClr val="C00000"/>
                </a:solidFill>
              </a:rPr>
              <a:t>class scope operator syntax </a:t>
            </a:r>
          </a:p>
          <a:p>
            <a:pPr eaLnBrk="1" hangingPunct="1">
              <a:buFont typeface="Wingdings" pitchFamily="2" charset="2"/>
              <a:buNone/>
              <a:defRPr/>
            </a:pPr>
            <a:r>
              <a:rPr lang="en-US" sz="2000" b="1" dirty="0">
                <a:solidFill>
                  <a:srgbClr val="C00000"/>
                </a:solidFill>
              </a:rPr>
              <a:t>      must</a:t>
            </a:r>
            <a:r>
              <a:rPr lang="en-US" sz="2000" dirty="0"/>
              <a:t> be used</a:t>
            </a:r>
          </a:p>
          <a:p>
            <a:pPr eaLnBrk="1" hangingPunct="1">
              <a:buFont typeface="Wingdings" pitchFamily="2" charset="2"/>
              <a:buNone/>
              <a:defRPr/>
            </a:pPr>
            <a:endParaRPr lang="en-US" sz="2000" dirty="0"/>
          </a:p>
          <a:p>
            <a:pPr eaLnBrk="1" hangingPunct="1">
              <a:buFont typeface="Wingdings" pitchFamily="2" charset="2"/>
              <a:buNone/>
              <a:defRPr/>
            </a:pPr>
            <a:endParaRPr lang="en-US" sz="2000" dirty="0"/>
          </a:p>
          <a:p>
            <a:pPr eaLnBrk="1" hangingPunct="1">
              <a:buFont typeface="Wingdings" pitchFamily="2" charset="2"/>
              <a:buNone/>
              <a:defRPr/>
            </a:pPr>
            <a:endParaRPr lang="en-US" sz="2000" dirty="0"/>
          </a:p>
          <a:p>
            <a:pPr eaLnBrk="1" hangingPunct="1">
              <a:buFont typeface="Wingdings" pitchFamily="2" charset="2"/>
              <a:buNone/>
              <a:defRPr/>
            </a:pPr>
            <a:endParaRPr lang="en-US" sz="2000" dirty="0"/>
          </a:p>
          <a:p>
            <a:pPr eaLnBrk="1" hangingPunct="1">
              <a:defRPr/>
            </a:pPr>
            <a:endParaRPr lang="en-US" sz="2000" dirty="0"/>
          </a:p>
          <a:p>
            <a:pPr eaLnBrk="1" hangingPunct="1">
              <a:defRPr/>
            </a:pPr>
            <a:r>
              <a:rPr lang="en-US" sz="2000" dirty="0"/>
              <a:t>Only one initialization of a static data member can occur within a </a:t>
            </a:r>
          </a:p>
          <a:p>
            <a:pPr eaLnBrk="1" hangingPunct="1">
              <a:buFont typeface="Wingdings" pitchFamily="2" charset="2"/>
              <a:buNone/>
              <a:defRPr/>
            </a:pPr>
            <a:r>
              <a:rPr lang="en-US" sz="2000" dirty="0"/>
              <a:t>    program</a:t>
            </a:r>
          </a:p>
          <a:p>
            <a:pPr eaLnBrk="1" hangingPunct="1">
              <a:buFont typeface="Wingdings" pitchFamily="2" charset="2"/>
              <a:buNone/>
              <a:defRPr/>
            </a:pPr>
            <a:endParaRPr lang="en-US" sz="2000" dirty="0"/>
          </a:p>
          <a:p>
            <a:pPr eaLnBrk="1" hangingPunct="1">
              <a:buFont typeface="Wingdings" pitchFamily="2" charset="2"/>
              <a:buNone/>
              <a:defRPr/>
            </a:pPr>
            <a:endParaRPr lang="en-IN" sz="2000" dirty="0"/>
          </a:p>
        </p:txBody>
      </p:sp>
      <p:sp>
        <p:nvSpPr>
          <p:cNvPr id="57348" name="Slide Number Placeholder 3">
            <a:extLst>
              <a:ext uri="{FF2B5EF4-FFF2-40B4-BE49-F238E27FC236}">
                <a16:creationId xmlns:a16="http://schemas.microsoft.com/office/drawing/2014/main" id="{90CB32CA-FD03-4B38-8055-E1536DD10C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F90648F-25B8-4B39-8E50-E6E5938886EB}" type="slidenum">
              <a:rPr lang="en-US" altLang="en-US">
                <a:latin typeface="Times New Roman" panose="02020603050405020304" pitchFamily="18" charset="0"/>
              </a:rPr>
              <a:pPr/>
              <a:t>45</a:t>
            </a:fld>
            <a:endParaRPr lang="en-US" altLang="en-US">
              <a:latin typeface="Times New Roman" panose="02020603050405020304" pitchFamily="18" charset="0"/>
            </a:endParaRPr>
          </a:p>
        </p:txBody>
      </p:sp>
      <p:sp>
        <p:nvSpPr>
          <p:cNvPr id="57349" name="Rectangle 4">
            <a:extLst>
              <a:ext uri="{FF2B5EF4-FFF2-40B4-BE49-F238E27FC236}">
                <a16:creationId xmlns:a16="http://schemas.microsoft.com/office/drawing/2014/main" id="{A71E8296-C946-48A0-9663-625A7E97674A}"/>
              </a:ext>
            </a:extLst>
          </p:cNvPr>
          <p:cNvSpPr>
            <a:spLocks noChangeArrowheads="1"/>
          </p:cNvSpPr>
          <p:nvPr/>
        </p:nvSpPr>
        <p:spPr bwMode="auto">
          <a:xfrm>
            <a:off x="914400" y="3267075"/>
            <a:ext cx="6019800" cy="132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b="1">
                <a:solidFill>
                  <a:srgbClr val="C00000"/>
                </a:solidFill>
              </a:rPr>
              <a:t>int main()</a:t>
            </a:r>
          </a:p>
          <a:p>
            <a:pPr eaLnBrk="1" hangingPunct="1"/>
            <a:r>
              <a:rPr lang="en-US" altLang="en-US" sz="2000" b="1">
                <a:solidFill>
                  <a:srgbClr val="C00000"/>
                </a:solidFill>
              </a:rPr>
              <a:t>{</a:t>
            </a:r>
          </a:p>
          <a:p>
            <a:pPr eaLnBrk="1" hangingPunct="1"/>
            <a:r>
              <a:rPr lang="en-US" altLang="en-US" sz="2000" b="1">
                <a:solidFill>
                  <a:srgbClr val="C00000"/>
                </a:solidFill>
              </a:rPr>
              <a:t>  float SavingsAccount::CurrentintRate = 0.050;</a:t>
            </a:r>
          </a:p>
          <a:p>
            <a:pPr eaLnBrk="1" hangingPunct="1"/>
            <a:r>
              <a:rPr lang="en-US" altLang="en-US" sz="2000" b="1">
                <a:solidFill>
                  <a:srgbClr val="C00000"/>
                </a:solidFill>
              </a:rPr>
              <a:t>}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ECEA6D59-BADC-47A5-B42D-53009C98246E}"/>
              </a:ext>
            </a:extLst>
          </p:cNvPr>
          <p:cNvSpPr>
            <a:spLocks noGrp="1"/>
          </p:cNvSpPr>
          <p:nvPr>
            <p:ph type="title"/>
          </p:nvPr>
        </p:nvSpPr>
        <p:spPr/>
        <p:txBody>
          <a:bodyPr/>
          <a:lstStyle/>
          <a:p>
            <a:r>
              <a:rPr lang="en-US" altLang="en-US" sz="4400"/>
              <a:t>Static Data Members</a:t>
            </a:r>
            <a:endParaRPr lang="en-IN" altLang="en-US" sz="4400"/>
          </a:p>
        </p:txBody>
      </p:sp>
      <p:sp>
        <p:nvSpPr>
          <p:cNvPr id="3" name="Content Placeholder 2">
            <a:extLst>
              <a:ext uri="{FF2B5EF4-FFF2-40B4-BE49-F238E27FC236}">
                <a16:creationId xmlns:a16="http://schemas.microsoft.com/office/drawing/2014/main" id="{7C13BB6B-AD6F-4A85-B9C8-64016F9488FA}"/>
              </a:ext>
            </a:extLst>
          </p:cNvPr>
          <p:cNvSpPr>
            <a:spLocks noGrp="1"/>
          </p:cNvSpPr>
          <p:nvPr>
            <p:ph idx="1"/>
          </p:nvPr>
        </p:nvSpPr>
        <p:spPr/>
        <p:txBody>
          <a:bodyPr/>
          <a:lstStyle/>
          <a:p>
            <a:pPr eaLnBrk="1" hangingPunct="1">
              <a:defRPr/>
            </a:pPr>
            <a:r>
              <a:rPr lang="en-US" sz="2000" dirty="0"/>
              <a:t>Static member initializations should be placed in a file together with</a:t>
            </a:r>
          </a:p>
          <a:p>
            <a:pPr eaLnBrk="1" hangingPunct="1">
              <a:buFont typeface="Wingdings" pitchFamily="2" charset="2"/>
              <a:buNone/>
              <a:defRPr/>
            </a:pPr>
            <a:r>
              <a:rPr lang="en-US" sz="2000" dirty="0"/>
              <a:t>    the definitions of the inline member functions and not in the class</a:t>
            </a:r>
          </a:p>
          <a:p>
            <a:pPr eaLnBrk="1" hangingPunct="1">
              <a:buFont typeface="Wingdings" pitchFamily="2" charset="2"/>
              <a:buNone/>
              <a:defRPr/>
            </a:pPr>
            <a:r>
              <a:rPr lang="en-US" sz="2000" dirty="0"/>
              <a:t>    header file</a:t>
            </a:r>
          </a:p>
          <a:p>
            <a:pPr>
              <a:defRPr/>
            </a:pPr>
            <a:endParaRPr lang="en-IN" sz="2000" dirty="0"/>
          </a:p>
        </p:txBody>
      </p:sp>
      <p:sp>
        <p:nvSpPr>
          <p:cNvPr id="58372" name="Slide Number Placeholder 3">
            <a:extLst>
              <a:ext uri="{FF2B5EF4-FFF2-40B4-BE49-F238E27FC236}">
                <a16:creationId xmlns:a16="http://schemas.microsoft.com/office/drawing/2014/main" id="{28CF9868-3EB0-481B-AD6E-C9F9F69E887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850AC51-F0C3-4475-8E9B-6572D97F469F}" type="slidenum">
              <a:rPr lang="en-US" altLang="en-US">
                <a:latin typeface="Times New Roman" panose="02020603050405020304" pitchFamily="18" charset="0"/>
              </a:rPr>
              <a:pPr/>
              <a:t>46</a:t>
            </a:fld>
            <a:endParaRPr lang="en-US" altLang="en-US">
              <a:latin typeface="Times New Roman" panose="02020603050405020304" pitchFamily="18" charset="0"/>
            </a:endParaRPr>
          </a:p>
        </p:txBody>
      </p:sp>
      <p:sp>
        <p:nvSpPr>
          <p:cNvPr id="58373" name="Text Box 5">
            <a:extLst>
              <a:ext uri="{FF2B5EF4-FFF2-40B4-BE49-F238E27FC236}">
                <a16:creationId xmlns:a16="http://schemas.microsoft.com/office/drawing/2014/main" id="{B1EB405B-0E44-43E8-A3EE-5D0FDDC99481}"/>
              </a:ext>
            </a:extLst>
          </p:cNvPr>
          <p:cNvSpPr txBox="1">
            <a:spLocks noChangeArrowheads="1"/>
          </p:cNvSpPr>
          <p:nvPr/>
        </p:nvSpPr>
        <p:spPr bwMode="auto">
          <a:xfrm>
            <a:off x="762000" y="2895600"/>
            <a:ext cx="8153400"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solidFill>
                  <a:srgbClr val="C00000"/>
                </a:solidFill>
              </a:rPr>
              <a:t># include “savings.h” </a:t>
            </a:r>
          </a:p>
          <a:p>
            <a:pPr eaLnBrk="1" hangingPunct="1"/>
            <a:r>
              <a:rPr lang="en-US" altLang="en-US" sz="2000">
                <a:solidFill>
                  <a:srgbClr val="C00000"/>
                </a:solidFill>
              </a:rPr>
              <a:t>float SavingsAccount::CurrentRate = 0.050;</a:t>
            </a:r>
          </a:p>
          <a:p>
            <a:pPr eaLnBrk="1" hangingPunct="1"/>
            <a:endParaRPr lang="en-US" altLang="en-US" sz="2000">
              <a:solidFill>
                <a:srgbClr val="C00000"/>
              </a:solidFill>
            </a:endParaRPr>
          </a:p>
          <a:p>
            <a:pPr eaLnBrk="1" hangingPunct="1"/>
            <a:r>
              <a:rPr lang="en-US" altLang="en-US" sz="2000">
                <a:solidFill>
                  <a:srgbClr val="C00000"/>
                </a:solidFill>
              </a:rPr>
              <a:t>SavingsAccount::SavingsAccount()</a:t>
            </a:r>
          </a:p>
          <a:p>
            <a:pPr eaLnBrk="1" hangingPunct="1"/>
            <a:r>
              <a:rPr lang="en-US" altLang="en-US" sz="2000">
                <a:solidFill>
                  <a:srgbClr val="C00000"/>
                </a:solidFill>
              </a:rPr>
              <a:t>{</a:t>
            </a:r>
          </a:p>
          <a:p>
            <a:pPr eaLnBrk="1" hangingPunct="1"/>
            <a:r>
              <a:rPr lang="en-US" altLang="en-US" sz="2000">
                <a:solidFill>
                  <a:srgbClr val="C00000"/>
                </a:solidFill>
              </a:rPr>
              <a:t>        CurrentintRate = 0.050;</a:t>
            </a:r>
          </a:p>
          <a:p>
            <a:pPr eaLnBrk="1" hangingPunct="1"/>
            <a:r>
              <a:rPr lang="en-US" altLang="en-US" sz="2000"/>
              <a:t>       // Cannot initialize a static member from within a constructor</a:t>
            </a:r>
          </a:p>
          <a:p>
            <a:pPr eaLnBrk="1" hangingPunct="1"/>
            <a:r>
              <a:rPr lang="en-US" altLang="en-US" sz="2000"/>
              <a:t>       // Because constructor may be called many times</a:t>
            </a:r>
          </a:p>
          <a:p>
            <a:pPr eaLnBrk="1" hangingPunct="1"/>
            <a:r>
              <a:rPr lang="en-US" altLang="en-US" sz="2000">
                <a:solidFill>
                  <a:srgbClr val="C00000"/>
                </a:solidFill>
              </a:rPr>
              <a:t>}</a:t>
            </a:r>
          </a:p>
          <a:p>
            <a:pPr eaLnBrk="1" hangingPunct="1"/>
            <a:endParaRPr lang="en-US" altLang="en-US" sz="2000">
              <a:solidFill>
                <a:srgbClr val="CC33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57E3875B-2ACC-4B6D-8032-1F9188467290}"/>
              </a:ext>
            </a:extLst>
          </p:cNvPr>
          <p:cNvSpPr>
            <a:spLocks noGrp="1"/>
          </p:cNvSpPr>
          <p:nvPr>
            <p:ph type="title"/>
          </p:nvPr>
        </p:nvSpPr>
        <p:spPr/>
        <p:txBody>
          <a:bodyPr/>
          <a:lstStyle/>
          <a:p>
            <a:r>
              <a:rPr lang="en-US" altLang="en-US" sz="4400"/>
              <a:t>Static Data Members</a:t>
            </a:r>
            <a:endParaRPr lang="en-IN" altLang="en-US" sz="4400"/>
          </a:p>
        </p:txBody>
      </p:sp>
      <p:sp>
        <p:nvSpPr>
          <p:cNvPr id="3" name="Content Placeholder 2">
            <a:extLst>
              <a:ext uri="{FF2B5EF4-FFF2-40B4-BE49-F238E27FC236}">
                <a16:creationId xmlns:a16="http://schemas.microsoft.com/office/drawing/2014/main" id="{42948FAB-8F39-428F-A5FD-DBB603AC9962}"/>
              </a:ext>
            </a:extLst>
          </p:cNvPr>
          <p:cNvSpPr>
            <a:spLocks noGrp="1"/>
          </p:cNvSpPr>
          <p:nvPr>
            <p:ph idx="1"/>
          </p:nvPr>
        </p:nvSpPr>
        <p:spPr/>
        <p:txBody>
          <a:bodyPr/>
          <a:lstStyle/>
          <a:p>
            <a:pPr>
              <a:defRPr/>
            </a:pPr>
            <a:r>
              <a:rPr lang="en-IN" sz="2000" dirty="0"/>
              <a:t>A static data member can </a:t>
            </a:r>
            <a:r>
              <a:rPr lang="en-IN" sz="2000" b="1" dirty="0"/>
              <a:t>appear as a default argument to a member function of the class</a:t>
            </a:r>
          </a:p>
          <a:p>
            <a:pPr>
              <a:defRPr/>
            </a:pPr>
            <a:r>
              <a:rPr lang="en-IN" sz="2000" dirty="0"/>
              <a:t>A non static member cannot</a:t>
            </a:r>
          </a:p>
          <a:p>
            <a:pPr>
              <a:defRPr/>
            </a:pPr>
            <a:endParaRPr lang="en-IN" sz="2000" dirty="0"/>
          </a:p>
        </p:txBody>
      </p:sp>
      <p:sp>
        <p:nvSpPr>
          <p:cNvPr id="59396" name="Slide Number Placeholder 3">
            <a:extLst>
              <a:ext uri="{FF2B5EF4-FFF2-40B4-BE49-F238E27FC236}">
                <a16:creationId xmlns:a16="http://schemas.microsoft.com/office/drawing/2014/main" id="{62A23B2D-1CD8-4C96-90AF-4E29E1C506E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B0ECAE2-C5C3-45C6-ABEB-C008F755EED9}" type="slidenum">
              <a:rPr lang="en-US" altLang="en-US">
                <a:latin typeface="Times New Roman" panose="02020603050405020304" pitchFamily="18" charset="0"/>
              </a:rPr>
              <a:pPr/>
              <a:t>47</a:t>
            </a:fld>
            <a:endParaRPr lang="en-US" altLang="en-US">
              <a:latin typeface="Times New Roman" panose="02020603050405020304" pitchFamily="18" charset="0"/>
            </a:endParaRPr>
          </a:p>
        </p:txBody>
      </p:sp>
      <p:sp>
        <p:nvSpPr>
          <p:cNvPr id="59397" name="Text Box 4">
            <a:extLst>
              <a:ext uri="{FF2B5EF4-FFF2-40B4-BE49-F238E27FC236}">
                <a16:creationId xmlns:a16="http://schemas.microsoft.com/office/drawing/2014/main" id="{3094CE86-F86F-40E3-A22D-C272D70238CB}"/>
              </a:ext>
            </a:extLst>
          </p:cNvPr>
          <p:cNvSpPr txBox="1">
            <a:spLocks noChangeArrowheads="1"/>
          </p:cNvSpPr>
          <p:nvPr/>
        </p:nvSpPr>
        <p:spPr bwMode="auto">
          <a:xfrm>
            <a:off x="762000" y="2760663"/>
            <a:ext cx="7416800" cy="405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solidFill>
                  <a:srgbClr val="C00000"/>
                </a:solidFill>
              </a:rPr>
              <a:t>extern int a;</a:t>
            </a:r>
          </a:p>
          <a:p>
            <a:pPr eaLnBrk="1" hangingPunct="1"/>
            <a:r>
              <a:rPr lang="en-US" altLang="en-US" sz="2000">
                <a:solidFill>
                  <a:srgbClr val="C00000"/>
                </a:solidFill>
              </a:rPr>
              <a:t>class foo</a:t>
            </a:r>
          </a:p>
          <a:p>
            <a:pPr eaLnBrk="1" hangingPunct="1"/>
            <a:r>
              <a:rPr lang="en-US" altLang="en-US" sz="2000">
                <a:solidFill>
                  <a:srgbClr val="C00000"/>
                </a:solidFill>
              </a:rPr>
              <a:t>{</a:t>
            </a:r>
          </a:p>
          <a:p>
            <a:pPr eaLnBrk="1" hangingPunct="1"/>
            <a:r>
              <a:rPr lang="en-US" altLang="en-US" sz="2000">
                <a:solidFill>
                  <a:srgbClr val="C00000"/>
                </a:solidFill>
              </a:rPr>
              <a:t>    private:</a:t>
            </a:r>
          </a:p>
          <a:p>
            <a:pPr eaLnBrk="1" hangingPunct="1"/>
            <a:r>
              <a:rPr lang="en-US" altLang="en-US" sz="2000">
                <a:solidFill>
                  <a:srgbClr val="C00000"/>
                </a:solidFill>
              </a:rPr>
              <a:t>	int a;</a:t>
            </a:r>
          </a:p>
          <a:p>
            <a:pPr eaLnBrk="1" hangingPunct="1"/>
            <a:r>
              <a:rPr lang="en-US" altLang="en-US" sz="2000">
                <a:solidFill>
                  <a:srgbClr val="C00000"/>
                </a:solidFill>
              </a:rPr>
              <a:t>	static int b;</a:t>
            </a:r>
          </a:p>
          <a:p>
            <a:pPr eaLnBrk="1" hangingPunct="1"/>
            <a:r>
              <a:rPr lang="en-US" altLang="en-US" sz="2000">
                <a:solidFill>
                  <a:srgbClr val="C00000"/>
                </a:solidFill>
              </a:rPr>
              <a:t>    public:</a:t>
            </a:r>
          </a:p>
          <a:p>
            <a:pPr eaLnBrk="1" hangingPunct="1"/>
            <a:r>
              <a:rPr lang="en-US" altLang="en-US" sz="2000">
                <a:solidFill>
                  <a:srgbClr val="C00000"/>
                </a:solidFill>
              </a:rPr>
              <a:t>	int mem1(int = a); // ERROR.. There is no associated </a:t>
            </a:r>
          </a:p>
          <a:p>
            <a:pPr eaLnBrk="1" hangingPunct="1"/>
            <a:r>
              <a:rPr lang="en-US" altLang="en-US" sz="2000">
                <a:solidFill>
                  <a:srgbClr val="C00000"/>
                </a:solidFill>
              </a:rPr>
              <a:t>				            class object</a:t>
            </a:r>
          </a:p>
          <a:p>
            <a:pPr eaLnBrk="1" hangingPunct="1"/>
            <a:r>
              <a:rPr lang="en-US" altLang="en-US" sz="2000">
                <a:solidFill>
                  <a:srgbClr val="C00000"/>
                </a:solidFill>
              </a:rPr>
              <a:t>	int mem2(int = b);   // OK</a:t>
            </a:r>
          </a:p>
          <a:p>
            <a:pPr eaLnBrk="1" hangingPunct="1"/>
            <a:r>
              <a:rPr lang="en-US" altLang="en-US" sz="2000">
                <a:solidFill>
                  <a:srgbClr val="C00000"/>
                </a:solidFill>
              </a:rPr>
              <a:t>	int mem3(int = ::a); // OK</a:t>
            </a:r>
          </a:p>
          <a:p>
            <a:pPr eaLnBrk="1" hangingPunct="1"/>
            <a:r>
              <a:rPr lang="en-US" altLang="en-US" sz="2000">
                <a:solidFill>
                  <a:srgbClr val="C00000"/>
                </a:solidFill>
              </a:rPr>
              <a:t>};</a:t>
            </a:r>
          </a:p>
          <a:p>
            <a:pPr eaLnBrk="1" hangingPunct="1"/>
            <a:endParaRPr lang="en-US" altLang="en-US" sz="2000">
              <a:solidFill>
                <a:srgbClr val="C00000"/>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4EA5C91D-070F-4929-A70F-284668419783}"/>
              </a:ext>
            </a:extLst>
          </p:cNvPr>
          <p:cNvSpPr>
            <a:spLocks noGrp="1"/>
          </p:cNvSpPr>
          <p:nvPr>
            <p:ph type="title"/>
          </p:nvPr>
        </p:nvSpPr>
        <p:spPr/>
        <p:txBody>
          <a:bodyPr/>
          <a:lstStyle/>
          <a:p>
            <a:r>
              <a:rPr lang="en-US" altLang="en-US" sz="4400"/>
              <a:t>Static Member Functions</a:t>
            </a:r>
            <a:endParaRPr lang="en-IN" altLang="en-US" sz="4400"/>
          </a:p>
        </p:txBody>
      </p:sp>
      <p:sp>
        <p:nvSpPr>
          <p:cNvPr id="3" name="Content Placeholder 2">
            <a:extLst>
              <a:ext uri="{FF2B5EF4-FFF2-40B4-BE49-F238E27FC236}">
                <a16:creationId xmlns:a16="http://schemas.microsoft.com/office/drawing/2014/main" id="{7A974157-1356-4D67-A9F8-ADF6737D988A}"/>
              </a:ext>
            </a:extLst>
          </p:cNvPr>
          <p:cNvSpPr>
            <a:spLocks noGrp="1"/>
          </p:cNvSpPr>
          <p:nvPr>
            <p:ph idx="1"/>
          </p:nvPr>
        </p:nvSpPr>
        <p:spPr/>
        <p:txBody>
          <a:bodyPr/>
          <a:lstStyle/>
          <a:p>
            <a:pPr eaLnBrk="1" hangingPunct="1">
              <a:defRPr/>
            </a:pPr>
            <a:r>
              <a:rPr lang="en-US" sz="2000" dirty="0"/>
              <a:t>A “</a:t>
            </a:r>
            <a:r>
              <a:rPr lang="en-US" sz="2000" dirty="0">
                <a:solidFill>
                  <a:srgbClr val="C00000"/>
                </a:solidFill>
              </a:rPr>
              <a:t>Static Member Function</a:t>
            </a:r>
            <a:r>
              <a:rPr lang="en-US" sz="2000" dirty="0"/>
              <a:t>” is a member function that accesses </a:t>
            </a:r>
            <a:r>
              <a:rPr lang="en-US" sz="2000" b="1" dirty="0"/>
              <a:t>only the Static data members of a class</a:t>
            </a:r>
          </a:p>
          <a:p>
            <a:pPr eaLnBrk="1" hangingPunct="1">
              <a:defRPr/>
            </a:pPr>
            <a:endParaRPr lang="en-US" sz="1800" dirty="0"/>
          </a:p>
          <a:p>
            <a:pPr>
              <a:defRPr/>
            </a:pPr>
            <a:endParaRPr lang="en-IN" sz="2000" dirty="0"/>
          </a:p>
        </p:txBody>
      </p:sp>
      <p:sp>
        <p:nvSpPr>
          <p:cNvPr id="60420" name="Slide Number Placeholder 3">
            <a:extLst>
              <a:ext uri="{FF2B5EF4-FFF2-40B4-BE49-F238E27FC236}">
                <a16:creationId xmlns:a16="http://schemas.microsoft.com/office/drawing/2014/main" id="{4D7E83F3-08C5-4F0A-B51B-E9778AE3D37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9B1B104-DA52-45D4-BC8E-51132F0235D0}" type="slidenum">
              <a:rPr lang="en-US" altLang="en-US">
                <a:latin typeface="Times New Roman" panose="02020603050405020304" pitchFamily="18" charset="0"/>
              </a:rPr>
              <a:pPr/>
              <a:t>48</a:t>
            </a:fld>
            <a:endParaRPr lang="en-US" altLang="en-US">
              <a:latin typeface="Times New Roman" panose="02020603050405020304" pitchFamily="18" charset="0"/>
            </a:endParaRPr>
          </a:p>
        </p:txBody>
      </p:sp>
      <p:sp>
        <p:nvSpPr>
          <p:cNvPr id="60421" name="Text Box 13">
            <a:extLst>
              <a:ext uri="{FF2B5EF4-FFF2-40B4-BE49-F238E27FC236}">
                <a16:creationId xmlns:a16="http://schemas.microsoft.com/office/drawing/2014/main" id="{F0EBEA2B-357D-4413-801E-A1F6694152ED}"/>
              </a:ext>
            </a:extLst>
          </p:cNvPr>
          <p:cNvSpPr txBox="1">
            <a:spLocks noChangeArrowheads="1"/>
          </p:cNvSpPr>
          <p:nvPr/>
        </p:nvSpPr>
        <p:spPr bwMode="auto">
          <a:xfrm>
            <a:off x="790575" y="2227263"/>
            <a:ext cx="5762625" cy="405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t>class SavingsAccount</a:t>
            </a:r>
          </a:p>
          <a:p>
            <a:pPr eaLnBrk="1" hangingPunct="1"/>
            <a:r>
              <a:rPr lang="en-US" altLang="en-US" sz="2000"/>
              <a:t>{</a:t>
            </a:r>
          </a:p>
          <a:p>
            <a:pPr eaLnBrk="1" hangingPunct="1"/>
            <a:r>
              <a:rPr lang="en-US" altLang="en-US" sz="2000"/>
              <a:t> public:</a:t>
            </a:r>
          </a:p>
          <a:p>
            <a:pPr eaLnBrk="1" hangingPunct="1"/>
            <a:r>
              <a:rPr lang="en-US" altLang="en-US" sz="2000"/>
              <a:t>	SavingsAccount();</a:t>
            </a:r>
          </a:p>
          <a:p>
            <a:pPr eaLnBrk="1" hangingPunct="1"/>
            <a:r>
              <a:rPr lang="en-US" altLang="en-US" sz="2000"/>
              <a:t>	void earnInterest()</a:t>
            </a:r>
          </a:p>
          <a:p>
            <a:pPr eaLnBrk="1" hangingPunct="1"/>
            <a:r>
              <a:rPr lang="en-US" altLang="en-US" sz="2000"/>
              <a:t>	{  total+=CurrentRate*total;  }</a:t>
            </a:r>
          </a:p>
          <a:p>
            <a:pPr eaLnBrk="1" hangingPunct="1"/>
            <a:r>
              <a:rPr lang="en-US" altLang="en-US" sz="2000"/>
              <a:t>	</a:t>
            </a:r>
            <a:r>
              <a:rPr lang="en-US" altLang="en-US" sz="2000">
                <a:solidFill>
                  <a:srgbClr val="C00000"/>
                </a:solidFill>
              </a:rPr>
              <a:t>static void setinterest(float new_value)</a:t>
            </a:r>
          </a:p>
          <a:p>
            <a:pPr eaLnBrk="1" hangingPunct="1"/>
            <a:r>
              <a:rPr lang="en-US" altLang="en-US" sz="2000">
                <a:solidFill>
                  <a:srgbClr val="C00000"/>
                </a:solidFill>
              </a:rPr>
              <a:t>	{ CurrentintRate = new_value; }</a:t>
            </a:r>
          </a:p>
          <a:p>
            <a:pPr eaLnBrk="1" hangingPunct="1"/>
            <a:r>
              <a:rPr lang="en-US" altLang="en-US" sz="2000"/>
              <a:t> private:</a:t>
            </a:r>
          </a:p>
          <a:p>
            <a:pPr eaLnBrk="1" hangingPunct="1"/>
            <a:r>
              <a:rPr lang="en-US" altLang="en-US" sz="2000"/>
              <a:t>	char name[30];</a:t>
            </a:r>
          </a:p>
          <a:p>
            <a:pPr eaLnBrk="1" hangingPunct="1"/>
            <a:r>
              <a:rPr lang="en-US" altLang="en-US" sz="2000"/>
              <a:t>	float balance;</a:t>
            </a:r>
          </a:p>
          <a:p>
            <a:pPr eaLnBrk="1" hangingPunct="1"/>
            <a:r>
              <a:rPr lang="en-US" altLang="en-US" sz="2000"/>
              <a:t>	float CurrentintRate;</a:t>
            </a:r>
          </a:p>
          <a:p>
            <a:pPr eaLnBrk="1" hangingPunct="1"/>
            <a:r>
              <a:rPr lang="en-US" altLang="en-US" sz="2000"/>
              <a:t>};</a:t>
            </a:r>
          </a:p>
        </p:txBody>
      </p:sp>
      <p:pic>
        <p:nvPicPr>
          <p:cNvPr id="60422" name="Picture 6">
            <a:extLst>
              <a:ext uri="{FF2B5EF4-FFF2-40B4-BE49-F238E27FC236}">
                <a16:creationId xmlns:a16="http://schemas.microsoft.com/office/drawing/2014/main" id="{84FD6A93-CD03-4325-8D21-F9FA7D36D7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6086475"/>
            <a:ext cx="6324600"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a:extLst>
              <a:ext uri="{FF2B5EF4-FFF2-40B4-BE49-F238E27FC236}">
                <a16:creationId xmlns:a16="http://schemas.microsoft.com/office/drawing/2014/main" id="{619DC48E-923A-44A7-8273-D78965B310D0}"/>
              </a:ext>
            </a:extLst>
          </p:cNvPr>
          <p:cNvSpPr>
            <a:spLocks noGrp="1"/>
          </p:cNvSpPr>
          <p:nvPr>
            <p:ph type="title"/>
          </p:nvPr>
        </p:nvSpPr>
        <p:spPr/>
        <p:txBody>
          <a:bodyPr/>
          <a:lstStyle/>
          <a:p>
            <a:r>
              <a:rPr lang="en-US" altLang="en-US"/>
              <a:t>Static Member Functions</a:t>
            </a:r>
            <a:endParaRPr lang="en-IN" altLang="en-US"/>
          </a:p>
        </p:txBody>
      </p:sp>
      <p:sp>
        <p:nvSpPr>
          <p:cNvPr id="3" name="Content Placeholder 2">
            <a:extLst>
              <a:ext uri="{FF2B5EF4-FFF2-40B4-BE49-F238E27FC236}">
                <a16:creationId xmlns:a16="http://schemas.microsoft.com/office/drawing/2014/main" id="{8CB3AA02-42A1-4AD0-81A1-B636F7F7B0B0}"/>
              </a:ext>
            </a:extLst>
          </p:cNvPr>
          <p:cNvSpPr>
            <a:spLocks noGrp="1"/>
          </p:cNvSpPr>
          <p:nvPr>
            <p:ph idx="1"/>
          </p:nvPr>
        </p:nvSpPr>
        <p:spPr/>
        <p:txBody>
          <a:bodyPr/>
          <a:lstStyle/>
          <a:p>
            <a:pPr eaLnBrk="1" hangingPunct="1">
              <a:defRPr/>
            </a:pPr>
            <a:r>
              <a:rPr lang="en-US" sz="2000" dirty="0"/>
              <a:t>A static member function may be invoked through a class object     or a pointer to a class object similar to a non static member     function</a:t>
            </a:r>
            <a:endParaRPr lang="en-IN" sz="2000" dirty="0"/>
          </a:p>
        </p:txBody>
      </p:sp>
      <p:sp>
        <p:nvSpPr>
          <p:cNvPr id="61444" name="Slide Number Placeholder 3">
            <a:extLst>
              <a:ext uri="{FF2B5EF4-FFF2-40B4-BE49-F238E27FC236}">
                <a16:creationId xmlns:a16="http://schemas.microsoft.com/office/drawing/2014/main" id="{922C6C46-1941-4F88-B0CD-6CA02239B07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2F3F14B-8C8A-4D63-80FA-E58B5FD5BC31}" type="slidenum">
              <a:rPr lang="en-US" altLang="en-US">
                <a:latin typeface="Times New Roman" panose="02020603050405020304" pitchFamily="18" charset="0"/>
              </a:rPr>
              <a:pPr/>
              <a:t>49</a:t>
            </a:fld>
            <a:endParaRPr lang="en-US" altLang="en-US">
              <a:latin typeface="Times New Roman" panose="02020603050405020304" pitchFamily="18" charset="0"/>
            </a:endParaRPr>
          </a:p>
        </p:txBody>
      </p:sp>
      <p:sp>
        <p:nvSpPr>
          <p:cNvPr id="61445" name="Rectangle 4">
            <a:extLst>
              <a:ext uri="{FF2B5EF4-FFF2-40B4-BE49-F238E27FC236}">
                <a16:creationId xmlns:a16="http://schemas.microsoft.com/office/drawing/2014/main" id="{4FFBDCCB-48F7-402F-A175-7A2C35654E21}"/>
              </a:ext>
            </a:extLst>
          </p:cNvPr>
          <p:cNvSpPr>
            <a:spLocks noChangeArrowheads="1"/>
          </p:cNvSpPr>
          <p:nvPr/>
        </p:nvSpPr>
        <p:spPr bwMode="auto">
          <a:xfrm>
            <a:off x="914400" y="2578100"/>
            <a:ext cx="45720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a:t>int main()</a:t>
            </a:r>
          </a:p>
          <a:p>
            <a:pPr eaLnBrk="1" hangingPunct="1"/>
            <a:r>
              <a:rPr lang="en-US" altLang="en-US" b="1"/>
              <a:t>{</a:t>
            </a:r>
          </a:p>
          <a:p>
            <a:pPr eaLnBrk="1" hangingPunct="1"/>
            <a:r>
              <a:rPr lang="en-US" altLang="en-US" b="1"/>
              <a:t>  SavingsAccount  myaccount;</a:t>
            </a:r>
          </a:p>
          <a:p>
            <a:pPr eaLnBrk="1" hangingPunct="1"/>
            <a:r>
              <a:rPr lang="en-US" altLang="en-US" b="1"/>
              <a:t>  </a:t>
            </a:r>
            <a:r>
              <a:rPr lang="en-US" altLang="en-US" b="1">
                <a:solidFill>
                  <a:srgbClr val="C00000"/>
                </a:solidFill>
              </a:rPr>
              <a:t>myaccount.setinterest(0.50);</a:t>
            </a:r>
          </a:p>
          <a:p>
            <a:pPr eaLnBrk="1" hangingPunct="1"/>
            <a:r>
              <a:rPr lang="en-US" altLang="en-US" b="1">
                <a:solidFill>
                  <a:srgbClr val="C00000"/>
                </a:solidFill>
              </a:rPr>
              <a:t>  SavingsAccount::setinterest(0.50);</a:t>
            </a:r>
          </a:p>
          <a:p>
            <a:pPr eaLnBrk="1" hangingPunct="1"/>
            <a:r>
              <a:rPr lang="en-US" altLang="en-US" b="1"/>
              <a:t>}</a:t>
            </a:r>
          </a:p>
        </p:txBody>
      </p:sp>
      <p:sp>
        <p:nvSpPr>
          <p:cNvPr id="61446" name="Rectangle 5">
            <a:extLst>
              <a:ext uri="{FF2B5EF4-FFF2-40B4-BE49-F238E27FC236}">
                <a16:creationId xmlns:a16="http://schemas.microsoft.com/office/drawing/2014/main" id="{91DE061C-245B-430E-B1A5-6F11A900DEE9}"/>
              </a:ext>
            </a:extLst>
          </p:cNvPr>
          <p:cNvSpPr>
            <a:spLocks noChangeArrowheads="1"/>
          </p:cNvSpPr>
          <p:nvPr/>
        </p:nvSpPr>
        <p:spPr bwMode="auto">
          <a:xfrm>
            <a:off x="609600" y="4495800"/>
            <a:ext cx="81534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buFont typeface="Wingdings" panose="05000000000000000000" pitchFamily="2" charset="2"/>
              <a:buChar char="q"/>
            </a:pPr>
            <a:r>
              <a:rPr lang="en-IN" altLang="en-US"/>
              <a:t>A static member function does not contain a this pointer, since a static member function doesn’t act on any particular instance of the class</a:t>
            </a:r>
          </a:p>
          <a:p>
            <a:pPr eaLnBrk="1" hangingPunct="1">
              <a:buFont typeface="Wingdings" panose="05000000000000000000" pitchFamily="2" charset="2"/>
              <a:buChar char="q"/>
            </a:pPr>
            <a:r>
              <a:rPr lang="en-IN" altLang="en-US" b="1"/>
              <a:t> A static member function </a:t>
            </a:r>
          </a:p>
          <a:p>
            <a:pPr lvl="1" eaLnBrk="1" hangingPunct="1">
              <a:buFont typeface="Wingdings" panose="05000000000000000000" pitchFamily="2" charset="2"/>
              <a:buChar char="q"/>
            </a:pPr>
            <a:r>
              <a:rPr lang="en-IN" altLang="en-US" b="1"/>
              <a:t> can’t access any of the class’s non static data members or call any non static member functions</a:t>
            </a:r>
          </a:p>
        </p:txBody>
      </p:sp>
      <p:pic>
        <p:nvPicPr>
          <p:cNvPr id="61447" name="Picture 6">
            <a:extLst>
              <a:ext uri="{FF2B5EF4-FFF2-40B4-BE49-F238E27FC236}">
                <a16:creationId xmlns:a16="http://schemas.microsoft.com/office/drawing/2014/main" id="{15CB20CE-00A0-4B5E-BBE2-D051B74681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788" y="6018213"/>
            <a:ext cx="6881812" cy="839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a:extLst>
              <a:ext uri="{FF2B5EF4-FFF2-40B4-BE49-F238E27FC236}">
                <a16:creationId xmlns:a16="http://schemas.microsoft.com/office/drawing/2014/main" id="{582E2DD5-4FE9-4564-A7F3-C961F0C42C0B}"/>
              </a:ext>
            </a:extLst>
          </p:cNvPr>
          <p:cNvSpPr>
            <a:spLocks noGrp="1"/>
          </p:cNvSpPr>
          <p:nvPr>
            <p:ph type="title"/>
          </p:nvPr>
        </p:nvSpPr>
        <p:spPr/>
        <p:txBody>
          <a:bodyPr/>
          <a:lstStyle/>
          <a:p>
            <a:r>
              <a:rPr lang="en-US" altLang="en-US"/>
              <a:t>Static vs. Non-static Member Functions</a:t>
            </a:r>
            <a:endParaRPr lang="en-IN" altLang="en-US"/>
          </a:p>
        </p:txBody>
      </p:sp>
      <p:sp>
        <p:nvSpPr>
          <p:cNvPr id="62467" name="Slide Number Placeholder 3">
            <a:extLst>
              <a:ext uri="{FF2B5EF4-FFF2-40B4-BE49-F238E27FC236}">
                <a16:creationId xmlns:a16="http://schemas.microsoft.com/office/drawing/2014/main" id="{3C39C557-8117-4FE1-85B7-C40D616DC20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C1A4923-8EDC-40DF-955B-494E2D33639D}" type="slidenum">
              <a:rPr lang="en-US" altLang="en-US">
                <a:latin typeface="Times New Roman" panose="02020603050405020304" pitchFamily="18" charset="0"/>
              </a:rPr>
              <a:pPr/>
              <a:t>50</a:t>
            </a:fld>
            <a:endParaRPr lang="en-US" altLang="en-US">
              <a:latin typeface="Times New Roman" panose="02020603050405020304" pitchFamily="18" charset="0"/>
            </a:endParaRPr>
          </a:p>
        </p:txBody>
      </p:sp>
      <p:graphicFrame>
        <p:nvGraphicFramePr>
          <p:cNvPr id="5" name="Table 4">
            <a:extLst>
              <a:ext uri="{FF2B5EF4-FFF2-40B4-BE49-F238E27FC236}">
                <a16:creationId xmlns:a16="http://schemas.microsoft.com/office/drawing/2014/main" id="{4649F2CC-FFEA-4B07-B253-EEECC7868951}"/>
              </a:ext>
            </a:extLst>
          </p:cNvPr>
          <p:cNvGraphicFramePr>
            <a:graphicFrameLocks noGrp="1"/>
          </p:cNvGraphicFramePr>
          <p:nvPr/>
        </p:nvGraphicFramePr>
        <p:xfrm>
          <a:off x="1447800" y="1752600"/>
          <a:ext cx="6629400" cy="3479800"/>
        </p:xfrm>
        <a:graphic>
          <a:graphicData uri="http://schemas.openxmlformats.org/drawingml/2006/table">
            <a:tbl>
              <a:tblPr firstRow="1" bandRow="1">
                <a:tableStyleId>{5C22544A-7EE6-4342-B048-85BDC9FD1C3A}</a:tableStyleId>
              </a:tblPr>
              <a:tblGrid>
                <a:gridCol w="3314700">
                  <a:extLst>
                    <a:ext uri="{9D8B030D-6E8A-4147-A177-3AD203B41FA5}">
                      <a16:colId xmlns:a16="http://schemas.microsoft.com/office/drawing/2014/main" val="20000"/>
                    </a:ext>
                  </a:extLst>
                </a:gridCol>
                <a:gridCol w="3314700">
                  <a:extLst>
                    <a:ext uri="{9D8B030D-6E8A-4147-A177-3AD203B41FA5}">
                      <a16:colId xmlns:a16="http://schemas.microsoft.com/office/drawing/2014/main" val="20001"/>
                    </a:ext>
                  </a:extLst>
                </a:gridCol>
              </a:tblGrid>
              <a:tr h="503021">
                <a:tc>
                  <a:txBody>
                    <a:bodyPr/>
                    <a:lstStyle/>
                    <a:p>
                      <a:r>
                        <a:rPr lang="en-IN" dirty="0">
                          <a:solidFill>
                            <a:schemeClr val="tx1"/>
                          </a:solidFill>
                        </a:rPr>
                        <a:t>Static Member Function</a:t>
                      </a:r>
                    </a:p>
                  </a:txBody>
                  <a:tcPr/>
                </a:tc>
                <a:tc>
                  <a:txBody>
                    <a:bodyPr/>
                    <a:lstStyle/>
                    <a:p>
                      <a:r>
                        <a:rPr lang="en-IN" dirty="0">
                          <a:solidFill>
                            <a:schemeClr val="tx1"/>
                          </a:solidFill>
                        </a:rPr>
                        <a:t>Non-Member</a:t>
                      </a:r>
                      <a:r>
                        <a:rPr lang="en-IN" baseline="0" dirty="0">
                          <a:solidFill>
                            <a:schemeClr val="tx1"/>
                          </a:solidFill>
                        </a:rPr>
                        <a:t> Function</a:t>
                      </a:r>
                      <a:endParaRPr lang="en-IN" dirty="0">
                        <a:solidFill>
                          <a:schemeClr val="tx1"/>
                        </a:solidFill>
                      </a:endParaRPr>
                    </a:p>
                  </a:txBody>
                  <a:tcPr/>
                </a:tc>
                <a:extLst>
                  <a:ext uri="{0D108BD9-81ED-4DB2-BD59-A6C34878D82A}">
                    <a16:rowId xmlns:a16="http://schemas.microsoft.com/office/drawing/2014/main" val="10000"/>
                  </a:ext>
                </a:extLst>
              </a:tr>
              <a:tr h="868227">
                <a:tc>
                  <a:txBody>
                    <a:bodyPr/>
                    <a:lstStyle/>
                    <a:p>
                      <a:r>
                        <a:rPr lang="en-IN" dirty="0"/>
                        <a:t>Can</a:t>
                      </a:r>
                      <a:r>
                        <a:rPr lang="en-IN" baseline="0" dirty="0"/>
                        <a:t> be called even when a class is not instantiated</a:t>
                      </a:r>
                      <a:endParaRPr lang="en-IN" dirty="0"/>
                    </a:p>
                  </a:txBody>
                  <a:tcPr/>
                </a:tc>
                <a:tc>
                  <a:txBody>
                    <a:bodyPr/>
                    <a:lstStyle/>
                    <a:p>
                      <a:r>
                        <a:rPr lang="en-IN" dirty="0"/>
                        <a:t>Can be called only after instantiating the class</a:t>
                      </a:r>
                    </a:p>
                  </a:txBody>
                  <a:tcPr/>
                </a:tc>
                <a:extLst>
                  <a:ext uri="{0D108BD9-81ED-4DB2-BD59-A6C34878D82A}">
                    <a16:rowId xmlns:a16="http://schemas.microsoft.com/office/drawing/2014/main" val="10001"/>
                  </a:ext>
                </a:extLst>
              </a:tr>
              <a:tr h="1240325">
                <a:tc>
                  <a:txBody>
                    <a:bodyPr/>
                    <a:lstStyle/>
                    <a:p>
                      <a:r>
                        <a:rPr lang="en-IN" dirty="0"/>
                        <a:t>Can access only static members of the class</a:t>
                      </a:r>
                    </a:p>
                  </a:txBody>
                  <a:tcPr/>
                </a:tc>
                <a:tc>
                  <a:txBody>
                    <a:bodyPr/>
                    <a:lstStyle/>
                    <a:p>
                      <a:r>
                        <a:rPr lang="en-IN" dirty="0"/>
                        <a:t>Can access all members of the class including</a:t>
                      </a:r>
                      <a:r>
                        <a:rPr lang="en-IN" baseline="0" dirty="0"/>
                        <a:t> static data member</a:t>
                      </a:r>
                      <a:endParaRPr lang="en-IN" dirty="0"/>
                    </a:p>
                  </a:txBody>
                  <a:tcPr/>
                </a:tc>
                <a:extLst>
                  <a:ext uri="{0D108BD9-81ED-4DB2-BD59-A6C34878D82A}">
                    <a16:rowId xmlns:a16="http://schemas.microsoft.com/office/drawing/2014/main" val="10002"/>
                  </a:ext>
                </a:extLst>
              </a:tr>
              <a:tr h="868227">
                <a:tc>
                  <a:txBody>
                    <a:bodyPr/>
                    <a:lstStyle/>
                    <a:p>
                      <a:r>
                        <a:rPr lang="en-IN" dirty="0"/>
                        <a:t>Cannot have access to the ‘this’ pointer of the class</a:t>
                      </a:r>
                    </a:p>
                  </a:txBody>
                  <a:tcPr/>
                </a:tc>
                <a:tc>
                  <a:txBody>
                    <a:bodyPr/>
                    <a:lstStyle/>
                    <a:p>
                      <a:r>
                        <a:rPr lang="en-IN" dirty="0"/>
                        <a:t>By default</a:t>
                      </a:r>
                      <a:r>
                        <a:rPr lang="en-IN" baseline="0" dirty="0"/>
                        <a:t> ‘this’ pointer is available</a:t>
                      </a:r>
                      <a:endParaRPr lang="en-IN" dirty="0"/>
                    </a:p>
                  </a:txBody>
                  <a:tcPr/>
                </a:tc>
                <a:extLst>
                  <a:ext uri="{0D108BD9-81ED-4DB2-BD59-A6C34878D82A}">
                    <a16:rowId xmlns:a16="http://schemas.microsoft.com/office/drawing/2014/main" val="10003"/>
                  </a:ext>
                </a:extLst>
              </a:tr>
            </a:tbl>
          </a:graphicData>
        </a:graphic>
      </p:graphicFrame>
      <p:pic>
        <p:nvPicPr>
          <p:cNvPr id="62485" name="Picture 7">
            <a:extLst>
              <a:ext uri="{FF2B5EF4-FFF2-40B4-BE49-F238E27FC236}">
                <a16:creationId xmlns:a16="http://schemas.microsoft.com/office/drawing/2014/main" id="{A74E51C1-6966-4448-93CE-376F2CF04C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5562600"/>
            <a:ext cx="7772400" cy="1017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a:extLst>
              <a:ext uri="{FF2B5EF4-FFF2-40B4-BE49-F238E27FC236}">
                <a16:creationId xmlns:a16="http://schemas.microsoft.com/office/drawing/2014/main" id="{2B08E347-9A02-449E-978F-CCB4008BFC8D}"/>
              </a:ext>
            </a:extLst>
          </p:cNvPr>
          <p:cNvSpPr>
            <a:spLocks noGrp="1"/>
          </p:cNvSpPr>
          <p:nvPr>
            <p:ph type="title"/>
          </p:nvPr>
        </p:nvSpPr>
        <p:spPr/>
        <p:txBody>
          <a:bodyPr/>
          <a:lstStyle/>
          <a:p>
            <a:r>
              <a:rPr lang="en-IN" altLang="en-US"/>
              <a:t>Static and UML Diagrams </a:t>
            </a:r>
          </a:p>
        </p:txBody>
      </p:sp>
      <p:sp>
        <p:nvSpPr>
          <p:cNvPr id="3" name="Content Placeholder 2">
            <a:extLst>
              <a:ext uri="{FF2B5EF4-FFF2-40B4-BE49-F238E27FC236}">
                <a16:creationId xmlns:a16="http://schemas.microsoft.com/office/drawing/2014/main" id="{BC2063AA-646B-4C7E-9B53-7A1FBB5C1D3C}"/>
              </a:ext>
            </a:extLst>
          </p:cNvPr>
          <p:cNvSpPr>
            <a:spLocks noGrp="1"/>
          </p:cNvSpPr>
          <p:nvPr>
            <p:ph idx="1"/>
          </p:nvPr>
        </p:nvSpPr>
        <p:spPr/>
        <p:txBody>
          <a:bodyPr/>
          <a:lstStyle/>
          <a:p>
            <a:pPr>
              <a:defRPr/>
            </a:pPr>
            <a:endParaRPr lang="en-IN" sz="2000" dirty="0"/>
          </a:p>
          <a:p>
            <a:pPr>
              <a:defRPr/>
            </a:pPr>
            <a:endParaRPr lang="en-IN" sz="2000" dirty="0"/>
          </a:p>
          <a:p>
            <a:pPr>
              <a:defRPr/>
            </a:pPr>
            <a:endParaRPr lang="en-IN" sz="2000" dirty="0"/>
          </a:p>
          <a:p>
            <a:pPr>
              <a:defRPr/>
            </a:pPr>
            <a:endParaRPr lang="en-IN" sz="2000" dirty="0"/>
          </a:p>
          <a:p>
            <a:pPr>
              <a:defRPr/>
            </a:pPr>
            <a:endParaRPr lang="en-IN" sz="2000" dirty="0"/>
          </a:p>
          <a:p>
            <a:pPr>
              <a:defRPr/>
            </a:pPr>
            <a:endParaRPr lang="en-IN" sz="2000" dirty="0"/>
          </a:p>
          <a:p>
            <a:pPr>
              <a:defRPr/>
            </a:pPr>
            <a:endParaRPr lang="en-IN" sz="2000" dirty="0"/>
          </a:p>
          <a:p>
            <a:pPr>
              <a:defRPr/>
            </a:pPr>
            <a:endParaRPr lang="en-IN" sz="2000" dirty="0"/>
          </a:p>
          <a:p>
            <a:pPr>
              <a:defRPr/>
            </a:pPr>
            <a:r>
              <a:rPr lang="en-IN" sz="2000" dirty="0"/>
              <a:t>The UML denotes static features by underlining them</a:t>
            </a:r>
          </a:p>
          <a:p>
            <a:pPr>
              <a:defRPr/>
            </a:pPr>
            <a:r>
              <a:rPr lang="en-IN" sz="2000" dirty="0"/>
              <a:t>The underlining is translated into the static keyword when the UML class diagram is translated into C++</a:t>
            </a:r>
          </a:p>
          <a:p>
            <a:pPr marL="0" indent="0">
              <a:buFont typeface="Wingdings" pitchFamily="2" charset="2"/>
              <a:buNone/>
              <a:defRPr/>
            </a:pPr>
            <a:br>
              <a:rPr lang="en-IN" sz="2000" dirty="0"/>
            </a:br>
            <a:endParaRPr lang="en-IN" sz="2000" dirty="0"/>
          </a:p>
        </p:txBody>
      </p:sp>
      <p:sp>
        <p:nvSpPr>
          <p:cNvPr id="63492" name="Slide Number Placeholder 3">
            <a:extLst>
              <a:ext uri="{FF2B5EF4-FFF2-40B4-BE49-F238E27FC236}">
                <a16:creationId xmlns:a16="http://schemas.microsoft.com/office/drawing/2014/main" id="{693D4924-B861-4525-A356-D6B25E123F9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68CC190-14CF-4862-B533-4D39328934CC}" type="slidenum">
              <a:rPr lang="en-US" altLang="en-US">
                <a:latin typeface="Times New Roman" panose="02020603050405020304" pitchFamily="18" charset="0"/>
              </a:rPr>
              <a:pPr/>
              <a:t>51</a:t>
            </a:fld>
            <a:endParaRPr lang="en-US" altLang="en-US">
              <a:latin typeface="Times New Roman" panose="02020603050405020304" pitchFamily="18" charset="0"/>
            </a:endParaRPr>
          </a:p>
        </p:txBody>
      </p:sp>
      <p:pic>
        <p:nvPicPr>
          <p:cNvPr id="63493" name="Picture 2">
            <a:extLst>
              <a:ext uri="{FF2B5EF4-FFF2-40B4-BE49-F238E27FC236}">
                <a16:creationId xmlns:a16="http://schemas.microsoft.com/office/drawing/2014/main" id="{58FAEEE6-0733-49C3-B685-586FB18F64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1752600"/>
            <a:ext cx="3586163"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a:extLst>
              <a:ext uri="{FF2B5EF4-FFF2-40B4-BE49-F238E27FC236}">
                <a16:creationId xmlns:a16="http://schemas.microsoft.com/office/drawing/2014/main" id="{9196E16E-C9AF-4727-B2C9-EA2F1E776901}"/>
              </a:ext>
            </a:extLst>
          </p:cNvPr>
          <p:cNvSpPr>
            <a:spLocks noGrp="1"/>
          </p:cNvSpPr>
          <p:nvPr>
            <p:ph type="title"/>
          </p:nvPr>
        </p:nvSpPr>
        <p:spPr/>
        <p:txBody>
          <a:bodyPr/>
          <a:lstStyle/>
          <a:p>
            <a:r>
              <a:rPr lang="en-IN" altLang="en-US"/>
              <a:t>Static Example</a:t>
            </a:r>
          </a:p>
        </p:txBody>
      </p:sp>
      <p:sp>
        <p:nvSpPr>
          <p:cNvPr id="64515" name="Slide Number Placeholder 3">
            <a:extLst>
              <a:ext uri="{FF2B5EF4-FFF2-40B4-BE49-F238E27FC236}">
                <a16:creationId xmlns:a16="http://schemas.microsoft.com/office/drawing/2014/main" id="{77E9C026-1920-4883-947F-3B1AD8C6EE0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D055B04-99D8-4058-BA4C-F7D866EE205B}" type="slidenum">
              <a:rPr lang="en-US" altLang="en-US">
                <a:latin typeface="Times New Roman" panose="02020603050405020304" pitchFamily="18" charset="0"/>
              </a:rPr>
              <a:pPr/>
              <a:t>52</a:t>
            </a:fld>
            <a:endParaRPr lang="en-US" altLang="en-US">
              <a:latin typeface="Times New Roman" panose="02020603050405020304" pitchFamily="18" charset="0"/>
            </a:endParaRPr>
          </a:p>
        </p:txBody>
      </p:sp>
      <p:pic>
        <p:nvPicPr>
          <p:cNvPr id="64516" name="Picture 3">
            <a:extLst>
              <a:ext uri="{FF2B5EF4-FFF2-40B4-BE49-F238E27FC236}">
                <a16:creationId xmlns:a16="http://schemas.microsoft.com/office/drawing/2014/main" id="{AC596637-76EE-43A7-B214-371BA835D4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371600"/>
            <a:ext cx="7696200" cy="216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4517" name="Picture 5">
            <a:extLst>
              <a:ext uri="{FF2B5EF4-FFF2-40B4-BE49-F238E27FC236}">
                <a16:creationId xmlns:a16="http://schemas.microsoft.com/office/drawing/2014/main" id="{95ED3985-AC23-4152-B69A-7B38E56544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663950"/>
            <a:ext cx="2911475" cy="243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a:extLst>
              <a:ext uri="{FF2B5EF4-FFF2-40B4-BE49-F238E27FC236}">
                <a16:creationId xmlns:a16="http://schemas.microsoft.com/office/drawing/2014/main" id="{22DA57A7-E8A1-4921-8E1B-4B8BB7CE5E1C}"/>
              </a:ext>
            </a:extLst>
          </p:cNvPr>
          <p:cNvSpPr/>
          <p:nvPr/>
        </p:nvSpPr>
        <p:spPr>
          <a:xfrm>
            <a:off x="609600" y="3614738"/>
            <a:ext cx="5257800" cy="2862262"/>
          </a:xfrm>
          <a:prstGeom prst="rect">
            <a:avLst/>
          </a:prstGeom>
        </p:spPr>
        <p:txBody>
          <a:bodyPr>
            <a:spAutoFit/>
          </a:bodyPr>
          <a:lstStyle/>
          <a:p>
            <a:pPr>
              <a:defRPr/>
            </a:pPr>
            <a:r>
              <a:rPr lang="en-IN" b="1" dirty="0"/>
              <a:t>Note: </a:t>
            </a:r>
          </a:p>
          <a:p>
            <a:pPr marL="285750" indent="-285750">
              <a:buFont typeface="Arial" pitchFamily="34" charset="0"/>
              <a:buChar char="•"/>
              <a:defRPr/>
            </a:pPr>
            <a:r>
              <a:rPr lang="en-IN" dirty="0"/>
              <a:t>Using both the static and the </a:t>
            </a:r>
            <a:r>
              <a:rPr lang="en-IN" dirty="0" err="1"/>
              <a:t>const</a:t>
            </a:r>
            <a:r>
              <a:rPr lang="en-IN" dirty="0"/>
              <a:t> keywords creates a symbolic constant that belongs to a class, and C++ has long supported this syntax</a:t>
            </a:r>
          </a:p>
          <a:p>
            <a:pPr marL="285750" indent="-285750">
              <a:buFont typeface="Arial" pitchFamily="34" charset="0"/>
              <a:buChar char="•"/>
              <a:defRPr/>
            </a:pPr>
            <a:r>
              <a:rPr lang="en-IN" dirty="0"/>
              <a:t>Member variables that are static but not constant can not be initialized inside the class</a:t>
            </a:r>
          </a:p>
          <a:p>
            <a:pPr marL="285750" indent="-285750">
              <a:buFont typeface="Arial" pitchFamily="34" charset="0"/>
              <a:buChar char="•"/>
              <a:defRPr/>
            </a:pPr>
            <a:r>
              <a:rPr lang="en-IN" dirty="0"/>
              <a:t>Static but non-</a:t>
            </a:r>
            <a:r>
              <a:rPr lang="en-IN" dirty="0" err="1"/>
              <a:t>const</a:t>
            </a:r>
            <a:r>
              <a:rPr lang="en-IN" dirty="0"/>
              <a:t> variables must be defined outside of the class, but their definition must still be tied to the class in which they are declared</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a:extLst>
              <a:ext uri="{FF2B5EF4-FFF2-40B4-BE49-F238E27FC236}">
                <a16:creationId xmlns:a16="http://schemas.microsoft.com/office/drawing/2014/main" id="{AAB04240-F334-4BF9-8732-6BF7E50FB76B}"/>
              </a:ext>
            </a:extLst>
          </p:cNvPr>
          <p:cNvSpPr>
            <a:spLocks noGrp="1"/>
          </p:cNvSpPr>
          <p:nvPr>
            <p:ph type="title"/>
          </p:nvPr>
        </p:nvSpPr>
        <p:spPr/>
        <p:txBody>
          <a:bodyPr/>
          <a:lstStyle/>
          <a:p>
            <a:r>
              <a:rPr lang="en-IN" altLang="en-US"/>
              <a:t>Static Member Function</a:t>
            </a:r>
          </a:p>
        </p:txBody>
      </p:sp>
      <p:sp>
        <p:nvSpPr>
          <p:cNvPr id="65539" name="Slide Number Placeholder 3">
            <a:extLst>
              <a:ext uri="{FF2B5EF4-FFF2-40B4-BE49-F238E27FC236}">
                <a16:creationId xmlns:a16="http://schemas.microsoft.com/office/drawing/2014/main" id="{54E29128-3694-4759-A4FC-B1DCB2A1809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A7CEC6A-1E9C-4279-AB7F-C07F85BFF18C}" type="slidenum">
              <a:rPr lang="en-US" altLang="en-US">
                <a:latin typeface="Times New Roman" panose="02020603050405020304" pitchFamily="18" charset="0"/>
              </a:rPr>
              <a:pPr/>
              <a:t>53</a:t>
            </a:fld>
            <a:endParaRPr lang="en-US" altLang="en-US">
              <a:latin typeface="Times New Roman" panose="02020603050405020304" pitchFamily="18" charset="0"/>
            </a:endParaRPr>
          </a:p>
        </p:txBody>
      </p:sp>
      <p:pic>
        <p:nvPicPr>
          <p:cNvPr id="65540" name="Picture 2">
            <a:extLst>
              <a:ext uri="{FF2B5EF4-FFF2-40B4-BE49-F238E27FC236}">
                <a16:creationId xmlns:a16="http://schemas.microsoft.com/office/drawing/2014/main" id="{AB634DC5-4D5A-4BA5-B4BA-401BA4D29A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0213" y="914400"/>
            <a:ext cx="5665787" cy="223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5541" name="Picture 3">
            <a:extLst>
              <a:ext uri="{FF2B5EF4-FFF2-40B4-BE49-F238E27FC236}">
                <a16:creationId xmlns:a16="http://schemas.microsoft.com/office/drawing/2014/main" id="{33BAD5B7-EE9A-4CD1-B38F-5A01639231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3038475"/>
            <a:ext cx="5248275" cy="248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5542" name="Picture 4">
            <a:extLst>
              <a:ext uri="{FF2B5EF4-FFF2-40B4-BE49-F238E27FC236}">
                <a16:creationId xmlns:a16="http://schemas.microsoft.com/office/drawing/2014/main" id="{59CE6060-7859-4796-B620-5C7738A2D9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57675" y="2886075"/>
            <a:ext cx="4886325" cy="336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a:extLst>
              <a:ext uri="{FF2B5EF4-FFF2-40B4-BE49-F238E27FC236}">
                <a16:creationId xmlns:a16="http://schemas.microsoft.com/office/drawing/2014/main" id="{7ADA7686-215F-403D-933E-C99AA8DF4A64}"/>
              </a:ext>
            </a:extLst>
          </p:cNvPr>
          <p:cNvSpPr>
            <a:spLocks noGrp="1"/>
          </p:cNvSpPr>
          <p:nvPr>
            <p:ph type="title"/>
          </p:nvPr>
        </p:nvSpPr>
        <p:spPr/>
        <p:txBody>
          <a:bodyPr/>
          <a:lstStyle/>
          <a:p>
            <a:r>
              <a:rPr lang="en-IN" altLang="en-US"/>
              <a:t>Friend Functions </a:t>
            </a:r>
          </a:p>
        </p:txBody>
      </p:sp>
      <p:sp>
        <p:nvSpPr>
          <p:cNvPr id="3" name="Content Placeholder 2">
            <a:extLst>
              <a:ext uri="{FF2B5EF4-FFF2-40B4-BE49-F238E27FC236}">
                <a16:creationId xmlns:a16="http://schemas.microsoft.com/office/drawing/2014/main" id="{9278AB2A-6D73-46E5-A0FE-AF9370637A21}"/>
              </a:ext>
            </a:extLst>
          </p:cNvPr>
          <p:cNvSpPr>
            <a:spLocks noGrp="1"/>
          </p:cNvSpPr>
          <p:nvPr>
            <p:ph idx="1"/>
          </p:nvPr>
        </p:nvSpPr>
        <p:spPr/>
        <p:txBody>
          <a:bodyPr/>
          <a:lstStyle/>
          <a:p>
            <a:pPr>
              <a:defRPr/>
            </a:pPr>
            <a:r>
              <a:rPr lang="en-IN" sz="2000" dirty="0"/>
              <a:t>The concepts of encapsulation and data hiding dictate that </a:t>
            </a:r>
            <a:r>
              <a:rPr lang="en-IN" sz="2000" dirty="0" err="1"/>
              <a:t>nonmember</a:t>
            </a:r>
            <a:r>
              <a:rPr lang="en-IN" sz="2000" dirty="0"/>
              <a:t> functions should not be able to access an object’s private or protected data</a:t>
            </a:r>
          </a:p>
          <a:p>
            <a:pPr>
              <a:defRPr/>
            </a:pPr>
            <a:r>
              <a:rPr lang="en-IN" sz="2000" dirty="0"/>
              <a:t>However, there are situations where such rigid discrimination leads to considerable inconvenience</a:t>
            </a:r>
          </a:p>
          <a:p>
            <a:pPr lvl="1">
              <a:defRPr/>
            </a:pPr>
            <a:r>
              <a:rPr lang="en-IN" sz="1600" dirty="0"/>
              <a:t>MUST be declared as a friend in the friending class's specification</a:t>
            </a:r>
          </a:p>
          <a:p>
            <a:pPr lvl="1">
              <a:defRPr/>
            </a:pPr>
            <a:r>
              <a:rPr lang="en-IN" sz="1600" dirty="0"/>
              <a:t>are NOT members of the class that declares them as a friend</a:t>
            </a:r>
          </a:p>
          <a:p>
            <a:pPr lvl="2">
              <a:defRPr/>
            </a:pPr>
            <a:r>
              <a:rPr lang="en-IN" sz="1600" dirty="0"/>
              <a:t>nevertheless have access to the friending </a:t>
            </a:r>
            <a:r>
              <a:rPr lang="en-IN" sz="1600" dirty="0">
                <a:solidFill>
                  <a:srgbClr val="C00000"/>
                </a:solidFill>
              </a:rPr>
              <a:t>class's private features</a:t>
            </a:r>
          </a:p>
          <a:p>
            <a:pPr lvl="2">
              <a:defRPr/>
            </a:pPr>
            <a:r>
              <a:rPr lang="en-IN" sz="1600" dirty="0"/>
              <a:t>defined outside of the class do NOT include the </a:t>
            </a:r>
            <a:r>
              <a:rPr lang="en-IN" sz="1600" dirty="0">
                <a:solidFill>
                  <a:srgbClr val="C00000"/>
                </a:solidFill>
              </a:rPr>
              <a:t>class name and scope resolution operator </a:t>
            </a:r>
            <a:r>
              <a:rPr lang="en-IN" sz="1600" dirty="0"/>
              <a:t>as a part of the class name</a:t>
            </a:r>
          </a:p>
          <a:p>
            <a:pPr lvl="2">
              <a:defRPr/>
            </a:pPr>
            <a:r>
              <a:rPr lang="en-IN" sz="1600" dirty="0"/>
              <a:t>are NOT called with the dot operator: </a:t>
            </a:r>
            <a:r>
              <a:rPr lang="en-IN" sz="1600" dirty="0" err="1">
                <a:solidFill>
                  <a:srgbClr val="C00000"/>
                </a:solidFill>
              </a:rPr>
              <a:t>object.function</a:t>
            </a:r>
            <a:r>
              <a:rPr lang="en-IN" sz="1600" dirty="0">
                <a:solidFill>
                  <a:srgbClr val="C00000"/>
                </a:solidFill>
              </a:rPr>
              <a:t>();</a:t>
            </a:r>
          </a:p>
          <a:p>
            <a:pPr lvl="1">
              <a:defRPr/>
            </a:pPr>
            <a:r>
              <a:rPr lang="en-IN" sz="1600" dirty="0"/>
              <a:t>can be </a:t>
            </a:r>
            <a:r>
              <a:rPr lang="en-IN" sz="1600" dirty="0">
                <a:solidFill>
                  <a:srgbClr val="C00000"/>
                </a:solidFill>
              </a:rPr>
              <a:t>declared as friends of more than one class</a:t>
            </a:r>
            <a:r>
              <a:rPr lang="en-IN" sz="1600" dirty="0"/>
              <a:t> and when used this way are called </a:t>
            </a:r>
            <a:r>
              <a:rPr lang="en-IN" sz="1600" i="1" dirty="0">
                <a:solidFill>
                  <a:srgbClr val="C00000"/>
                </a:solidFill>
              </a:rPr>
              <a:t>bridge functions</a:t>
            </a:r>
            <a:endParaRPr lang="en-IN" sz="1600" dirty="0">
              <a:solidFill>
                <a:srgbClr val="C00000"/>
              </a:solidFill>
            </a:endParaRPr>
          </a:p>
          <a:p>
            <a:pPr lvl="1">
              <a:defRPr/>
            </a:pPr>
            <a:r>
              <a:rPr lang="en-IN" sz="1600" dirty="0"/>
              <a:t>are controversial because they </a:t>
            </a:r>
            <a:r>
              <a:rPr lang="en-IN" sz="1600" dirty="0">
                <a:solidFill>
                  <a:srgbClr val="C00000"/>
                </a:solidFill>
              </a:rPr>
              <a:t>weaken encapsulation</a:t>
            </a:r>
          </a:p>
          <a:p>
            <a:pPr lvl="1">
              <a:defRPr/>
            </a:pPr>
            <a:r>
              <a:rPr lang="en-IN" sz="1600" dirty="0"/>
              <a:t>strengthen some overloaded operators by allowing them to perform useful tasks not otherwise possible</a:t>
            </a:r>
          </a:p>
          <a:p>
            <a:pPr>
              <a:defRPr/>
            </a:pPr>
            <a:endParaRPr lang="en-IN" sz="2000" dirty="0"/>
          </a:p>
        </p:txBody>
      </p:sp>
      <p:sp>
        <p:nvSpPr>
          <p:cNvPr id="66564" name="Slide Number Placeholder 3">
            <a:extLst>
              <a:ext uri="{FF2B5EF4-FFF2-40B4-BE49-F238E27FC236}">
                <a16:creationId xmlns:a16="http://schemas.microsoft.com/office/drawing/2014/main" id="{02D3FCF1-B95B-4052-ADE0-EF316299C61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C220FC2-5465-4AF1-8A99-570DAF764AC7}" type="slidenum">
              <a:rPr lang="en-US" altLang="en-US">
                <a:latin typeface="Times New Roman" panose="02020603050405020304" pitchFamily="18" charset="0"/>
              </a:rPr>
              <a:pPr/>
              <a:t>54</a:t>
            </a:fld>
            <a:endParaRPr lang="en-US" altLang="en-US">
              <a:latin typeface="Times New Roman" panose="02020603050405020304"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a:extLst>
              <a:ext uri="{FF2B5EF4-FFF2-40B4-BE49-F238E27FC236}">
                <a16:creationId xmlns:a16="http://schemas.microsoft.com/office/drawing/2014/main" id="{03AD53CF-63FA-421F-8146-D74AF64EBD03}"/>
              </a:ext>
            </a:extLst>
          </p:cNvPr>
          <p:cNvSpPr>
            <a:spLocks noGrp="1"/>
          </p:cNvSpPr>
          <p:nvPr>
            <p:ph type="title"/>
          </p:nvPr>
        </p:nvSpPr>
        <p:spPr/>
        <p:txBody>
          <a:bodyPr/>
          <a:lstStyle/>
          <a:p>
            <a:r>
              <a:rPr lang="en-IN" altLang="en-US"/>
              <a:t>Friend Functions</a:t>
            </a:r>
          </a:p>
        </p:txBody>
      </p:sp>
      <p:sp>
        <p:nvSpPr>
          <p:cNvPr id="3" name="Content Placeholder 2">
            <a:extLst>
              <a:ext uri="{FF2B5EF4-FFF2-40B4-BE49-F238E27FC236}">
                <a16:creationId xmlns:a16="http://schemas.microsoft.com/office/drawing/2014/main" id="{92DCBD3E-97FA-4751-BE12-D3B6DA04F67C}"/>
              </a:ext>
            </a:extLst>
          </p:cNvPr>
          <p:cNvSpPr>
            <a:spLocks noGrp="1"/>
          </p:cNvSpPr>
          <p:nvPr>
            <p:ph idx="1"/>
          </p:nvPr>
        </p:nvSpPr>
        <p:spPr/>
        <p:txBody>
          <a:bodyPr/>
          <a:lstStyle/>
          <a:p>
            <a:pPr>
              <a:defRPr/>
            </a:pPr>
            <a:endParaRPr lang="en-IN" sz="2000" dirty="0"/>
          </a:p>
          <a:p>
            <a:pPr>
              <a:defRPr/>
            </a:pPr>
            <a:r>
              <a:rPr lang="en-IN" sz="2000" dirty="0"/>
              <a:t>Include its prototype in the class</a:t>
            </a:r>
          </a:p>
          <a:p>
            <a:pPr>
              <a:defRPr/>
            </a:pPr>
            <a:endParaRPr lang="en-IN" sz="2000" dirty="0"/>
          </a:p>
          <a:p>
            <a:pPr>
              <a:defRPr/>
            </a:pPr>
            <a:r>
              <a:rPr lang="en-IN" sz="2000" b="1" dirty="0"/>
              <a:t>Syntax</a:t>
            </a:r>
          </a:p>
          <a:p>
            <a:pPr marL="344487" lvl="1" indent="0">
              <a:buFont typeface="Wingdings" panose="05000000000000000000" pitchFamily="2" charset="2"/>
              <a:buNone/>
              <a:defRPr/>
            </a:pPr>
            <a:r>
              <a:rPr lang="en-IN" sz="2400" dirty="0">
                <a:solidFill>
                  <a:srgbClr val="C00000"/>
                </a:solidFill>
              </a:rPr>
              <a:t>friend </a:t>
            </a:r>
            <a:r>
              <a:rPr lang="en-IN" sz="2400" dirty="0" err="1">
                <a:solidFill>
                  <a:srgbClr val="C00000"/>
                </a:solidFill>
              </a:rPr>
              <a:t>returntype</a:t>
            </a:r>
            <a:r>
              <a:rPr lang="en-IN" sz="2400" dirty="0">
                <a:solidFill>
                  <a:srgbClr val="C00000"/>
                </a:solidFill>
              </a:rPr>
              <a:t> </a:t>
            </a:r>
            <a:r>
              <a:rPr lang="en-IN" sz="2400" dirty="0" err="1">
                <a:solidFill>
                  <a:srgbClr val="C00000"/>
                </a:solidFill>
              </a:rPr>
              <a:t>function_name</a:t>
            </a:r>
            <a:r>
              <a:rPr lang="en-IN" sz="2400" dirty="0">
                <a:solidFill>
                  <a:srgbClr val="C00000"/>
                </a:solidFill>
              </a:rPr>
              <a:t> ( arguments);</a:t>
            </a:r>
          </a:p>
          <a:p>
            <a:pPr marL="344487" lvl="1" indent="0">
              <a:buFont typeface="Wingdings" panose="05000000000000000000" pitchFamily="2" charset="2"/>
              <a:buNone/>
              <a:defRPr/>
            </a:pPr>
            <a:endParaRPr lang="en-IN" sz="2000" dirty="0">
              <a:solidFill>
                <a:srgbClr val="C00000"/>
              </a:solidFill>
            </a:endParaRPr>
          </a:p>
          <a:p>
            <a:pPr>
              <a:defRPr/>
            </a:pPr>
            <a:r>
              <a:rPr lang="en-IN" sz="2000" dirty="0"/>
              <a:t>Can be declared anywhere (in public, protected or private section)</a:t>
            </a:r>
          </a:p>
          <a:p>
            <a:pPr>
              <a:defRPr/>
            </a:pPr>
            <a:r>
              <a:rPr lang="en-IN" sz="2000" dirty="0"/>
              <a:t>May or may not take </a:t>
            </a:r>
            <a:r>
              <a:rPr lang="en-IN" sz="2000" dirty="0" err="1"/>
              <a:t>arguements</a:t>
            </a:r>
            <a:endParaRPr lang="en-IN" sz="2000" dirty="0"/>
          </a:p>
          <a:p>
            <a:pPr>
              <a:defRPr/>
            </a:pPr>
            <a:r>
              <a:rPr lang="en-IN" sz="2000" dirty="0"/>
              <a:t>Objects of the class or their pointers can be passed as arguments to the friend function</a:t>
            </a:r>
          </a:p>
          <a:p>
            <a:pPr>
              <a:defRPr/>
            </a:pPr>
            <a:endParaRPr lang="en-IN" sz="1800" dirty="0"/>
          </a:p>
        </p:txBody>
      </p:sp>
      <p:sp>
        <p:nvSpPr>
          <p:cNvPr id="67588" name="Slide Number Placeholder 3">
            <a:extLst>
              <a:ext uri="{FF2B5EF4-FFF2-40B4-BE49-F238E27FC236}">
                <a16:creationId xmlns:a16="http://schemas.microsoft.com/office/drawing/2014/main" id="{1D9C71DE-31DA-4FE2-9241-B557FAED325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7A56962-11F8-498B-A486-0B6F589B06D4}" type="slidenum">
              <a:rPr lang="en-US" altLang="en-US">
                <a:latin typeface="Times New Roman" panose="02020603050405020304" pitchFamily="18" charset="0"/>
              </a:rPr>
              <a:pPr/>
              <a:t>55</a:t>
            </a:fld>
            <a:endParaRPr lang="en-US" altLang="en-US">
              <a:latin typeface="Times New Roman" panose="02020603050405020304"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a:extLst>
              <a:ext uri="{FF2B5EF4-FFF2-40B4-BE49-F238E27FC236}">
                <a16:creationId xmlns:a16="http://schemas.microsoft.com/office/drawing/2014/main" id="{5173F116-F9C8-4351-BEA7-97A15CE543A5}"/>
              </a:ext>
            </a:extLst>
          </p:cNvPr>
          <p:cNvSpPr>
            <a:spLocks noGrp="1"/>
          </p:cNvSpPr>
          <p:nvPr>
            <p:ph type="title"/>
          </p:nvPr>
        </p:nvSpPr>
        <p:spPr/>
        <p:txBody>
          <a:bodyPr/>
          <a:lstStyle/>
          <a:p>
            <a:r>
              <a:rPr lang="en-IN" altLang="en-US"/>
              <a:t>Friend Functions </a:t>
            </a:r>
          </a:p>
        </p:txBody>
      </p:sp>
      <p:sp>
        <p:nvSpPr>
          <p:cNvPr id="68611" name="Slide Number Placeholder 3">
            <a:extLst>
              <a:ext uri="{FF2B5EF4-FFF2-40B4-BE49-F238E27FC236}">
                <a16:creationId xmlns:a16="http://schemas.microsoft.com/office/drawing/2014/main" id="{74AD79DE-B031-4A8F-B036-6231EFF5B2B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3F3A694-8ADE-40CE-A388-18812390A97A}" type="slidenum">
              <a:rPr lang="en-US" altLang="en-US">
                <a:latin typeface="Times New Roman" panose="02020603050405020304" pitchFamily="18" charset="0"/>
              </a:rPr>
              <a:pPr/>
              <a:t>56</a:t>
            </a:fld>
            <a:endParaRPr lang="en-US" altLang="en-US">
              <a:latin typeface="Times New Roman" panose="02020603050405020304" pitchFamily="18" charset="0"/>
            </a:endParaRPr>
          </a:p>
        </p:txBody>
      </p:sp>
      <p:pic>
        <p:nvPicPr>
          <p:cNvPr id="68612" name="Picture 2">
            <a:extLst>
              <a:ext uri="{FF2B5EF4-FFF2-40B4-BE49-F238E27FC236}">
                <a16:creationId xmlns:a16="http://schemas.microsoft.com/office/drawing/2014/main" id="{35667C80-0646-43B2-8217-357B4BD700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676400"/>
            <a:ext cx="6934200" cy="328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8613" name="Rectangle 5">
            <a:extLst>
              <a:ext uri="{FF2B5EF4-FFF2-40B4-BE49-F238E27FC236}">
                <a16:creationId xmlns:a16="http://schemas.microsoft.com/office/drawing/2014/main" id="{3A7E7039-6B63-4FBE-B43D-8CA8F62B20A0}"/>
              </a:ext>
            </a:extLst>
          </p:cNvPr>
          <p:cNvSpPr>
            <a:spLocks noChangeArrowheads="1"/>
          </p:cNvSpPr>
          <p:nvPr/>
        </p:nvSpPr>
        <p:spPr bwMode="auto">
          <a:xfrm>
            <a:off x="381000" y="5248275"/>
            <a:ext cx="84582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a:t>The friend keyword only appears in the </a:t>
            </a:r>
            <a:r>
              <a:rPr lang="en-IN" altLang="en-US" b="1"/>
              <a:t>class specification</a:t>
            </a:r>
          </a:p>
          <a:p>
            <a:pPr eaLnBrk="1" hangingPunct="1"/>
            <a:r>
              <a:rPr lang="en-IN" altLang="en-US"/>
              <a:t>This approach prevents arbitrary functions from becoming friends and gaining access to a class's private features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a:extLst>
              <a:ext uri="{FF2B5EF4-FFF2-40B4-BE49-F238E27FC236}">
                <a16:creationId xmlns:a16="http://schemas.microsoft.com/office/drawing/2014/main" id="{A291E072-E706-446C-B292-5082CEA33DA8}"/>
              </a:ext>
            </a:extLst>
          </p:cNvPr>
          <p:cNvSpPr>
            <a:spLocks noGrp="1"/>
          </p:cNvSpPr>
          <p:nvPr>
            <p:ph type="title"/>
          </p:nvPr>
        </p:nvSpPr>
        <p:spPr/>
        <p:txBody>
          <a:bodyPr/>
          <a:lstStyle/>
          <a:p>
            <a:r>
              <a:rPr lang="en-IN" altLang="en-US"/>
              <a:t>Friend Functions </a:t>
            </a:r>
          </a:p>
        </p:txBody>
      </p:sp>
      <p:sp>
        <p:nvSpPr>
          <p:cNvPr id="69635" name="Slide Number Placeholder 3">
            <a:extLst>
              <a:ext uri="{FF2B5EF4-FFF2-40B4-BE49-F238E27FC236}">
                <a16:creationId xmlns:a16="http://schemas.microsoft.com/office/drawing/2014/main" id="{3EC30FF9-4D04-4504-BF97-A1E1F714A03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024F499-32C7-49BF-9DE8-F4186042A6A7}" type="slidenum">
              <a:rPr lang="en-US" altLang="en-US">
                <a:latin typeface="Times New Roman" panose="02020603050405020304" pitchFamily="18" charset="0"/>
              </a:rPr>
              <a:pPr/>
              <a:t>57</a:t>
            </a:fld>
            <a:endParaRPr lang="en-US" altLang="en-US">
              <a:latin typeface="Times New Roman" panose="02020603050405020304" pitchFamily="18" charset="0"/>
            </a:endParaRPr>
          </a:p>
        </p:txBody>
      </p:sp>
      <p:pic>
        <p:nvPicPr>
          <p:cNvPr id="69636" name="Picture 2">
            <a:extLst>
              <a:ext uri="{FF2B5EF4-FFF2-40B4-BE49-F238E27FC236}">
                <a16:creationId xmlns:a16="http://schemas.microsoft.com/office/drawing/2014/main" id="{29BE8E6A-E16B-4A3D-830E-06C16BA8A7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828800"/>
            <a:ext cx="8739188" cy="340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a:extLst>
              <a:ext uri="{FF2B5EF4-FFF2-40B4-BE49-F238E27FC236}">
                <a16:creationId xmlns:a16="http://schemas.microsoft.com/office/drawing/2014/main" id="{5E75AEA7-C2BA-4A77-985E-6A874E44E76F}"/>
              </a:ext>
            </a:extLst>
          </p:cNvPr>
          <p:cNvSpPr>
            <a:spLocks noGrp="1"/>
          </p:cNvSpPr>
          <p:nvPr>
            <p:ph type="title"/>
          </p:nvPr>
        </p:nvSpPr>
        <p:spPr/>
        <p:txBody>
          <a:bodyPr/>
          <a:lstStyle/>
          <a:p>
            <a:r>
              <a:rPr lang="en-IN" altLang="en-US"/>
              <a:t>Friend Functions Example</a:t>
            </a:r>
          </a:p>
        </p:txBody>
      </p:sp>
      <p:sp>
        <p:nvSpPr>
          <p:cNvPr id="70659" name="Slide Number Placeholder 3">
            <a:extLst>
              <a:ext uri="{FF2B5EF4-FFF2-40B4-BE49-F238E27FC236}">
                <a16:creationId xmlns:a16="http://schemas.microsoft.com/office/drawing/2014/main" id="{812AD92F-FF3C-4B47-8E47-3EF4A499774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C871C4F-1B15-4C3D-BAA9-219C67D22238}" type="slidenum">
              <a:rPr lang="en-US" altLang="en-US">
                <a:latin typeface="Times New Roman" panose="02020603050405020304" pitchFamily="18" charset="0"/>
              </a:rPr>
              <a:pPr/>
              <a:t>58</a:t>
            </a:fld>
            <a:endParaRPr lang="en-US" altLang="en-US">
              <a:latin typeface="Times New Roman" panose="02020603050405020304" pitchFamily="18" charset="0"/>
            </a:endParaRPr>
          </a:p>
        </p:txBody>
      </p:sp>
      <p:sp>
        <p:nvSpPr>
          <p:cNvPr id="70660" name="Rectangle 5">
            <a:extLst>
              <a:ext uri="{FF2B5EF4-FFF2-40B4-BE49-F238E27FC236}">
                <a16:creationId xmlns:a16="http://schemas.microsoft.com/office/drawing/2014/main" id="{BB74855D-9249-4112-84C2-C264FD9A84D3}"/>
              </a:ext>
            </a:extLst>
          </p:cNvPr>
          <p:cNvSpPr>
            <a:spLocks noChangeArrowheads="1"/>
          </p:cNvSpPr>
          <p:nvPr/>
        </p:nvSpPr>
        <p:spPr bwMode="auto">
          <a:xfrm>
            <a:off x="533400" y="1371600"/>
            <a:ext cx="54102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a:t>include &lt;iostream&gt;</a:t>
            </a:r>
          </a:p>
          <a:p>
            <a:pPr eaLnBrk="1" hangingPunct="1"/>
            <a:r>
              <a:rPr lang="en-IN" altLang="en-US"/>
              <a:t>using namespace std;</a:t>
            </a:r>
          </a:p>
          <a:p>
            <a:pPr eaLnBrk="1" hangingPunct="1"/>
            <a:r>
              <a:rPr lang="en-IN" altLang="en-US"/>
              <a:t> </a:t>
            </a:r>
          </a:p>
          <a:p>
            <a:pPr eaLnBrk="1" hangingPunct="1"/>
            <a:r>
              <a:rPr lang="en-IN" altLang="en-US"/>
              <a:t>class Box {</a:t>
            </a:r>
          </a:p>
          <a:p>
            <a:pPr eaLnBrk="1" hangingPunct="1"/>
            <a:r>
              <a:rPr lang="en-IN" altLang="en-US"/>
              <a:t>                    double width;</a:t>
            </a:r>
          </a:p>
          <a:p>
            <a:pPr eaLnBrk="1" hangingPunct="1"/>
            <a:r>
              <a:rPr lang="en-IN" altLang="en-US"/>
              <a:t>                public:</a:t>
            </a:r>
          </a:p>
          <a:p>
            <a:pPr eaLnBrk="1" hangingPunct="1"/>
            <a:r>
              <a:rPr lang="en-IN" altLang="en-US"/>
              <a:t>                    </a:t>
            </a:r>
            <a:r>
              <a:rPr lang="en-IN" altLang="en-US" b="1">
                <a:solidFill>
                  <a:srgbClr val="A50021"/>
                </a:solidFill>
              </a:rPr>
              <a:t>friend void printWidth( Box b );</a:t>
            </a:r>
          </a:p>
          <a:p>
            <a:pPr eaLnBrk="1" hangingPunct="1"/>
            <a:r>
              <a:rPr lang="en-IN" altLang="en-US"/>
              <a:t>                    void setWidth( double wid );</a:t>
            </a:r>
          </a:p>
          <a:p>
            <a:pPr eaLnBrk="1" hangingPunct="1"/>
            <a:r>
              <a:rPr lang="en-IN" altLang="en-US"/>
              <a:t>};</a:t>
            </a:r>
          </a:p>
          <a:p>
            <a:pPr eaLnBrk="1" hangingPunct="1"/>
            <a:endParaRPr lang="en-IN" altLang="en-US"/>
          </a:p>
          <a:p>
            <a:pPr eaLnBrk="1" hangingPunct="1"/>
            <a:r>
              <a:rPr lang="en-IN" altLang="en-US"/>
              <a:t>void Box::setWidth( double wid ) {</a:t>
            </a:r>
          </a:p>
          <a:p>
            <a:pPr eaLnBrk="1" hangingPunct="1"/>
            <a:r>
              <a:rPr lang="en-IN" altLang="en-US"/>
              <a:t>   width = wid;</a:t>
            </a:r>
          </a:p>
          <a:p>
            <a:pPr eaLnBrk="1" hangingPunct="1"/>
            <a:r>
              <a:rPr lang="en-IN" altLang="en-US"/>
              <a:t>}</a:t>
            </a:r>
          </a:p>
          <a:p>
            <a:pPr eaLnBrk="1" hangingPunct="1"/>
            <a:endParaRPr lang="en-IN" altLang="en-US"/>
          </a:p>
          <a:p>
            <a:pPr eaLnBrk="1" hangingPunct="1"/>
            <a:r>
              <a:rPr lang="en-IN" altLang="en-US" b="1">
                <a:solidFill>
                  <a:srgbClr val="A50021"/>
                </a:solidFill>
              </a:rPr>
              <a:t>void printWidth( Box b ) {</a:t>
            </a:r>
          </a:p>
          <a:p>
            <a:pPr eaLnBrk="1" hangingPunct="1"/>
            <a:r>
              <a:rPr lang="en-IN" altLang="en-US" b="1">
                <a:solidFill>
                  <a:srgbClr val="A50021"/>
                </a:solidFill>
              </a:rPr>
              <a:t>      cout &lt;&lt; "Width of box : " &lt;&lt; b.width &lt;&lt;endl;</a:t>
            </a:r>
          </a:p>
          <a:p>
            <a:pPr eaLnBrk="1" hangingPunct="1"/>
            <a:r>
              <a:rPr lang="en-IN" altLang="en-US" b="1">
                <a:solidFill>
                  <a:srgbClr val="A50021"/>
                </a:solidFill>
              </a:rPr>
              <a:t>}</a:t>
            </a:r>
          </a:p>
        </p:txBody>
      </p:sp>
      <p:sp>
        <p:nvSpPr>
          <p:cNvPr id="70661" name="TextBox 6">
            <a:extLst>
              <a:ext uri="{FF2B5EF4-FFF2-40B4-BE49-F238E27FC236}">
                <a16:creationId xmlns:a16="http://schemas.microsoft.com/office/drawing/2014/main" id="{0DB2EF58-0AEF-4E64-9BDA-3A76ED9AA360}"/>
              </a:ext>
            </a:extLst>
          </p:cNvPr>
          <p:cNvSpPr txBox="1">
            <a:spLocks noChangeArrowheads="1"/>
          </p:cNvSpPr>
          <p:nvPr/>
        </p:nvSpPr>
        <p:spPr bwMode="auto">
          <a:xfrm>
            <a:off x="5334000" y="2057400"/>
            <a:ext cx="36576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a:t>main()</a:t>
            </a:r>
          </a:p>
          <a:p>
            <a:pPr eaLnBrk="1" hangingPunct="1"/>
            <a:r>
              <a:rPr lang="en-IN" altLang="en-US"/>
              <a:t>{</a:t>
            </a:r>
          </a:p>
          <a:p>
            <a:pPr eaLnBrk="1" hangingPunct="1"/>
            <a:r>
              <a:rPr lang="en-IN" altLang="en-US"/>
              <a:t>   Box b1;</a:t>
            </a:r>
          </a:p>
          <a:p>
            <a:pPr eaLnBrk="1" hangingPunct="1"/>
            <a:r>
              <a:rPr lang="en-IN" altLang="en-US"/>
              <a:t>   b1. setWidth( 10.5 ) ;</a:t>
            </a:r>
          </a:p>
          <a:p>
            <a:pPr eaLnBrk="1" hangingPunct="1"/>
            <a:r>
              <a:rPr lang="en-IN" altLang="en-US"/>
              <a:t>   </a:t>
            </a:r>
            <a:r>
              <a:rPr lang="en-IN" altLang="en-US" b="1">
                <a:solidFill>
                  <a:srgbClr val="A50021"/>
                </a:solidFill>
              </a:rPr>
              <a:t>printWidth( b1 );</a:t>
            </a:r>
          </a:p>
          <a:p>
            <a:pPr eaLnBrk="1" hangingPunct="1"/>
            <a:r>
              <a:rPr lang="en-IN" altLang="en-US"/>
              <a:t>}</a:t>
            </a:r>
          </a:p>
          <a:p>
            <a:pPr eaLnBrk="1" hangingPunct="1"/>
            <a:r>
              <a:rPr lang="en-IN" altLang="en-US"/>
              <a:t>   </a:t>
            </a:r>
          </a:p>
          <a:p>
            <a:pPr eaLnBrk="1" hangingPunct="1"/>
            <a:r>
              <a:rPr lang="en-IN" altLang="en-US"/>
              <a:t>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a:extLst>
              <a:ext uri="{FF2B5EF4-FFF2-40B4-BE49-F238E27FC236}">
                <a16:creationId xmlns:a16="http://schemas.microsoft.com/office/drawing/2014/main" id="{53A13BDC-00D0-4843-9728-93D9689791E4}"/>
              </a:ext>
            </a:extLst>
          </p:cNvPr>
          <p:cNvSpPr>
            <a:spLocks noGrp="1"/>
          </p:cNvSpPr>
          <p:nvPr>
            <p:ph type="title"/>
          </p:nvPr>
        </p:nvSpPr>
        <p:spPr/>
        <p:txBody>
          <a:bodyPr/>
          <a:lstStyle/>
          <a:p>
            <a:r>
              <a:rPr lang="en-IN" altLang="en-US" sz="3600"/>
              <a:t>Function as Friend of More than One Class</a:t>
            </a:r>
          </a:p>
        </p:txBody>
      </p:sp>
      <p:sp>
        <p:nvSpPr>
          <p:cNvPr id="71683" name="Slide Number Placeholder 3">
            <a:extLst>
              <a:ext uri="{FF2B5EF4-FFF2-40B4-BE49-F238E27FC236}">
                <a16:creationId xmlns:a16="http://schemas.microsoft.com/office/drawing/2014/main" id="{526A815D-284D-4884-A29A-DEEFCF5A973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755B3B6-D586-42DC-8360-EFD2970C6969}" type="slidenum">
              <a:rPr lang="en-US" altLang="en-US">
                <a:latin typeface="Times New Roman" panose="02020603050405020304" pitchFamily="18" charset="0"/>
              </a:rPr>
              <a:pPr/>
              <a:t>59</a:t>
            </a:fld>
            <a:endParaRPr lang="en-US" altLang="en-US">
              <a:latin typeface="Times New Roman" panose="02020603050405020304" pitchFamily="18" charset="0"/>
            </a:endParaRPr>
          </a:p>
        </p:txBody>
      </p:sp>
      <p:pic>
        <p:nvPicPr>
          <p:cNvPr id="71684" name="Picture 3">
            <a:extLst>
              <a:ext uri="{FF2B5EF4-FFF2-40B4-BE49-F238E27FC236}">
                <a16:creationId xmlns:a16="http://schemas.microsoft.com/office/drawing/2014/main" id="{0295C83C-5894-4096-895D-93CC932A56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50" y="1328738"/>
            <a:ext cx="549275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685" name="Picture 4">
            <a:extLst>
              <a:ext uri="{FF2B5EF4-FFF2-40B4-BE49-F238E27FC236}">
                <a16:creationId xmlns:a16="http://schemas.microsoft.com/office/drawing/2014/main" id="{EBFB2FC9-4429-4AAE-9F8D-1062C98C03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1066800"/>
            <a:ext cx="44196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7" name="Table 6">
            <a:extLst>
              <a:ext uri="{FF2B5EF4-FFF2-40B4-BE49-F238E27FC236}">
                <a16:creationId xmlns:a16="http://schemas.microsoft.com/office/drawing/2014/main" id="{F18652B2-F81F-49BF-85B5-285FCA892BDC}"/>
              </a:ext>
            </a:extLst>
          </p:cNvPr>
          <p:cNvGraphicFramePr>
            <a:graphicFrameLocks noGrp="1"/>
          </p:cNvGraphicFramePr>
          <p:nvPr/>
        </p:nvGraphicFramePr>
        <p:xfrm>
          <a:off x="6781800" y="2971800"/>
          <a:ext cx="762000" cy="371475"/>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0000"/>
                    </a:ext>
                  </a:extLst>
                </a:gridCol>
              </a:tblGrid>
              <a:tr h="371475">
                <a:tc>
                  <a:txBody>
                    <a:bodyPr/>
                    <a:lstStyle/>
                    <a:p>
                      <a:r>
                        <a:rPr lang="en-IN" sz="1800" dirty="0"/>
                        <a:t>   3</a:t>
                      </a:r>
                    </a:p>
                  </a:txBody>
                  <a:tcPr marT="45798" marB="45798"/>
                </a:tc>
                <a:extLst>
                  <a:ext uri="{0D108BD9-81ED-4DB2-BD59-A6C34878D82A}">
                    <a16:rowId xmlns:a16="http://schemas.microsoft.com/office/drawing/2014/main" val="10000"/>
                  </a:ext>
                </a:extLst>
              </a:tr>
            </a:tbl>
          </a:graphicData>
        </a:graphic>
      </p:graphicFrame>
      <p:sp>
        <p:nvSpPr>
          <p:cNvPr id="71692" name="TextBox 7">
            <a:extLst>
              <a:ext uri="{FF2B5EF4-FFF2-40B4-BE49-F238E27FC236}">
                <a16:creationId xmlns:a16="http://schemas.microsoft.com/office/drawing/2014/main" id="{F57D991F-9875-4DD6-8A6C-33D3D279DB08}"/>
              </a:ext>
            </a:extLst>
          </p:cNvPr>
          <p:cNvSpPr txBox="1">
            <a:spLocks noChangeArrowheads="1"/>
          </p:cNvSpPr>
          <p:nvPr/>
        </p:nvSpPr>
        <p:spPr bwMode="auto">
          <a:xfrm>
            <a:off x="6934200" y="2590800"/>
            <a:ext cx="838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t>aa</a:t>
            </a:r>
          </a:p>
        </p:txBody>
      </p:sp>
      <p:graphicFrame>
        <p:nvGraphicFramePr>
          <p:cNvPr id="12" name="Table 11">
            <a:extLst>
              <a:ext uri="{FF2B5EF4-FFF2-40B4-BE49-F238E27FC236}">
                <a16:creationId xmlns:a16="http://schemas.microsoft.com/office/drawing/2014/main" id="{A7F3A9E4-607A-4936-85E6-05867BE2FD06}"/>
              </a:ext>
            </a:extLst>
          </p:cNvPr>
          <p:cNvGraphicFramePr>
            <a:graphicFrameLocks noGrp="1"/>
          </p:cNvGraphicFramePr>
          <p:nvPr/>
        </p:nvGraphicFramePr>
        <p:xfrm>
          <a:off x="6858000" y="3819525"/>
          <a:ext cx="762000" cy="371475"/>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0000"/>
                    </a:ext>
                  </a:extLst>
                </a:gridCol>
              </a:tblGrid>
              <a:tr h="371475">
                <a:tc>
                  <a:txBody>
                    <a:bodyPr/>
                    <a:lstStyle/>
                    <a:p>
                      <a:r>
                        <a:rPr lang="en-IN" sz="1800" dirty="0"/>
                        <a:t>   7</a:t>
                      </a:r>
                    </a:p>
                  </a:txBody>
                  <a:tcPr marT="45798" marB="45798"/>
                </a:tc>
                <a:extLst>
                  <a:ext uri="{0D108BD9-81ED-4DB2-BD59-A6C34878D82A}">
                    <a16:rowId xmlns:a16="http://schemas.microsoft.com/office/drawing/2014/main" val="10000"/>
                  </a:ext>
                </a:extLst>
              </a:tr>
            </a:tbl>
          </a:graphicData>
        </a:graphic>
      </p:graphicFrame>
      <p:sp>
        <p:nvSpPr>
          <p:cNvPr id="71699" name="TextBox 12">
            <a:extLst>
              <a:ext uri="{FF2B5EF4-FFF2-40B4-BE49-F238E27FC236}">
                <a16:creationId xmlns:a16="http://schemas.microsoft.com/office/drawing/2014/main" id="{7339A9A5-DF66-4192-B080-DEA4904EC25F}"/>
              </a:ext>
            </a:extLst>
          </p:cNvPr>
          <p:cNvSpPr txBox="1">
            <a:spLocks noChangeArrowheads="1"/>
          </p:cNvSpPr>
          <p:nvPr/>
        </p:nvSpPr>
        <p:spPr bwMode="auto">
          <a:xfrm>
            <a:off x="6977063" y="3516313"/>
            <a:ext cx="838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t>bb</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a:extLst>
              <a:ext uri="{FF2B5EF4-FFF2-40B4-BE49-F238E27FC236}">
                <a16:creationId xmlns:a16="http://schemas.microsoft.com/office/drawing/2014/main" id="{EE990C01-D1DE-4007-AA4C-2DF190319845}"/>
              </a:ext>
            </a:extLst>
          </p:cNvPr>
          <p:cNvSpPr>
            <a:spLocks noGrp="1"/>
          </p:cNvSpPr>
          <p:nvPr>
            <p:ph type="title"/>
          </p:nvPr>
        </p:nvSpPr>
        <p:spPr/>
        <p:txBody>
          <a:bodyPr/>
          <a:lstStyle/>
          <a:p>
            <a:r>
              <a:rPr lang="en-IN" altLang="en-US"/>
              <a:t>Friend Functions</a:t>
            </a:r>
          </a:p>
        </p:txBody>
      </p:sp>
      <p:sp>
        <p:nvSpPr>
          <p:cNvPr id="3" name="Content Placeholder 2">
            <a:extLst>
              <a:ext uri="{FF2B5EF4-FFF2-40B4-BE49-F238E27FC236}">
                <a16:creationId xmlns:a16="http://schemas.microsoft.com/office/drawing/2014/main" id="{298AEA86-73AD-41FE-8142-06C0C3DB57AD}"/>
              </a:ext>
            </a:extLst>
          </p:cNvPr>
          <p:cNvSpPr>
            <a:spLocks noGrp="1"/>
          </p:cNvSpPr>
          <p:nvPr>
            <p:ph idx="1"/>
          </p:nvPr>
        </p:nvSpPr>
        <p:spPr/>
        <p:txBody>
          <a:bodyPr/>
          <a:lstStyle/>
          <a:p>
            <a:pPr>
              <a:defRPr/>
            </a:pPr>
            <a:r>
              <a:rPr lang="en-IN" sz="2000" dirty="0"/>
              <a:t>Member functions one class can be friend functions of another class</a:t>
            </a:r>
          </a:p>
          <a:p>
            <a:pPr>
              <a:defRPr/>
            </a:pPr>
            <a:r>
              <a:rPr lang="en-IN" sz="2000" b="1" dirty="0"/>
              <a:t>Example</a:t>
            </a:r>
          </a:p>
          <a:p>
            <a:pPr>
              <a:defRPr/>
            </a:pPr>
            <a:endParaRPr lang="en-IN" sz="2000" dirty="0"/>
          </a:p>
          <a:p>
            <a:pPr>
              <a:defRPr/>
            </a:pPr>
            <a:endParaRPr lang="en-IN" sz="2000" dirty="0"/>
          </a:p>
          <a:p>
            <a:pPr>
              <a:defRPr/>
            </a:pPr>
            <a:endParaRPr lang="en-IN" sz="2000" dirty="0"/>
          </a:p>
        </p:txBody>
      </p:sp>
      <p:sp>
        <p:nvSpPr>
          <p:cNvPr id="72708" name="Slide Number Placeholder 3">
            <a:extLst>
              <a:ext uri="{FF2B5EF4-FFF2-40B4-BE49-F238E27FC236}">
                <a16:creationId xmlns:a16="http://schemas.microsoft.com/office/drawing/2014/main" id="{3B4BE901-4ADC-4863-8097-64A956E6560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C325A67-364F-41D2-86F4-A313F1AE5824}" type="slidenum">
              <a:rPr lang="en-US" altLang="en-US">
                <a:latin typeface="Times New Roman" panose="02020603050405020304" pitchFamily="18" charset="0"/>
              </a:rPr>
              <a:pPr/>
              <a:t>60</a:t>
            </a:fld>
            <a:endParaRPr lang="en-US" altLang="en-US">
              <a:latin typeface="Times New Roman" panose="02020603050405020304" pitchFamily="18" charset="0"/>
            </a:endParaRPr>
          </a:p>
        </p:txBody>
      </p:sp>
      <p:sp>
        <p:nvSpPr>
          <p:cNvPr id="72709" name="TextBox 4">
            <a:extLst>
              <a:ext uri="{FF2B5EF4-FFF2-40B4-BE49-F238E27FC236}">
                <a16:creationId xmlns:a16="http://schemas.microsoft.com/office/drawing/2014/main" id="{62171DDF-46A9-4A18-9D24-23DBEA003B71}"/>
              </a:ext>
            </a:extLst>
          </p:cNvPr>
          <p:cNvSpPr txBox="1">
            <a:spLocks noChangeArrowheads="1"/>
          </p:cNvSpPr>
          <p:nvPr/>
        </p:nvSpPr>
        <p:spPr bwMode="auto">
          <a:xfrm>
            <a:off x="261938" y="2362200"/>
            <a:ext cx="4038600"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sz="2000"/>
              <a:t>class foo</a:t>
            </a:r>
          </a:p>
          <a:p>
            <a:pPr eaLnBrk="1" hangingPunct="1"/>
            <a:r>
              <a:rPr lang="en-IN" altLang="en-US" sz="2000"/>
              <a:t>{</a:t>
            </a:r>
          </a:p>
          <a:p>
            <a:pPr eaLnBrk="1" hangingPunct="1"/>
            <a:r>
              <a:rPr lang="en-IN" altLang="en-US" sz="2000"/>
              <a:t>       public: </a:t>
            </a:r>
          </a:p>
          <a:p>
            <a:pPr eaLnBrk="1" hangingPunct="1"/>
            <a:r>
              <a:rPr lang="en-IN" altLang="en-US" sz="2000"/>
              <a:t>          int func1();</a:t>
            </a:r>
          </a:p>
          <a:p>
            <a:pPr eaLnBrk="1" hangingPunct="1"/>
            <a:r>
              <a:rPr lang="en-IN" altLang="en-US" sz="2000"/>
              <a:t>          ….</a:t>
            </a:r>
          </a:p>
          <a:p>
            <a:pPr eaLnBrk="1" hangingPunct="1"/>
            <a:r>
              <a:rPr lang="en-IN" altLang="en-US" sz="2000"/>
              <a:t>};</a:t>
            </a:r>
          </a:p>
          <a:p>
            <a:pPr eaLnBrk="1" hangingPunct="1"/>
            <a:r>
              <a:rPr lang="en-IN" altLang="en-US" sz="2000"/>
              <a:t>class Bar</a:t>
            </a:r>
          </a:p>
          <a:p>
            <a:pPr eaLnBrk="1" hangingPunct="1"/>
            <a:r>
              <a:rPr lang="en-IN" altLang="en-US" sz="2000"/>
              <a:t>{</a:t>
            </a:r>
          </a:p>
          <a:p>
            <a:pPr eaLnBrk="1" hangingPunct="1"/>
            <a:r>
              <a:rPr lang="en-IN" altLang="en-US" sz="2000"/>
              <a:t>        </a:t>
            </a:r>
            <a:r>
              <a:rPr lang="en-IN" altLang="en-US" sz="2000">
                <a:solidFill>
                  <a:srgbClr val="A50021"/>
                </a:solidFill>
              </a:rPr>
              <a:t>friend int foo::func1();</a:t>
            </a:r>
          </a:p>
          <a:p>
            <a:pPr eaLnBrk="1" hangingPunct="1"/>
            <a:r>
              <a:rPr lang="en-IN" altLang="en-US" sz="2000"/>
              <a:t>};</a:t>
            </a:r>
          </a:p>
        </p:txBody>
      </p:sp>
      <p:sp>
        <p:nvSpPr>
          <p:cNvPr id="72710" name="Rectangle 5">
            <a:extLst>
              <a:ext uri="{FF2B5EF4-FFF2-40B4-BE49-F238E27FC236}">
                <a16:creationId xmlns:a16="http://schemas.microsoft.com/office/drawing/2014/main" id="{6DDE1022-322A-4DAE-9BDE-173EFDF6BAE3}"/>
              </a:ext>
            </a:extLst>
          </p:cNvPr>
          <p:cNvSpPr>
            <a:spLocks noChangeArrowheads="1"/>
          </p:cNvSpPr>
          <p:nvPr/>
        </p:nvSpPr>
        <p:spPr bwMode="auto">
          <a:xfrm>
            <a:off x="3810000" y="2003425"/>
            <a:ext cx="60198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a:solidFill>
                  <a:srgbClr val="A50021"/>
                </a:solidFill>
              </a:rPr>
              <a:t>#include &lt;iostream&gt;</a:t>
            </a:r>
          </a:p>
          <a:p>
            <a:pPr eaLnBrk="1" hangingPunct="1"/>
            <a:r>
              <a:rPr lang="en-IN" altLang="en-US">
                <a:solidFill>
                  <a:srgbClr val="A50021"/>
                </a:solidFill>
              </a:rPr>
              <a:t>using namespace std;</a:t>
            </a:r>
          </a:p>
          <a:p>
            <a:pPr eaLnBrk="1" hangingPunct="1"/>
            <a:r>
              <a:rPr lang="en-IN" altLang="en-US">
                <a:solidFill>
                  <a:srgbClr val="A50021"/>
                </a:solidFill>
              </a:rPr>
              <a:t>class A; // forward declaration of A needed by B</a:t>
            </a:r>
          </a:p>
          <a:p>
            <a:pPr eaLnBrk="1" hangingPunct="1"/>
            <a:r>
              <a:rPr lang="en-IN" altLang="en-US" b="1">
                <a:solidFill>
                  <a:srgbClr val="A50021"/>
                </a:solidFill>
              </a:rPr>
              <a:t>class B</a:t>
            </a:r>
          </a:p>
          <a:p>
            <a:pPr eaLnBrk="1" hangingPunct="1"/>
            <a:r>
              <a:rPr lang="en-IN" altLang="en-US">
                <a:solidFill>
                  <a:srgbClr val="A50021"/>
                </a:solidFill>
              </a:rPr>
              <a:t>{     public:</a:t>
            </a:r>
          </a:p>
          <a:p>
            <a:pPr eaLnBrk="1" hangingPunct="1"/>
            <a:r>
              <a:rPr lang="en-IN" altLang="en-US">
                <a:solidFill>
                  <a:srgbClr val="A50021"/>
                </a:solidFill>
              </a:rPr>
              <a:t>        </a:t>
            </a:r>
            <a:r>
              <a:rPr lang="en-IN" altLang="en-US" b="1">
                <a:solidFill>
                  <a:srgbClr val="A50021"/>
                </a:solidFill>
              </a:rPr>
              <a:t>void display(A obj);</a:t>
            </a:r>
            <a:r>
              <a:rPr lang="en-IN" altLang="en-US">
                <a:solidFill>
                  <a:srgbClr val="A50021"/>
                </a:solidFill>
              </a:rPr>
              <a:t> //no body declared</a:t>
            </a:r>
          </a:p>
          <a:p>
            <a:pPr eaLnBrk="1" hangingPunct="1"/>
            <a:r>
              <a:rPr lang="en-IN" altLang="en-US">
                <a:solidFill>
                  <a:srgbClr val="A50021"/>
                </a:solidFill>
              </a:rPr>
              <a:t>};</a:t>
            </a:r>
          </a:p>
          <a:p>
            <a:pPr eaLnBrk="1" hangingPunct="1"/>
            <a:r>
              <a:rPr lang="en-IN" altLang="en-US" b="1">
                <a:solidFill>
                  <a:srgbClr val="A50021"/>
                </a:solidFill>
              </a:rPr>
              <a:t>class A</a:t>
            </a:r>
          </a:p>
          <a:p>
            <a:pPr eaLnBrk="1" hangingPunct="1"/>
            <a:r>
              <a:rPr lang="en-IN" altLang="en-US">
                <a:solidFill>
                  <a:srgbClr val="A50021"/>
                </a:solidFill>
              </a:rPr>
              <a:t>{</a:t>
            </a:r>
          </a:p>
          <a:p>
            <a:pPr eaLnBrk="1" hangingPunct="1"/>
            <a:r>
              <a:rPr lang="en-IN" altLang="en-US">
                <a:solidFill>
                  <a:srgbClr val="A50021"/>
                </a:solidFill>
              </a:rPr>
              <a:t>    int x;</a:t>
            </a:r>
          </a:p>
          <a:p>
            <a:pPr eaLnBrk="1" hangingPunct="1"/>
            <a:r>
              <a:rPr lang="en-IN" altLang="en-US">
                <a:solidFill>
                  <a:srgbClr val="A50021"/>
                </a:solidFill>
              </a:rPr>
              <a:t>    public:</a:t>
            </a:r>
          </a:p>
          <a:p>
            <a:pPr eaLnBrk="1" hangingPunct="1"/>
            <a:r>
              <a:rPr lang="en-IN" altLang="en-US">
                <a:solidFill>
                  <a:srgbClr val="A50021"/>
                </a:solidFill>
              </a:rPr>
              <a:t>        A()  { x = 4; }</a:t>
            </a:r>
          </a:p>
          <a:p>
            <a:pPr eaLnBrk="1" hangingPunct="1"/>
            <a:r>
              <a:rPr lang="en-IN" altLang="en-US">
                <a:solidFill>
                  <a:srgbClr val="A50021"/>
                </a:solidFill>
              </a:rPr>
              <a:t>        </a:t>
            </a:r>
            <a:r>
              <a:rPr lang="en-IN" altLang="en-US" b="1">
                <a:solidFill>
                  <a:srgbClr val="A50021"/>
                </a:solidFill>
              </a:rPr>
              <a:t>friend void B::display(A);</a:t>
            </a:r>
          </a:p>
          <a:p>
            <a:pPr eaLnBrk="1" hangingPunct="1"/>
            <a:r>
              <a:rPr lang="en-IN" altLang="en-US">
                <a:solidFill>
                  <a:srgbClr val="A50021"/>
                </a:solidFill>
              </a:rPr>
              <a:t>};</a:t>
            </a:r>
          </a:p>
          <a:p>
            <a:pPr eaLnBrk="1" hangingPunct="1"/>
            <a:r>
              <a:rPr lang="en-IN" altLang="en-US" b="1">
                <a:solidFill>
                  <a:srgbClr val="A50021"/>
                </a:solidFill>
              </a:rPr>
              <a:t>void B::display(A obj)</a:t>
            </a:r>
          </a:p>
          <a:p>
            <a:pPr eaLnBrk="1" hangingPunct="1"/>
            <a:r>
              <a:rPr lang="en-IN" altLang="en-US" b="1">
                <a:solidFill>
                  <a:srgbClr val="A50021"/>
                </a:solidFill>
              </a:rPr>
              <a:t>{     cout &lt;&lt; obj.x &lt;&lt; endl; }</a:t>
            </a:r>
          </a:p>
          <a:p>
            <a:pPr eaLnBrk="1" hangingPunct="1"/>
            <a:endParaRPr lang="en-IN" altLang="en-US">
              <a:solidFill>
                <a:srgbClr val="A50021"/>
              </a:solidFill>
            </a:endParaRPr>
          </a:p>
        </p:txBody>
      </p:sp>
      <p:sp>
        <p:nvSpPr>
          <p:cNvPr id="72711" name="Rectangle 6">
            <a:extLst>
              <a:ext uri="{FF2B5EF4-FFF2-40B4-BE49-F238E27FC236}">
                <a16:creationId xmlns:a16="http://schemas.microsoft.com/office/drawing/2014/main" id="{DA9B9307-99C7-4F35-811F-B2D1CDE79E22}"/>
              </a:ext>
            </a:extLst>
          </p:cNvPr>
          <p:cNvSpPr>
            <a:spLocks noChangeArrowheads="1"/>
          </p:cNvSpPr>
          <p:nvPr/>
        </p:nvSpPr>
        <p:spPr bwMode="auto">
          <a:xfrm>
            <a:off x="7048500" y="4114800"/>
            <a:ext cx="20955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a:solidFill>
                  <a:srgbClr val="A50021"/>
                </a:solidFill>
              </a:rPr>
              <a:t>int main()</a:t>
            </a:r>
          </a:p>
          <a:p>
            <a:pPr eaLnBrk="1" hangingPunct="1"/>
            <a:r>
              <a:rPr lang="en-IN" altLang="en-US">
                <a:solidFill>
                  <a:srgbClr val="A50021"/>
                </a:solidFill>
              </a:rPr>
              <a:t>{   A a;</a:t>
            </a:r>
          </a:p>
          <a:p>
            <a:pPr eaLnBrk="1" hangingPunct="1"/>
            <a:r>
              <a:rPr lang="en-IN" altLang="en-US">
                <a:solidFill>
                  <a:srgbClr val="A50021"/>
                </a:solidFill>
              </a:rPr>
              <a:t>    B b;</a:t>
            </a:r>
          </a:p>
          <a:p>
            <a:pPr eaLnBrk="1" hangingPunct="1"/>
            <a:r>
              <a:rPr lang="en-IN" altLang="en-US" b="1">
                <a:solidFill>
                  <a:srgbClr val="A50021"/>
                </a:solidFill>
              </a:rPr>
              <a:t>    b.display(a);</a:t>
            </a:r>
          </a:p>
          <a:p>
            <a:pPr eaLnBrk="1" hangingPunct="1"/>
            <a:r>
              <a:rPr lang="en-IN" altLang="en-US">
                <a:solidFill>
                  <a:srgbClr val="A50021"/>
                </a:solidFill>
              </a:rPr>
              <a:t>    return 0;</a:t>
            </a:r>
          </a:p>
          <a:p>
            <a:pPr eaLnBrk="1" hangingPunct="1"/>
            <a:r>
              <a:rPr lang="en-IN" altLang="en-US">
                <a:solidFill>
                  <a:srgbClr val="A50021"/>
                </a:solidFill>
              </a:rPr>
              <a: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a:extLst>
              <a:ext uri="{FF2B5EF4-FFF2-40B4-BE49-F238E27FC236}">
                <a16:creationId xmlns:a16="http://schemas.microsoft.com/office/drawing/2014/main" id="{07E93327-E750-450C-9BA6-E9A493A27210}"/>
              </a:ext>
            </a:extLst>
          </p:cNvPr>
          <p:cNvSpPr>
            <a:spLocks noGrp="1"/>
          </p:cNvSpPr>
          <p:nvPr>
            <p:ph type="title"/>
          </p:nvPr>
        </p:nvSpPr>
        <p:spPr/>
        <p:txBody>
          <a:bodyPr/>
          <a:lstStyle/>
          <a:p>
            <a:r>
              <a:rPr lang="en-US" altLang="en-US" sz="4400"/>
              <a:t>Friend Class</a:t>
            </a:r>
            <a:endParaRPr lang="en-IN" altLang="en-US"/>
          </a:p>
        </p:txBody>
      </p:sp>
      <p:sp>
        <p:nvSpPr>
          <p:cNvPr id="3" name="Content Placeholder 2">
            <a:extLst>
              <a:ext uri="{FF2B5EF4-FFF2-40B4-BE49-F238E27FC236}">
                <a16:creationId xmlns:a16="http://schemas.microsoft.com/office/drawing/2014/main" id="{448F76C0-1A59-4DED-9B8C-4D6C03065F25}"/>
              </a:ext>
            </a:extLst>
          </p:cNvPr>
          <p:cNvSpPr>
            <a:spLocks noGrp="1"/>
          </p:cNvSpPr>
          <p:nvPr>
            <p:ph idx="1"/>
          </p:nvPr>
        </p:nvSpPr>
        <p:spPr/>
        <p:txBody>
          <a:bodyPr/>
          <a:lstStyle/>
          <a:p>
            <a:pPr algn="just" eaLnBrk="1" hangingPunct="1">
              <a:spcBef>
                <a:spcPts val="0"/>
              </a:spcBef>
              <a:buClr>
                <a:schemeClr val="tx1"/>
              </a:buClr>
              <a:defRPr/>
            </a:pPr>
            <a:r>
              <a:rPr lang="en-US" sz="2000" dirty="0">
                <a:solidFill>
                  <a:srgbClr val="A50021"/>
                </a:solidFill>
              </a:rPr>
              <a:t>Entire class can be declared as friend for another class</a:t>
            </a:r>
          </a:p>
          <a:p>
            <a:pPr algn="just" eaLnBrk="1" hangingPunct="1">
              <a:spcBef>
                <a:spcPts val="0"/>
              </a:spcBef>
              <a:buClr>
                <a:schemeClr val="tx1"/>
              </a:buClr>
              <a:defRPr/>
            </a:pPr>
            <a:endParaRPr lang="en-US" sz="1400" dirty="0"/>
          </a:p>
          <a:p>
            <a:pPr algn="just" eaLnBrk="1" hangingPunct="1">
              <a:spcBef>
                <a:spcPts val="0"/>
              </a:spcBef>
              <a:buClr>
                <a:schemeClr val="tx1"/>
              </a:buClr>
              <a:defRPr/>
            </a:pPr>
            <a:r>
              <a:rPr lang="en-US" sz="2000" dirty="0"/>
              <a:t>When a class is declared as friend, it means the members of the friend class have access to all the public / private / protected members of the class in which the declaration was made</a:t>
            </a:r>
          </a:p>
          <a:p>
            <a:pPr algn="just" eaLnBrk="1" hangingPunct="1">
              <a:spcBef>
                <a:spcPts val="0"/>
              </a:spcBef>
              <a:buClr>
                <a:schemeClr val="tx1"/>
              </a:buClr>
              <a:defRPr/>
            </a:pPr>
            <a:endParaRPr lang="en-US" sz="2000" dirty="0"/>
          </a:p>
          <a:p>
            <a:pPr>
              <a:defRPr/>
            </a:pPr>
            <a:r>
              <a:rPr lang="en-IN" sz="2000" dirty="0"/>
              <a:t>Friendship is granted, </a:t>
            </a:r>
            <a:r>
              <a:rPr lang="en-IN" sz="2000" i="1" dirty="0"/>
              <a:t>not </a:t>
            </a:r>
            <a:r>
              <a:rPr lang="en-IN" sz="2000" dirty="0"/>
              <a:t>taken—i.e., for class B to be a friend of class A, class A must explicitly declare that class B is its friend</a:t>
            </a:r>
            <a:endParaRPr lang="en-US" sz="2000" b="1" dirty="0"/>
          </a:p>
          <a:p>
            <a:pPr algn="just" eaLnBrk="1" hangingPunct="1">
              <a:spcBef>
                <a:spcPts val="0"/>
              </a:spcBef>
              <a:buClr>
                <a:schemeClr val="tx1"/>
              </a:buClr>
              <a:defRPr/>
            </a:pPr>
            <a:endParaRPr lang="en-US" sz="2000" b="1" dirty="0"/>
          </a:p>
          <a:p>
            <a:pPr algn="just" eaLnBrk="1" hangingPunct="1">
              <a:spcBef>
                <a:spcPts val="0"/>
              </a:spcBef>
              <a:buClr>
                <a:schemeClr val="tx1"/>
              </a:buClr>
              <a:defRPr/>
            </a:pPr>
            <a:r>
              <a:rPr lang="en-US" sz="2000" b="1" dirty="0"/>
              <a:t>Note: </a:t>
            </a:r>
          </a:p>
          <a:p>
            <a:pPr lvl="1" algn="just" eaLnBrk="1" hangingPunct="1">
              <a:spcBef>
                <a:spcPts val="0"/>
              </a:spcBef>
              <a:buClr>
                <a:schemeClr val="tx1"/>
              </a:buClr>
              <a:defRPr/>
            </a:pPr>
            <a:r>
              <a:rPr lang="en-US" sz="2000" dirty="0">
                <a:solidFill>
                  <a:srgbClr val="A50021"/>
                </a:solidFill>
              </a:rPr>
              <a:t>Friendship relation is not Symmetric</a:t>
            </a:r>
          </a:p>
          <a:p>
            <a:pPr lvl="2" algn="just" eaLnBrk="1" hangingPunct="1">
              <a:spcBef>
                <a:spcPts val="0"/>
              </a:spcBef>
              <a:buClr>
                <a:schemeClr val="tx1"/>
              </a:buClr>
              <a:defRPr/>
            </a:pPr>
            <a:r>
              <a:rPr lang="en-US" sz="1800" dirty="0">
                <a:solidFill>
                  <a:srgbClr val="660033"/>
                </a:solidFill>
              </a:rPr>
              <a:t>If </a:t>
            </a:r>
            <a:r>
              <a:rPr lang="en-IN" sz="1800" dirty="0">
                <a:solidFill>
                  <a:srgbClr val="660033"/>
                </a:solidFill>
              </a:rPr>
              <a:t>class A is a friend of class B, </a:t>
            </a:r>
            <a:r>
              <a:rPr lang="en-IN" sz="1800" dirty="0"/>
              <a:t>you cannot infer that </a:t>
            </a:r>
            <a:r>
              <a:rPr lang="en-IN" sz="1800" dirty="0">
                <a:solidFill>
                  <a:srgbClr val="660033"/>
                </a:solidFill>
              </a:rPr>
              <a:t>class B is not a friend of class A</a:t>
            </a:r>
            <a:endParaRPr lang="en-US" sz="1800" dirty="0">
              <a:solidFill>
                <a:srgbClr val="660033"/>
              </a:solidFill>
            </a:endParaRPr>
          </a:p>
          <a:p>
            <a:pPr lvl="1" algn="just" eaLnBrk="1" hangingPunct="1">
              <a:spcBef>
                <a:spcPts val="0"/>
              </a:spcBef>
              <a:buClr>
                <a:schemeClr val="tx1"/>
              </a:buClr>
              <a:defRPr/>
            </a:pPr>
            <a:r>
              <a:rPr lang="en-US" sz="2000" dirty="0">
                <a:solidFill>
                  <a:srgbClr val="A50021"/>
                </a:solidFill>
              </a:rPr>
              <a:t>Friendship relation is not Transitive</a:t>
            </a:r>
          </a:p>
          <a:p>
            <a:pPr lvl="2">
              <a:defRPr/>
            </a:pPr>
            <a:r>
              <a:rPr lang="en-IN" sz="1800" dirty="0"/>
              <a:t>if class A is a friend of class B, and class B is a friend of class C, you cannot infer that class B is a friend of class A</a:t>
            </a:r>
            <a:endParaRPr lang="en-US" sz="1800" dirty="0"/>
          </a:p>
          <a:p>
            <a:pPr lvl="1" algn="just" eaLnBrk="1" hangingPunct="1">
              <a:spcBef>
                <a:spcPts val="0"/>
              </a:spcBef>
              <a:buClr>
                <a:schemeClr val="tx1"/>
              </a:buClr>
              <a:defRPr/>
            </a:pPr>
            <a:r>
              <a:rPr lang="en-US" sz="2000" dirty="0">
                <a:solidFill>
                  <a:srgbClr val="A50021"/>
                </a:solidFill>
              </a:rPr>
              <a:t>Friendship is not inherited</a:t>
            </a:r>
          </a:p>
          <a:p>
            <a:pPr lvl="1" algn="just" eaLnBrk="1" hangingPunct="1">
              <a:spcBef>
                <a:spcPts val="0"/>
              </a:spcBef>
              <a:buClr>
                <a:schemeClr val="tx1"/>
              </a:buClr>
              <a:defRPr/>
            </a:pPr>
            <a:endParaRPr lang="en-US" sz="1600" dirty="0"/>
          </a:p>
          <a:p>
            <a:pPr>
              <a:defRPr/>
            </a:pPr>
            <a:endParaRPr lang="en-IN" sz="2000" dirty="0"/>
          </a:p>
        </p:txBody>
      </p:sp>
      <p:sp>
        <p:nvSpPr>
          <p:cNvPr id="73732" name="Slide Number Placeholder 3">
            <a:extLst>
              <a:ext uri="{FF2B5EF4-FFF2-40B4-BE49-F238E27FC236}">
                <a16:creationId xmlns:a16="http://schemas.microsoft.com/office/drawing/2014/main" id="{8D76D35B-AB41-4000-BE3E-EBAB667A97A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23B01FD-75EF-4567-95B1-8B9C0854D295}" type="slidenum">
              <a:rPr lang="en-US" altLang="en-US">
                <a:latin typeface="Times New Roman" panose="02020603050405020304" pitchFamily="18" charset="0"/>
              </a:rPr>
              <a:pPr/>
              <a:t>61</a:t>
            </a:fld>
            <a:endParaRPr lang="en-US" altLang="en-US">
              <a:latin typeface="Times New Roman" panose="02020603050405020304" pitchFamily="18"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a:extLst>
              <a:ext uri="{FF2B5EF4-FFF2-40B4-BE49-F238E27FC236}">
                <a16:creationId xmlns:a16="http://schemas.microsoft.com/office/drawing/2014/main" id="{82514D59-0989-4FA1-832D-AD5959AD0039}"/>
              </a:ext>
            </a:extLst>
          </p:cNvPr>
          <p:cNvSpPr>
            <a:spLocks noGrp="1"/>
          </p:cNvSpPr>
          <p:nvPr>
            <p:ph type="title"/>
          </p:nvPr>
        </p:nvSpPr>
        <p:spPr/>
        <p:txBody>
          <a:bodyPr/>
          <a:lstStyle/>
          <a:p>
            <a:r>
              <a:rPr lang="en-IN" altLang="en-US"/>
              <a:t>Friend Class Example</a:t>
            </a:r>
          </a:p>
        </p:txBody>
      </p:sp>
      <p:sp>
        <p:nvSpPr>
          <p:cNvPr id="74755" name="Slide Number Placeholder 3">
            <a:extLst>
              <a:ext uri="{FF2B5EF4-FFF2-40B4-BE49-F238E27FC236}">
                <a16:creationId xmlns:a16="http://schemas.microsoft.com/office/drawing/2014/main" id="{3D3C4465-9F2D-4323-9E6B-021371567DD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27B3740-D820-4A49-8B3C-F702980D1A86}" type="slidenum">
              <a:rPr lang="en-US" altLang="en-US">
                <a:latin typeface="Times New Roman" panose="02020603050405020304" pitchFamily="18" charset="0"/>
              </a:rPr>
              <a:pPr/>
              <a:t>62</a:t>
            </a:fld>
            <a:endParaRPr lang="en-US" altLang="en-US">
              <a:latin typeface="Times New Roman" panose="02020603050405020304" pitchFamily="18" charset="0"/>
            </a:endParaRPr>
          </a:p>
        </p:txBody>
      </p:sp>
      <p:sp>
        <p:nvSpPr>
          <p:cNvPr id="74756" name="Rectangle 3">
            <a:extLst>
              <a:ext uri="{FF2B5EF4-FFF2-40B4-BE49-F238E27FC236}">
                <a16:creationId xmlns:a16="http://schemas.microsoft.com/office/drawing/2014/main" id="{B26E6735-FD6E-490E-B752-809FB28F8B00}"/>
              </a:ext>
            </a:extLst>
          </p:cNvPr>
          <p:cNvSpPr>
            <a:spLocks noChangeArrowheads="1"/>
          </p:cNvSpPr>
          <p:nvPr/>
        </p:nvSpPr>
        <p:spPr bwMode="auto">
          <a:xfrm>
            <a:off x="457200" y="1371600"/>
            <a:ext cx="8458200" cy="4968875"/>
          </a:xfrm>
          <a:prstGeom prst="rect">
            <a:avLst/>
          </a:prstGeom>
          <a:solidFill>
            <a:srgbClr val="FFFFFF"/>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200"/>
              </a:spcBef>
              <a:spcAft>
                <a:spcPts val="200"/>
              </a:spcAft>
            </a:pPr>
            <a:r>
              <a:rPr lang="en-US" altLang="ko-KR" sz="1600" b="1">
                <a:ea typeface="Batang" panose="02030600000101010101" pitchFamily="18" charset="-127"/>
              </a:rPr>
              <a:t>#include &lt;iostream&gt;</a:t>
            </a:r>
          </a:p>
          <a:p>
            <a:pPr>
              <a:spcBef>
                <a:spcPts val="200"/>
              </a:spcBef>
              <a:spcAft>
                <a:spcPts val="200"/>
              </a:spcAft>
            </a:pPr>
            <a:r>
              <a:rPr lang="en-US" altLang="ko-KR" sz="1600" b="1">
                <a:ea typeface="Batang" panose="02030600000101010101" pitchFamily="18" charset="-127"/>
              </a:rPr>
              <a:t>using namespace std;</a:t>
            </a:r>
          </a:p>
          <a:p>
            <a:pPr>
              <a:spcBef>
                <a:spcPts val="200"/>
              </a:spcBef>
              <a:spcAft>
                <a:spcPts val="200"/>
              </a:spcAft>
            </a:pPr>
            <a:r>
              <a:rPr lang="en-US" altLang="ko-KR" sz="1600" b="1">
                <a:ea typeface="Batang" panose="02030600000101010101" pitchFamily="18" charset="-127"/>
              </a:rPr>
              <a:t>class two;</a:t>
            </a:r>
          </a:p>
          <a:p>
            <a:r>
              <a:rPr lang="en-US" altLang="ko-KR" sz="1600" b="1">
                <a:ea typeface="굴림" panose="020B0600000101010101" pitchFamily="34" charset="-127"/>
              </a:rPr>
              <a:t>class one</a:t>
            </a:r>
          </a:p>
          <a:p>
            <a:r>
              <a:rPr lang="en-US" altLang="ko-KR" sz="1600" b="1">
                <a:ea typeface="굴림" panose="020B0600000101010101" pitchFamily="34" charset="-127"/>
              </a:rPr>
              <a:t>{	int a1,b1;</a:t>
            </a:r>
          </a:p>
          <a:p>
            <a:r>
              <a:rPr lang="en-US" altLang="ko-KR" sz="1600" b="1">
                <a:ea typeface="굴림" panose="020B0600000101010101" pitchFamily="34" charset="-127"/>
              </a:rPr>
              <a:t>	public:</a:t>
            </a:r>
          </a:p>
          <a:p>
            <a:r>
              <a:rPr lang="en-US" altLang="ko-KR" sz="1600" b="1">
                <a:ea typeface="굴림" panose="020B0600000101010101" pitchFamily="34" charset="-127"/>
              </a:rPr>
              <a:t>	assign(void)</a:t>
            </a:r>
          </a:p>
          <a:p>
            <a:r>
              <a:rPr lang="en-US" altLang="ko-KR" sz="1600" b="1">
                <a:ea typeface="굴림" panose="020B0600000101010101" pitchFamily="34" charset="-127"/>
              </a:rPr>
              <a:t>	{   a1=5,	b1=10;	}</a:t>
            </a:r>
          </a:p>
          <a:p>
            <a:r>
              <a:rPr lang="en-US" altLang="ko-KR" sz="1600" b="1">
                <a:ea typeface="굴림" panose="020B0600000101010101" pitchFamily="34" charset="-127"/>
              </a:rPr>
              <a:t>	</a:t>
            </a:r>
            <a:r>
              <a:rPr lang="en-US" altLang="ko-KR" sz="1600" b="1">
                <a:solidFill>
                  <a:srgbClr val="0000FF"/>
                </a:solidFill>
                <a:ea typeface="굴림" panose="020B0600000101010101" pitchFamily="34" charset="-127"/>
              </a:rPr>
              <a:t>friend class two;</a:t>
            </a:r>
          </a:p>
          <a:p>
            <a:r>
              <a:rPr lang="en-US" altLang="ko-KR" sz="1600" b="1">
                <a:ea typeface="굴림" panose="020B0600000101010101" pitchFamily="34" charset="-127"/>
              </a:rPr>
              <a:t>};</a:t>
            </a:r>
          </a:p>
          <a:p>
            <a:r>
              <a:rPr lang="en-US" altLang="ko-KR" sz="1600" b="1">
                <a:ea typeface="Batang" panose="02030600000101010101" pitchFamily="18" charset="-127"/>
              </a:rPr>
              <a:t>class two</a:t>
            </a:r>
          </a:p>
          <a:p>
            <a:pPr>
              <a:spcBef>
                <a:spcPts val="200"/>
              </a:spcBef>
              <a:spcAft>
                <a:spcPts val="200"/>
              </a:spcAft>
            </a:pPr>
            <a:r>
              <a:rPr lang="en-US" altLang="ko-KR" sz="1600" b="1">
                <a:ea typeface="Batang" panose="02030600000101010101" pitchFamily="18" charset="-127"/>
              </a:rPr>
              <a:t>{</a:t>
            </a:r>
          </a:p>
          <a:p>
            <a:pPr>
              <a:spcBef>
                <a:spcPts val="200"/>
              </a:spcBef>
              <a:spcAft>
                <a:spcPts val="200"/>
              </a:spcAft>
            </a:pPr>
            <a:r>
              <a:rPr lang="en-US" altLang="ko-KR" sz="1600" b="1">
                <a:ea typeface="Batang" panose="02030600000101010101" pitchFamily="18" charset="-127"/>
              </a:rPr>
              <a:t>	int a,b;</a:t>
            </a:r>
          </a:p>
          <a:p>
            <a:pPr>
              <a:spcBef>
                <a:spcPts val="200"/>
              </a:spcBef>
              <a:spcAft>
                <a:spcPts val="200"/>
              </a:spcAft>
            </a:pPr>
            <a:r>
              <a:rPr lang="en-US" altLang="ko-KR" sz="1600" b="1">
                <a:ea typeface="Batang" panose="02030600000101010101" pitchFamily="18" charset="-127"/>
              </a:rPr>
              <a:t>	public:</a:t>
            </a:r>
          </a:p>
          <a:p>
            <a:pPr>
              <a:spcBef>
                <a:spcPts val="200"/>
              </a:spcBef>
              <a:spcAft>
                <a:spcPts val="200"/>
              </a:spcAft>
            </a:pPr>
            <a:r>
              <a:rPr lang="en-US" altLang="ko-KR" sz="1600" b="1">
                <a:ea typeface="Batang" panose="02030600000101010101" pitchFamily="18" charset="-127"/>
              </a:rPr>
              <a:t>	void let(int x, int y)</a:t>
            </a:r>
          </a:p>
          <a:p>
            <a:pPr>
              <a:spcBef>
                <a:spcPts val="200"/>
              </a:spcBef>
              <a:spcAft>
                <a:spcPts val="200"/>
              </a:spcAft>
            </a:pPr>
            <a:r>
              <a:rPr lang="en-US" altLang="ko-KR" sz="1600" b="1">
                <a:ea typeface="Batang" panose="02030600000101010101" pitchFamily="18" charset="-127"/>
              </a:rPr>
              <a:t>	{     a=x; b=y;	}</a:t>
            </a:r>
          </a:p>
        </p:txBody>
      </p:sp>
      <p:sp>
        <p:nvSpPr>
          <p:cNvPr id="74757" name="Rectangle 5">
            <a:extLst>
              <a:ext uri="{FF2B5EF4-FFF2-40B4-BE49-F238E27FC236}">
                <a16:creationId xmlns:a16="http://schemas.microsoft.com/office/drawing/2014/main" id="{E675E05E-17FF-4827-8B35-ED34FC8CE5CC}"/>
              </a:ext>
            </a:extLst>
          </p:cNvPr>
          <p:cNvSpPr>
            <a:spLocks noChangeArrowheads="1"/>
          </p:cNvSpPr>
          <p:nvPr/>
        </p:nvSpPr>
        <p:spPr bwMode="auto">
          <a:xfrm>
            <a:off x="3962400" y="1371600"/>
            <a:ext cx="4343400" cy="4800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ko-KR" sz="1600" b="1">
                <a:ea typeface="굴림" panose="020B0600000101010101" pitchFamily="34" charset="-127"/>
              </a:rPr>
              <a:t>	void print(void)</a:t>
            </a:r>
          </a:p>
          <a:p>
            <a:r>
              <a:rPr lang="en-US" altLang="ko-KR" sz="1600" b="1">
                <a:ea typeface="굴림" panose="020B0600000101010101" pitchFamily="34" charset="-127"/>
              </a:rPr>
              <a:t>	{ cout&lt;&lt;"a="&lt;&lt;a&lt;&lt;"b="&lt;&lt;b;  }</a:t>
            </a:r>
          </a:p>
          <a:p>
            <a:r>
              <a:rPr lang="en-US" altLang="ko-KR" sz="1600" b="1">
                <a:ea typeface="굴림" panose="020B0600000101010101" pitchFamily="34" charset="-127"/>
              </a:rPr>
              <a:t>	</a:t>
            </a:r>
            <a:r>
              <a:rPr lang="en-US" altLang="ko-KR" sz="1600" b="1">
                <a:solidFill>
                  <a:srgbClr val="C00000"/>
                </a:solidFill>
                <a:ea typeface="굴림" panose="020B0600000101010101" pitchFamily="34" charset="-127"/>
              </a:rPr>
              <a:t>void assign(one  &amp;x)</a:t>
            </a:r>
          </a:p>
          <a:p>
            <a:r>
              <a:rPr lang="en-US" altLang="ko-KR" sz="1600" b="1">
                <a:ea typeface="굴림" panose="020B0600000101010101" pitchFamily="34" charset="-127"/>
              </a:rPr>
              <a:t>	{	</a:t>
            </a:r>
            <a:r>
              <a:rPr lang="en-US" altLang="ko-KR" sz="1600" b="1">
                <a:solidFill>
                  <a:srgbClr val="C00000"/>
                </a:solidFill>
                <a:ea typeface="굴림" panose="020B0600000101010101" pitchFamily="34" charset="-127"/>
              </a:rPr>
              <a:t>a=x.a1;</a:t>
            </a:r>
          </a:p>
          <a:p>
            <a:r>
              <a:rPr lang="en-US" altLang="ko-KR" sz="1600" b="1">
                <a:solidFill>
                  <a:srgbClr val="C00000"/>
                </a:solidFill>
                <a:ea typeface="굴림" panose="020B0600000101010101" pitchFamily="34" charset="-127"/>
              </a:rPr>
              <a:t>		b=x.b1;	</a:t>
            </a:r>
          </a:p>
          <a:p>
            <a:r>
              <a:rPr lang="en-US" altLang="ko-KR" sz="1600" b="1">
                <a:ea typeface="굴림" panose="020B0600000101010101" pitchFamily="34" charset="-127"/>
              </a:rPr>
              <a:t>	}</a:t>
            </a:r>
          </a:p>
          <a:p>
            <a:r>
              <a:rPr lang="en-US" altLang="ko-KR" sz="1600" b="1">
                <a:ea typeface="굴림" panose="020B0600000101010101" pitchFamily="34" charset="-127"/>
              </a:rPr>
              <a:t>};</a:t>
            </a:r>
          </a:p>
          <a:p>
            <a:pPr>
              <a:spcBef>
                <a:spcPts val="200"/>
              </a:spcBef>
              <a:spcAft>
                <a:spcPts val="200"/>
              </a:spcAft>
            </a:pPr>
            <a:endParaRPr lang="en-US" altLang="ko-KR" sz="1600" b="1">
              <a:ea typeface="Batang" panose="02030600000101010101" pitchFamily="18" charset="-127"/>
            </a:endParaRPr>
          </a:p>
          <a:p>
            <a:pPr>
              <a:spcBef>
                <a:spcPts val="200"/>
              </a:spcBef>
              <a:spcAft>
                <a:spcPts val="200"/>
              </a:spcAft>
            </a:pPr>
            <a:r>
              <a:rPr lang="en-US" altLang="ko-KR" sz="1600" b="1">
                <a:ea typeface="Batang" panose="02030600000101010101" pitchFamily="18" charset="-127"/>
              </a:rPr>
              <a:t>void main(void)</a:t>
            </a:r>
          </a:p>
          <a:p>
            <a:pPr>
              <a:spcBef>
                <a:spcPts val="200"/>
              </a:spcBef>
              <a:spcAft>
                <a:spcPts val="200"/>
              </a:spcAft>
            </a:pPr>
            <a:r>
              <a:rPr lang="en-US" altLang="ko-KR" sz="1600" b="1">
                <a:ea typeface="Batang" panose="02030600000101010101" pitchFamily="18" charset="-127"/>
              </a:rPr>
              <a:t>{	one o1;</a:t>
            </a:r>
          </a:p>
          <a:p>
            <a:pPr>
              <a:spcBef>
                <a:spcPts val="200"/>
              </a:spcBef>
              <a:spcAft>
                <a:spcPts val="200"/>
              </a:spcAft>
            </a:pPr>
            <a:r>
              <a:rPr lang="en-US" altLang="ko-KR" sz="1600" b="1">
                <a:ea typeface="Batang" panose="02030600000101010101" pitchFamily="18" charset="-127"/>
              </a:rPr>
              <a:t>	two t1;</a:t>
            </a:r>
          </a:p>
          <a:p>
            <a:pPr>
              <a:spcBef>
                <a:spcPts val="200"/>
              </a:spcBef>
              <a:spcAft>
                <a:spcPts val="200"/>
              </a:spcAft>
            </a:pPr>
            <a:r>
              <a:rPr lang="en-US" altLang="ko-KR" sz="1600" b="1">
                <a:ea typeface="Batang" panose="02030600000101010101" pitchFamily="18" charset="-127"/>
              </a:rPr>
              <a:t>	o1.assign();</a:t>
            </a:r>
          </a:p>
          <a:p>
            <a:pPr>
              <a:spcBef>
                <a:spcPts val="200"/>
              </a:spcBef>
              <a:spcAft>
                <a:spcPts val="200"/>
              </a:spcAft>
            </a:pPr>
            <a:r>
              <a:rPr lang="en-US" altLang="ko-KR" sz="1600" b="1">
                <a:ea typeface="Batang" panose="02030600000101010101" pitchFamily="18" charset="-127"/>
              </a:rPr>
              <a:t>	t1.let(4,2);</a:t>
            </a:r>
          </a:p>
          <a:p>
            <a:pPr>
              <a:spcBef>
                <a:spcPts val="200"/>
              </a:spcBef>
              <a:spcAft>
                <a:spcPts val="200"/>
              </a:spcAft>
            </a:pPr>
            <a:r>
              <a:rPr lang="en-US" altLang="ko-KR" sz="1600" b="1">
                <a:ea typeface="Batang" panose="02030600000101010101" pitchFamily="18" charset="-127"/>
              </a:rPr>
              <a:t>	</a:t>
            </a:r>
            <a:r>
              <a:rPr lang="de-DE" altLang="ko-KR" sz="1600" b="1">
                <a:ea typeface="Batang" panose="02030600000101010101" pitchFamily="18" charset="-127"/>
              </a:rPr>
              <a:t>t1.print();</a:t>
            </a:r>
          </a:p>
          <a:p>
            <a:pPr>
              <a:spcBef>
                <a:spcPts val="200"/>
              </a:spcBef>
              <a:spcAft>
                <a:spcPts val="200"/>
              </a:spcAft>
            </a:pPr>
            <a:r>
              <a:rPr lang="de-DE" altLang="ko-KR" sz="1600" b="1">
                <a:ea typeface="Batang" panose="02030600000101010101" pitchFamily="18" charset="-127"/>
              </a:rPr>
              <a:t>	t1.assign(o1);</a:t>
            </a:r>
          </a:p>
          <a:p>
            <a:pPr>
              <a:spcBef>
                <a:spcPts val="200"/>
              </a:spcBef>
              <a:spcAft>
                <a:spcPts val="200"/>
              </a:spcAft>
            </a:pPr>
            <a:r>
              <a:rPr lang="de-DE" altLang="ko-KR" sz="1600" b="1">
                <a:ea typeface="Batang" panose="02030600000101010101" pitchFamily="18" charset="-127"/>
              </a:rPr>
              <a:t>	</a:t>
            </a:r>
            <a:r>
              <a:rPr lang="en-US" altLang="ko-KR" sz="1600" b="1">
                <a:ea typeface="Batang" panose="02030600000101010101" pitchFamily="18" charset="-127"/>
              </a:rPr>
              <a:t>t1.print();	</a:t>
            </a:r>
          </a:p>
          <a:p>
            <a:pPr>
              <a:spcBef>
                <a:spcPts val="200"/>
              </a:spcBef>
              <a:spcAft>
                <a:spcPts val="200"/>
              </a:spcAft>
            </a:pPr>
            <a:r>
              <a:rPr lang="en-US" altLang="ko-KR" sz="1600" b="1">
                <a:ea typeface="Batang" panose="02030600000101010101" pitchFamily="18" charset="-127"/>
              </a:rPr>
              <a:t>}</a:t>
            </a:r>
            <a:endParaRPr lang="en-US" altLang="en-US" sz="1600" b="1">
              <a:ea typeface="Batang" panose="02030600000101010101" pitchFamily="18" charset="-127"/>
            </a:endParaRPr>
          </a:p>
        </p:txBody>
      </p:sp>
      <p:sp>
        <p:nvSpPr>
          <p:cNvPr id="74758" name="AutoShape 6">
            <a:extLst>
              <a:ext uri="{FF2B5EF4-FFF2-40B4-BE49-F238E27FC236}">
                <a16:creationId xmlns:a16="http://schemas.microsoft.com/office/drawing/2014/main" id="{F099A21A-0637-4FD8-A10A-B0912B13E151}"/>
              </a:ext>
            </a:extLst>
          </p:cNvPr>
          <p:cNvSpPr>
            <a:spLocks noChangeArrowheads="1"/>
          </p:cNvSpPr>
          <p:nvPr/>
        </p:nvSpPr>
        <p:spPr bwMode="auto">
          <a:xfrm>
            <a:off x="6858000" y="5715000"/>
            <a:ext cx="1943100" cy="717550"/>
          </a:xfrm>
          <a:prstGeom prst="roundRect">
            <a:avLst>
              <a:gd name="adj" fmla="val 16667"/>
            </a:avLst>
          </a:prstGeom>
          <a:solidFill>
            <a:srgbClr val="FFFFFF"/>
          </a:solidFill>
          <a:ln w="9525">
            <a:solidFill>
              <a:srgbClr val="000000"/>
            </a:solidFill>
            <a:round/>
            <a:headEnd/>
            <a:tailEnd/>
          </a:ln>
          <a:effectLst>
            <a:outerShdw dist="107763" dir="2700000" algn="ctr" rotWithShape="0">
              <a:srgbClr val="808080">
                <a:alpha val="50000"/>
              </a:srgbClr>
            </a:outerShdw>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ko-KR" sz="1600">
                <a:solidFill>
                  <a:srgbClr val="FF3300"/>
                </a:solidFill>
                <a:ea typeface="Batang" panose="02030600000101010101" pitchFamily="18" charset="-127"/>
              </a:rPr>
              <a:t>a = 4  b= 2</a:t>
            </a:r>
          </a:p>
          <a:p>
            <a:r>
              <a:rPr lang="en-US" altLang="ko-KR" sz="1600">
                <a:solidFill>
                  <a:srgbClr val="FF3300"/>
                </a:solidFill>
                <a:ea typeface="Batang" panose="02030600000101010101" pitchFamily="18" charset="-127"/>
              </a:rPr>
              <a:t>a= 5   b=10</a:t>
            </a:r>
            <a:endParaRPr lang="en-US" altLang="en-US" sz="1600">
              <a:solidFill>
                <a:srgbClr val="FF3300"/>
              </a:solidFill>
            </a:endParaRPr>
          </a:p>
        </p:txBody>
      </p:sp>
      <p:graphicFrame>
        <p:nvGraphicFramePr>
          <p:cNvPr id="10" name="Table 9">
            <a:extLst>
              <a:ext uri="{FF2B5EF4-FFF2-40B4-BE49-F238E27FC236}">
                <a16:creationId xmlns:a16="http://schemas.microsoft.com/office/drawing/2014/main" id="{E8CFD98F-60E6-49C3-8C0F-769791D7FD81}"/>
              </a:ext>
            </a:extLst>
          </p:cNvPr>
          <p:cNvGraphicFramePr>
            <a:graphicFrameLocks noGrp="1"/>
          </p:cNvGraphicFramePr>
          <p:nvPr/>
        </p:nvGraphicFramePr>
        <p:xfrm>
          <a:off x="7061200" y="3686175"/>
          <a:ext cx="549275" cy="741363"/>
        </p:xfrm>
        <a:graphic>
          <a:graphicData uri="http://schemas.openxmlformats.org/drawingml/2006/table">
            <a:tbl>
              <a:tblPr firstRow="1" bandRow="1">
                <a:tableStyleId>{5C22544A-7EE6-4342-B048-85BDC9FD1C3A}</a:tableStyleId>
              </a:tblPr>
              <a:tblGrid>
                <a:gridCol w="549275">
                  <a:extLst>
                    <a:ext uri="{9D8B030D-6E8A-4147-A177-3AD203B41FA5}">
                      <a16:colId xmlns:a16="http://schemas.microsoft.com/office/drawing/2014/main" val="20000"/>
                    </a:ext>
                  </a:extLst>
                </a:gridCol>
              </a:tblGrid>
              <a:tr h="370682">
                <a:tc>
                  <a:txBody>
                    <a:bodyPr/>
                    <a:lstStyle/>
                    <a:p>
                      <a:r>
                        <a:rPr lang="en-IN" sz="1800" dirty="0"/>
                        <a:t>5</a:t>
                      </a:r>
                    </a:p>
                  </a:txBody>
                  <a:tcPr marT="45700" marB="45700"/>
                </a:tc>
                <a:extLst>
                  <a:ext uri="{0D108BD9-81ED-4DB2-BD59-A6C34878D82A}">
                    <a16:rowId xmlns:a16="http://schemas.microsoft.com/office/drawing/2014/main" val="10000"/>
                  </a:ext>
                </a:extLst>
              </a:tr>
              <a:tr h="370682">
                <a:tc>
                  <a:txBody>
                    <a:bodyPr/>
                    <a:lstStyle/>
                    <a:p>
                      <a:r>
                        <a:rPr lang="en-IN" sz="1800" dirty="0"/>
                        <a:t>10</a:t>
                      </a:r>
                    </a:p>
                  </a:txBody>
                  <a:tcPr marT="45700" marB="45700"/>
                </a:tc>
                <a:extLst>
                  <a:ext uri="{0D108BD9-81ED-4DB2-BD59-A6C34878D82A}">
                    <a16:rowId xmlns:a16="http://schemas.microsoft.com/office/drawing/2014/main" val="10001"/>
                  </a:ext>
                </a:extLst>
              </a:tr>
            </a:tbl>
          </a:graphicData>
        </a:graphic>
      </p:graphicFrame>
      <p:sp>
        <p:nvSpPr>
          <p:cNvPr id="74767" name="TextBox 10">
            <a:extLst>
              <a:ext uri="{FF2B5EF4-FFF2-40B4-BE49-F238E27FC236}">
                <a16:creationId xmlns:a16="http://schemas.microsoft.com/office/drawing/2014/main" id="{0410CD9B-A271-46F1-8C04-5DC999B49A7D}"/>
              </a:ext>
            </a:extLst>
          </p:cNvPr>
          <p:cNvSpPr txBox="1">
            <a:spLocks noChangeArrowheads="1"/>
          </p:cNvSpPr>
          <p:nvPr/>
        </p:nvSpPr>
        <p:spPr bwMode="auto">
          <a:xfrm>
            <a:off x="7072313" y="3352800"/>
            <a:ext cx="742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t>o1</a:t>
            </a:r>
          </a:p>
        </p:txBody>
      </p:sp>
      <p:sp>
        <p:nvSpPr>
          <p:cNvPr id="74768" name="TextBox 11">
            <a:extLst>
              <a:ext uri="{FF2B5EF4-FFF2-40B4-BE49-F238E27FC236}">
                <a16:creationId xmlns:a16="http://schemas.microsoft.com/office/drawing/2014/main" id="{8DB3BB0F-15E8-48C0-9DDC-E3B74452D7C0}"/>
              </a:ext>
            </a:extLst>
          </p:cNvPr>
          <p:cNvSpPr txBox="1">
            <a:spLocks noChangeArrowheads="1"/>
          </p:cNvSpPr>
          <p:nvPr/>
        </p:nvSpPr>
        <p:spPr bwMode="auto">
          <a:xfrm>
            <a:off x="6648450" y="3640138"/>
            <a:ext cx="609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t>a1</a:t>
            </a:r>
          </a:p>
        </p:txBody>
      </p:sp>
      <p:sp>
        <p:nvSpPr>
          <p:cNvPr id="74769" name="TextBox 12">
            <a:extLst>
              <a:ext uri="{FF2B5EF4-FFF2-40B4-BE49-F238E27FC236}">
                <a16:creationId xmlns:a16="http://schemas.microsoft.com/office/drawing/2014/main" id="{838F954C-2B88-4EE9-8C51-9CC3324B85DF}"/>
              </a:ext>
            </a:extLst>
          </p:cNvPr>
          <p:cNvSpPr txBox="1">
            <a:spLocks noChangeArrowheads="1"/>
          </p:cNvSpPr>
          <p:nvPr/>
        </p:nvSpPr>
        <p:spPr bwMode="auto">
          <a:xfrm>
            <a:off x="6648450" y="3956050"/>
            <a:ext cx="609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t>b1</a:t>
            </a:r>
          </a:p>
        </p:txBody>
      </p:sp>
      <p:graphicFrame>
        <p:nvGraphicFramePr>
          <p:cNvPr id="14" name="Table 13">
            <a:extLst>
              <a:ext uri="{FF2B5EF4-FFF2-40B4-BE49-F238E27FC236}">
                <a16:creationId xmlns:a16="http://schemas.microsoft.com/office/drawing/2014/main" id="{80F517C0-A9F9-4922-BF88-4791C19B2828}"/>
              </a:ext>
            </a:extLst>
          </p:cNvPr>
          <p:cNvGraphicFramePr>
            <a:graphicFrameLocks noGrp="1"/>
          </p:cNvGraphicFramePr>
          <p:nvPr/>
        </p:nvGraphicFramePr>
        <p:xfrm>
          <a:off x="7194550" y="4897438"/>
          <a:ext cx="635000" cy="741362"/>
        </p:xfrm>
        <a:graphic>
          <a:graphicData uri="http://schemas.openxmlformats.org/drawingml/2006/table">
            <a:tbl>
              <a:tblPr firstRow="1" bandRow="1">
                <a:tableStyleId>{5C22544A-7EE6-4342-B048-85BDC9FD1C3A}</a:tableStyleId>
              </a:tblPr>
              <a:tblGrid>
                <a:gridCol w="635000">
                  <a:extLst>
                    <a:ext uri="{9D8B030D-6E8A-4147-A177-3AD203B41FA5}">
                      <a16:colId xmlns:a16="http://schemas.microsoft.com/office/drawing/2014/main" val="20000"/>
                    </a:ext>
                  </a:extLst>
                </a:gridCol>
              </a:tblGrid>
              <a:tr h="370681">
                <a:tc>
                  <a:txBody>
                    <a:bodyPr/>
                    <a:lstStyle/>
                    <a:p>
                      <a:r>
                        <a:rPr lang="en-IN" sz="1800" dirty="0"/>
                        <a:t>4</a:t>
                      </a:r>
                    </a:p>
                  </a:txBody>
                  <a:tcPr marT="45700" marB="45700"/>
                </a:tc>
                <a:extLst>
                  <a:ext uri="{0D108BD9-81ED-4DB2-BD59-A6C34878D82A}">
                    <a16:rowId xmlns:a16="http://schemas.microsoft.com/office/drawing/2014/main" val="10000"/>
                  </a:ext>
                </a:extLst>
              </a:tr>
              <a:tr h="370681">
                <a:tc>
                  <a:txBody>
                    <a:bodyPr/>
                    <a:lstStyle/>
                    <a:p>
                      <a:r>
                        <a:rPr lang="en-IN" sz="1800" dirty="0"/>
                        <a:t>2</a:t>
                      </a:r>
                    </a:p>
                  </a:txBody>
                  <a:tcPr marT="45700" marB="45700"/>
                </a:tc>
                <a:extLst>
                  <a:ext uri="{0D108BD9-81ED-4DB2-BD59-A6C34878D82A}">
                    <a16:rowId xmlns:a16="http://schemas.microsoft.com/office/drawing/2014/main" val="10001"/>
                  </a:ext>
                </a:extLst>
              </a:tr>
            </a:tbl>
          </a:graphicData>
        </a:graphic>
      </p:graphicFrame>
      <p:sp>
        <p:nvSpPr>
          <p:cNvPr id="74778" name="TextBox 14">
            <a:extLst>
              <a:ext uri="{FF2B5EF4-FFF2-40B4-BE49-F238E27FC236}">
                <a16:creationId xmlns:a16="http://schemas.microsoft.com/office/drawing/2014/main" id="{2D37206B-8E92-4337-A9E9-DD4779FCA216}"/>
              </a:ext>
            </a:extLst>
          </p:cNvPr>
          <p:cNvSpPr txBox="1">
            <a:spLocks noChangeArrowheads="1"/>
          </p:cNvSpPr>
          <p:nvPr/>
        </p:nvSpPr>
        <p:spPr bwMode="auto">
          <a:xfrm>
            <a:off x="7258050" y="4583113"/>
            <a:ext cx="7429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t>t1</a:t>
            </a:r>
          </a:p>
        </p:txBody>
      </p:sp>
      <p:sp>
        <p:nvSpPr>
          <p:cNvPr id="74779" name="TextBox 15">
            <a:extLst>
              <a:ext uri="{FF2B5EF4-FFF2-40B4-BE49-F238E27FC236}">
                <a16:creationId xmlns:a16="http://schemas.microsoft.com/office/drawing/2014/main" id="{E0EAC26B-BF33-4AD0-AE23-AA04C3D387BE}"/>
              </a:ext>
            </a:extLst>
          </p:cNvPr>
          <p:cNvSpPr txBox="1">
            <a:spLocks noChangeArrowheads="1"/>
          </p:cNvSpPr>
          <p:nvPr/>
        </p:nvSpPr>
        <p:spPr bwMode="auto">
          <a:xfrm>
            <a:off x="6781800" y="4927600"/>
            <a:ext cx="6096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t>a</a:t>
            </a:r>
          </a:p>
        </p:txBody>
      </p:sp>
      <p:sp>
        <p:nvSpPr>
          <p:cNvPr id="74780" name="TextBox 16">
            <a:extLst>
              <a:ext uri="{FF2B5EF4-FFF2-40B4-BE49-F238E27FC236}">
                <a16:creationId xmlns:a16="http://schemas.microsoft.com/office/drawing/2014/main" id="{328D3498-3D54-40A3-90BE-4AB67325479E}"/>
              </a:ext>
            </a:extLst>
          </p:cNvPr>
          <p:cNvSpPr txBox="1">
            <a:spLocks noChangeArrowheads="1"/>
          </p:cNvSpPr>
          <p:nvPr/>
        </p:nvSpPr>
        <p:spPr bwMode="auto">
          <a:xfrm>
            <a:off x="6781800" y="5243513"/>
            <a:ext cx="609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t>b</a:t>
            </a:r>
          </a:p>
        </p:txBody>
      </p:sp>
      <p:sp>
        <p:nvSpPr>
          <p:cNvPr id="74781" name="TextBox 17">
            <a:extLst>
              <a:ext uri="{FF2B5EF4-FFF2-40B4-BE49-F238E27FC236}">
                <a16:creationId xmlns:a16="http://schemas.microsoft.com/office/drawing/2014/main" id="{4065B9FE-2B7E-461A-B361-B35B2D48C8BA}"/>
              </a:ext>
            </a:extLst>
          </p:cNvPr>
          <p:cNvSpPr txBox="1">
            <a:spLocks noChangeArrowheads="1"/>
          </p:cNvSpPr>
          <p:nvPr/>
        </p:nvSpPr>
        <p:spPr bwMode="auto">
          <a:xfrm>
            <a:off x="7620000" y="3668713"/>
            <a:ext cx="1981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t>x(alias name)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a:extLst>
              <a:ext uri="{FF2B5EF4-FFF2-40B4-BE49-F238E27FC236}">
                <a16:creationId xmlns:a16="http://schemas.microsoft.com/office/drawing/2014/main" id="{36BB123D-E493-4F7A-A0A0-F4A4471069BC}"/>
              </a:ext>
            </a:extLst>
          </p:cNvPr>
          <p:cNvSpPr>
            <a:spLocks noGrp="1"/>
          </p:cNvSpPr>
          <p:nvPr>
            <p:ph type="title"/>
          </p:nvPr>
        </p:nvSpPr>
        <p:spPr/>
        <p:txBody>
          <a:bodyPr/>
          <a:lstStyle/>
          <a:p>
            <a:r>
              <a:rPr lang="en-IN" altLang="en-US"/>
              <a:t>Objects as Function Arguments</a:t>
            </a:r>
          </a:p>
        </p:txBody>
      </p:sp>
      <p:sp>
        <p:nvSpPr>
          <p:cNvPr id="3" name="Content Placeholder 2">
            <a:extLst>
              <a:ext uri="{FF2B5EF4-FFF2-40B4-BE49-F238E27FC236}">
                <a16:creationId xmlns:a16="http://schemas.microsoft.com/office/drawing/2014/main" id="{0C00F1BB-0DFA-4283-B99E-3B8BDB3BB325}"/>
              </a:ext>
            </a:extLst>
          </p:cNvPr>
          <p:cNvSpPr>
            <a:spLocks noGrp="1"/>
          </p:cNvSpPr>
          <p:nvPr>
            <p:ph idx="1"/>
          </p:nvPr>
        </p:nvSpPr>
        <p:spPr/>
        <p:txBody>
          <a:bodyPr/>
          <a:lstStyle/>
          <a:p>
            <a:pPr>
              <a:defRPr/>
            </a:pPr>
            <a:r>
              <a:rPr lang="en-IN" sz="2000" dirty="0">
                <a:solidFill>
                  <a:srgbClr val="C00000"/>
                </a:solidFill>
              </a:rPr>
              <a:t>Objects as function arguments</a:t>
            </a:r>
          </a:p>
          <a:p>
            <a:pPr lvl="1">
              <a:defRPr/>
            </a:pPr>
            <a:r>
              <a:rPr lang="en-IN" sz="2000" dirty="0"/>
              <a:t>Objects can be passed as function argument in two ways </a:t>
            </a:r>
          </a:p>
          <a:p>
            <a:pPr lvl="1">
              <a:defRPr/>
            </a:pPr>
            <a:r>
              <a:rPr lang="en-IN" sz="2000" dirty="0"/>
              <a:t>Only the address of the object is passes (pass by address / </a:t>
            </a:r>
            <a:r>
              <a:rPr lang="en-IN" sz="2000" dirty="0">
                <a:solidFill>
                  <a:srgbClr val="C00000"/>
                </a:solidFill>
              </a:rPr>
              <a:t>reference</a:t>
            </a:r>
            <a:r>
              <a:rPr lang="en-IN" sz="2000" dirty="0"/>
              <a:t>)</a:t>
            </a:r>
          </a:p>
        </p:txBody>
      </p:sp>
      <p:sp>
        <p:nvSpPr>
          <p:cNvPr id="75780" name="Slide Number Placeholder 3">
            <a:extLst>
              <a:ext uri="{FF2B5EF4-FFF2-40B4-BE49-F238E27FC236}">
                <a16:creationId xmlns:a16="http://schemas.microsoft.com/office/drawing/2014/main" id="{9D88710E-3702-43E3-B9E2-3BDD8072C12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7C87AA1-D4DA-4EAA-A2A8-BC74D1101FFD}" type="slidenum">
              <a:rPr lang="en-US" altLang="en-US">
                <a:latin typeface="Times New Roman" panose="02020603050405020304" pitchFamily="18" charset="0"/>
              </a:rPr>
              <a:pPr/>
              <a:t>63</a:t>
            </a:fld>
            <a:endParaRPr lang="en-US" altLang="en-US">
              <a:latin typeface="Times New Roman" panose="02020603050405020304" pitchFamily="18" charset="0"/>
            </a:endParaRPr>
          </a:p>
        </p:txBody>
      </p:sp>
      <p:sp>
        <p:nvSpPr>
          <p:cNvPr id="75781" name="TextBox 4">
            <a:extLst>
              <a:ext uri="{FF2B5EF4-FFF2-40B4-BE49-F238E27FC236}">
                <a16:creationId xmlns:a16="http://schemas.microsoft.com/office/drawing/2014/main" id="{F573B2FC-E657-4E25-B050-44E351DBF4D7}"/>
              </a:ext>
            </a:extLst>
          </p:cNvPr>
          <p:cNvSpPr txBox="1">
            <a:spLocks noChangeArrowheads="1"/>
          </p:cNvSpPr>
          <p:nvPr/>
        </p:nvSpPr>
        <p:spPr bwMode="auto">
          <a:xfrm>
            <a:off x="1066800" y="2971800"/>
            <a:ext cx="5029200" cy="470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sz="2000"/>
              <a:t>class Time</a:t>
            </a:r>
          </a:p>
          <a:p>
            <a:pPr eaLnBrk="1" hangingPunct="1"/>
            <a:r>
              <a:rPr lang="en-IN" altLang="en-US" sz="2000"/>
              <a:t>{ </a:t>
            </a:r>
          </a:p>
          <a:p>
            <a:pPr eaLnBrk="1" hangingPunct="1"/>
            <a:r>
              <a:rPr lang="en-IN" altLang="en-US" sz="2000"/>
              <a:t>          int hrs, mins;</a:t>
            </a:r>
          </a:p>
          <a:p>
            <a:pPr eaLnBrk="1" hangingPunct="1"/>
            <a:r>
              <a:rPr lang="en-IN" altLang="en-US" sz="2000"/>
              <a:t>     public:</a:t>
            </a:r>
          </a:p>
          <a:p>
            <a:pPr eaLnBrk="1" hangingPunct="1"/>
            <a:r>
              <a:rPr lang="en-IN" altLang="en-US" sz="2000"/>
              <a:t>         void set(int h, int m)</a:t>
            </a:r>
          </a:p>
          <a:p>
            <a:pPr eaLnBrk="1" hangingPunct="1"/>
            <a:r>
              <a:rPr lang="en-IN" altLang="en-US" sz="2000"/>
              <a:t>         { hrs = h;  mins = m; }</a:t>
            </a:r>
          </a:p>
          <a:p>
            <a:pPr eaLnBrk="1" hangingPunct="1"/>
            <a:r>
              <a:rPr lang="en-IN" altLang="en-US" sz="2000"/>
              <a:t>         void show( )</a:t>
            </a:r>
          </a:p>
          <a:p>
            <a:pPr eaLnBrk="1" hangingPunct="1"/>
            <a:r>
              <a:rPr lang="en-IN" altLang="en-US" sz="2000"/>
              <a:t>         { cout&lt;&lt;hrs &lt;&lt; mins; }</a:t>
            </a:r>
          </a:p>
          <a:p>
            <a:pPr eaLnBrk="1" hangingPunct="1"/>
            <a:r>
              <a:rPr lang="en-IN" altLang="en-US" sz="2000"/>
              <a:t>         </a:t>
            </a:r>
            <a:r>
              <a:rPr lang="en-IN" altLang="en-US" sz="2000">
                <a:solidFill>
                  <a:srgbClr val="C00000"/>
                </a:solidFill>
              </a:rPr>
              <a:t>void sum ( Time &amp;t)</a:t>
            </a:r>
          </a:p>
          <a:p>
            <a:pPr eaLnBrk="1" hangingPunct="1"/>
            <a:r>
              <a:rPr lang="en-IN" altLang="en-US" sz="2000">
                <a:solidFill>
                  <a:srgbClr val="C00000"/>
                </a:solidFill>
              </a:rPr>
              <a:t>         {  hrs += t.hrs;  </a:t>
            </a:r>
          </a:p>
          <a:p>
            <a:pPr eaLnBrk="1" hangingPunct="1"/>
            <a:r>
              <a:rPr lang="en-IN" altLang="en-US" sz="2000">
                <a:solidFill>
                  <a:srgbClr val="C00000"/>
                </a:solidFill>
              </a:rPr>
              <a:t>            mins += t.mins;  }</a:t>
            </a:r>
          </a:p>
          <a:p>
            <a:pPr eaLnBrk="1" hangingPunct="1"/>
            <a:r>
              <a:rPr lang="en-IN" altLang="en-US" sz="2000"/>
              <a:t>};</a:t>
            </a:r>
          </a:p>
          <a:p>
            <a:pPr eaLnBrk="1" hangingPunct="1"/>
            <a:endParaRPr lang="en-IN" altLang="en-US" sz="2000"/>
          </a:p>
          <a:p>
            <a:pPr eaLnBrk="1" hangingPunct="1"/>
            <a:endParaRPr lang="en-IN" altLang="en-US" sz="2000"/>
          </a:p>
          <a:p>
            <a:pPr eaLnBrk="1" hangingPunct="1"/>
            <a:endParaRPr lang="en-IN" altLang="en-US" sz="2000"/>
          </a:p>
        </p:txBody>
      </p:sp>
      <p:sp>
        <p:nvSpPr>
          <p:cNvPr id="75782" name="TextBox 6">
            <a:extLst>
              <a:ext uri="{FF2B5EF4-FFF2-40B4-BE49-F238E27FC236}">
                <a16:creationId xmlns:a16="http://schemas.microsoft.com/office/drawing/2014/main" id="{8D4945A5-C38E-4F68-8411-DAE4F44A2DDC}"/>
              </a:ext>
            </a:extLst>
          </p:cNvPr>
          <p:cNvSpPr txBox="1">
            <a:spLocks noChangeArrowheads="1"/>
          </p:cNvSpPr>
          <p:nvPr/>
        </p:nvSpPr>
        <p:spPr bwMode="auto">
          <a:xfrm>
            <a:off x="4724400" y="2971800"/>
            <a:ext cx="39624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sz="2000"/>
              <a:t>main()</a:t>
            </a:r>
          </a:p>
          <a:p>
            <a:pPr eaLnBrk="1" hangingPunct="1"/>
            <a:r>
              <a:rPr lang="en-IN" altLang="en-US" sz="2000"/>
              <a:t>{ </a:t>
            </a:r>
          </a:p>
          <a:p>
            <a:pPr eaLnBrk="1" hangingPunct="1"/>
            <a:r>
              <a:rPr lang="en-IN" altLang="en-US" sz="2000"/>
              <a:t>     Time t1(10, 20), t2(11, 30);</a:t>
            </a:r>
          </a:p>
          <a:p>
            <a:pPr eaLnBrk="1" hangingPunct="1"/>
            <a:r>
              <a:rPr lang="en-IN" altLang="en-US" sz="2000"/>
              <a:t>      t1.show();</a:t>
            </a:r>
          </a:p>
          <a:p>
            <a:pPr eaLnBrk="1" hangingPunct="1"/>
            <a:r>
              <a:rPr lang="en-IN" altLang="en-US" sz="2000"/>
              <a:t>      t2.show();</a:t>
            </a:r>
          </a:p>
          <a:p>
            <a:pPr eaLnBrk="1" hangingPunct="1"/>
            <a:r>
              <a:rPr lang="en-IN" altLang="en-US" sz="2000">
                <a:solidFill>
                  <a:srgbClr val="C00000"/>
                </a:solidFill>
              </a:rPr>
              <a:t>      t1.sum(t2);</a:t>
            </a:r>
          </a:p>
          <a:p>
            <a:pPr eaLnBrk="1" hangingPunct="1"/>
            <a:r>
              <a:rPr lang="en-IN" altLang="en-US" sz="2000"/>
              <a:t>      t1.show();</a:t>
            </a:r>
          </a:p>
          <a:p>
            <a:pPr eaLnBrk="1" hangingPunct="1"/>
            <a:r>
              <a:rPr lang="en-IN" altLang="en-US" sz="2000"/>
              <a:t>      t2.show();</a:t>
            </a:r>
          </a:p>
          <a:p>
            <a:pPr eaLnBrk="1" hangingPunct="1"/>
            <a:r>
              <a:rPr lang="en-IN" altLang="en-US" sz="2000"/>
              <a:t>}</a:t>
            </a:r>
          </a:p>
        </p:txBody>
      </p:sp>
      <p:graphicFrame>
        <p:nvGraphicFramePr>
          <p:cNvPr id="8" name="Table 7">
            <a:extLst>
              <a:ext uri="{FF2B5EF4-FFF2-40B4-BE49-F238E27FC236}">
                <a16:creationId xmlns:a16="http://schemas.microsoft.com/office/drawing/2014/main" id="{073901F8-E64A-4BCB-AB43-CAFD14F97560}"/>
              </a:ext>
            </a:extLst>
          </p:cNvPr>
          <p:cNvGraphicFramePr>
            <a:graphicFrameLocks noGrp="1"/>
          </p:cNvGraphicFramePr>
          <p:nvPr/>
        </p:nvGraphicFramePr>
        <p:xfrm>
          <a:off x="7442200" y="4295775"/>
          <a:ext cx="549275" cy="741363"/>
        </p:xfrm>
        <a:graphic>
          <a:graphicData uri="http://schemas.openxmlformats.org/drawingml/2006/table">
            <a:tbl>
              <a:tblPr firstRow="1" bandRow="1">
                <a:tableStyleId>{5C22544A-7EE6-4342-B048-85BDC9FD1C3A}</a:tableStyleId>
              </a:tblPr>
              <a:tblGrid>
                <a:gridCol w="549275">
                  <a:extLst>
                    <a:ext uri="{9D8B030D-6E8A-4147-A177-3AD203B41FA5}">
                      <a16:colId xmlns:a16="http://schemas.microsoft.com/office/drawing/2014/main" val="20000"/>
                    </a:ext>
                  </a:extLst>
                </a:gridCol>
              </a:tblGrid>
              <a:tr h="370682">
                <a:tc>
                  <a:txBody>
                    <a:bodyPr/>
                    <a:lstStyle/>
                    <a:p>
                      <a:r>
                        <a:rPr lang="en-IN" sz="1800" dirty="0"/>
                        <a:t>10</a:t>
                      </a:r>
                    </a:p>
                  </a:txBody>
                  <a:tcPr marT="45700" marB="45700"/>
                </a:tc>
                <a:extLst>
                  <a:ext uri="{0D108BD9-81ED-4DB2-BD59-A6C34878D82A}">
                    <a16:rowId xmlns:a16="http://schemas.microsoft.com/office/drawing/2014/main" val="10000"/>
                  </a:ext>
                </a:extLst>
              </a:tr>
              <a:tr h="370682">
                <a:tc>
                  <a:txBody>
                    <a:bodyPr/>
                    <a:lstStyle/>
                    <a:p>
                      <a:r>
                        <a:rPr lang="en-IN" sz="1800" dirty="0"/>
                        <a:t>20</a:t>
                      </a:r>
                    </a:p>
                  </a:txBody>
                  <a:tcPr marT="45700" marB="45700"/>
                </a:tc>
                <a:extLst>
                  <a:ext uri="{0D108BD9-81ED-4DB2-BD59-A6C34878D82A}">
                    <a16:rowId xmlns:a16="http://schemas.microsoft.com/office/drawing/2014/main" val="10001"/>
                  </a:ext>
                </a:extLst>
              </a:tr>
            </a:tbl>
          </a:graphicData>
        </a:graphic>
      </p:graphicFrame>
      <p:sp>
        <p:nvSpPr>
          <p:cNvPr id="75791" name="TextBox 8">
            <a:extLst>
              <a:ext uri="{FF2B5EF4-FFF2-40B4-BE49-F238E27FC236}">
                <a16:creationId xmlns:a16="http://schemas.microsoft.com/office/drawing/2014/main" id="{2F605D43-F56D-4994-9405-F2FAE22E8D22}"/>
              </a:ext>
            </a:extLst>
          </p:cNvPr>
          <p:cNvSpPr txBox="1">
            <a:spLocks noChangeArrowheads="1"/>
          </p:cNvSpPr>
          <p:nvPr/>
        </p:nvSpPr>
        <p:spPr bwMode="auto">
          <a:xfrm>
            <a:off x="7453313" y="3962400"/>
            <a:ext cx="742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t>t1</a:t>
            </a:r>
          </a:p>
        </p:txBody>
      </p:sp>
      <p:sp>
        <p:nvSpPr>
          <p:cNvPr id="75792" name="TextBox 9">
            <a:extLst>
              <a:ext uri="{FF2B5EF4-FFF2-40B4-BE49-F238E27FC236}">
                <a16:creationId xmlns:a16="http://schemas.microsoft.com/office/drawing/2014/main" id="{D7D99D2D-021E-4285-B388-88D210AA61F6}"/>
              </a:ext>
            </a:extLst>
          </p:cNvPr>
          <p:cNvSpPr txBox="1">
            <a:spLocks noChangeArrowheads="1"/>
          </p:cNvSpPr>
          <p:nvPr/>
        </p:nvSpPr>
        <p:spPr bwMode="auto">
          <a:xfrm>
            <a:off x="6934200" y="4249738"/>
            <a:ext cx="609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t>hrs</a:t>
            </a:r>
          </a:p>
        </p:txBody>
      </p:sp>
      <p:sp>
        <p:nvSpPr>
          <p:cNvPr id="75793" name="TextBox 10">
            <a:extLst>
              <a:ext uri="{FF2B5EF4-FFF2-40B4-BE49-F238E27FC236}">
                <a16:creationId xmlns:a16="http://schemas.microsoft.com/office/drawing/2014/main" id="{209E207F-50A3-4AA8-96F4-E8A097EBC70E}"/>
              </a:ext>
            </a:extLst>
          </p:cNvPr>
          <p:cNvSpPr txBox="1">
            <a:spLocks noChangeArrowheads="1"/>
          </p:cNvSpPr>
          <p:nvPr/>
        </p:nvSpPr>
        <p:spPr bwMode="auto">
          <a:xfrm>
            <a:off x="6762750" y="4565650"/>
            <a:ext cx="9334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t>mins</a:t>
            </a:r>
          </a:p>
        </p:txBody>
      </p:sp>
      <p:graphicFrame>
        <p:nvGraphicFramePr>
          <p:cNvPr id="12" name="Table 11">
            <a:extLst>
              <a:ext uri="{FF2B5EF4-FFF2-40B4-BE49-F238E27FC236}">
                <a16:creationId xmlns:a16="http://schemas.microsoft.com/office/drawing/2014/main" id="{BB87C323-6F66-44A0-A9C5-85CAD7470473}"/>
              </a:ext>
            </a:extLst>
          </p:cNvPr>
          <p:cNvGraphicFramePr>
            <a:graphicFrameLocks noGrp="1"/>
          </p:cNvGraphicFramePr>
          <p:nvPr/>
        </p:nvGraphicFramePr>
        <p:xfrm>
          <a:off x="7575550" y="5507038"/>
          <a:ext cx="635000" cy="741362"/>
        </p:xfrm>
        <a:graphic>
          <a:graphicData uri="http://schemas.openxmlformats.org/drawingml/2006/table">
            <a:tbl>
              <a:tblPr firstRow="1" bandRow="1">
                <a:tableStyleId>{5C22544A-7EE6-4342-B048-85BDC9FD1C3A}</a:tableStyleId>
              </a:tblPr>
              <a:tblGrid>
                <a:gridCol w="635000">
                  <a:extLst>
                    <a:ext uri="{9D8B030D-6E8A-4147-A177-3AD203B41FA5}">
                      <a16:colId xmlns:a16="http://schemas.microsoft.com/office/drawing/2014/main" val="20000"/>
                    </a:ext>
                  </a:extLst>
                </a:gridCol>
              </a:tblGrid>
              <a:tr h="370681">
                <a:tc>
                  <a:txBody>
                    <a:bodyPr/>
                    <a:lstStyle/>
                    <a:p>
                      <a:r>
                        <a:rPr lang="en-IN" sz="1800" dirty="0"/>
                        <a:t>11</a:t>
                      </a:r>
                    </a:p>
                  </a:txBody>
                  <a:tcPr marT="45700" marB="45700"/>
                </a:tc>
                <a:extLst>
                  <a:ext uri="{0D108BD9-81ED-4DB2-BD59-A6C34878D82A}">
                    <a16:rowId xmlns:a16="http://schemas.microsoft.com/office/drawing/2014/main" val="10000"/>
                  </a:ext>
                </a:extLst>
              </a:tr>
              <a:tr h="370681">
                <a:tc>
                  <a:txBody>
                    <a:bodyPr/>
                    <a:lstStyle/>
                    <a:p>
                      <a:r>
                        <a:rPr lang="en-IN" sz="1800" dirty="0"/>
                        <a:t>30</a:t>
                      </a:r>
                    </a:p>
                  </a:txBody>
                  <a:tcPr marT="45700" marB="45700"/>
                </a:tc>
                <a:extLst>
                  <a:ext uri="{0D108BD9-81ED-4DB2-BD59-A6C34878D82A}">
                    <a16:rowId xmlns:a16="http://schemas.microsoft.com/office/drawing/2014/main" val="10001"/>
                  </a:ext>
                </a:extLst>
              </a:tr>
            </a:tbl>
          </a:graphicData>
        </a:graphic>
      </p:graphicFrame>
      <p:sp>
        <p:nvSpPr>
          <p:cNvPr id="75802" name="TextBox 12">
            <a:extLst>
              <a:ext uri="{FF2B5EF4-FFF2-40B4-BE49-F238E27FC236}">
                <a16:creationId xmlns:a16="http://schemas.microsoft.com/office/drawing/2014/main" id="{589CDC73-629C-4AD7-913A-6D34B0A5865E}"/>
              </a:ext>
            </a:extLst>
          </p:cNvPr>
          <p:cNvSpPr txBox="1">
            <a:spLocks noChangeArrowheads="1"/>
          </p:cNvSpPr>
          <p:nvPr/>
        </p:nvSpPr>
        <p:spPr bwMode="auto">
          <a:xfrm>
            <a:off x="7639050" y="5192713"/>
            <a:ext cx="7429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t>t2</a:t>
            </a:r>
          </a:p>
        </p:txBody>
      </p:sp>
      <p:sp>
        <p:nvSpPr>
          <p:cNvPr id="75803" name="TextBox 15">
            <a:extLst>
              <a:ext uri="{FF2B5EF4-FFF2-40B4-BE49-F238E27FC236}">
                <a16:creationId xmlns:a16="http://schemas.microsoft.com/office/drawing/2014/main" id="{270F43D1-2311-4FA9-835E-333078A8A9E5}"/>
              </a:ext>
            </a:extLst>
          </p:cNvPr>
          <p:cNvSpPr txBox="1">
            <a:spLocks noChangeArrowheads="1"/>
          </p:cNvSpPr>
          <p:nvPr/>
        </p:nvSpPr>
        <p:spPr bwMode="auto">
          <a:xfrm>
            <a:off x="7086600" y="5486400"/>
            <a:ext cx="609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t>hrs</a:t>
            </a:r>
          </a:p>
        </p:txBody>
      </p:sp>
      <p:sp>
        <p:nvSpPr>
          <p:cNvPr id="75804" name="TextBox 16">
            <a:extLst>
              <a:ext uri="{FF2B5EF4-FFF2-40B4-BE49-F238E27FC236}">
                <a16:creationId xmlns:a16="http://schemas.microsoft.com/office/drawing/2014/main" id="{F548A714-AD0C-45B8-A928-14837609D718}"/>
              </a:ext>
            </a:extLst>
          </p:cNvPr>
          <p:cNvSpPr txBox="1">
            <a:spLocks noChangeArrowheads="1"/>
          </p:cNvSpPr>
          <p:nvPr/>
        </p:nvSpPr>
        <p:spPr bwMode="auto">
          <a:xfrm>
            <a:off x="6915150" y="5802313"/>
            <a:ext cx="9334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t>mins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a:extLst>
              <a:ext uri="{FF2B5EF4-FFF2-40B4-BE49-F238E27FC236}">
                <a16:creationId xmlns:a16="http://schemas.microsoft.com/office/drawing/2014/main" id="{D12E0984-835C-4006-A8FE-E100ABE20DE1}"/>
              </a:ext>
            </a:extLst>
          </p:cNvPr>
          <p:cNvSpPr>
            <a:spLocks noGrp="1"/>
          </p:cNvSpPr>
          <p:nvPr>
            <p:ph type="title"/>
          </p:nvPr>
        </p:nvSpPr>
        <p:spPr/>
        <p:txBody>
          <a:bodyPr/>
          <a:lstStyle/>
          <a:p>
            <a:endParaRPr lang="en-IN" altLang="en-US"/>
          </a:p>
        </p:txBody>
      </p:sp>
      <p:sp>
        <p:nvSpPr>
          <p:cNvPr id="3" name="Content Placeholder 2">
            <a:extLst>
              <a:ext uri="{FF2B5EF4-FFF2-40B4-BE49-F238E27FC236}">
                <a16:creationId xmlns:a16="http://schemas.microsoft.com/office/drawing/2014/main" id="{99D20524-4CD7-440C-87E2-82D5CD096105}"/>
              </a:ext>
            </a:extLst>
          </p:cNvPr>
          <p:cNvSpPr>
            <a:spLocks noGrp="1"/>
          </p:cNvSpPr>
          <p:nvPr>
            <p:ph idx="1"/>
          </p:nvPr>
        </p:nvSpPr>
        <p:spPr/>
        <p:txBody>
          <a:bodyPr/>
          <a:lstStyle/>
          <a:p>
            <a:pPr>
              <a:defRPr/>
            </a:pPr>
            <a:endParaRPr lang="en-IN"/>
          </a:p>
        </p:txBody>
      </p:sp>
      <p:sp>
        <p:nvSpPr>
          <p:cNvPr id="76804" name="Slide Number Placeholder 3">
            <a:extLst>
              <a:ext uri="{FF2B5EF4-FFF2-40B4-BE49-F238E27FC236}">
                <a16:creationId xmlns:a16="http://schemas.microsoft.com/office/drawing/2014/main" id="{4BB9C3D4-3788-4694-8877-5880CF94C67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7844699-80F1-4B61-8083-233994111824}" type="slidenum">
              <a:rPr lang="en-US" altLang="en-US">
                <a:latin typeface="Times New Roman" panose="02020603050405020304" pitchFamily="18" charset="0"/>
              </a:rPr>
              <a:pPr/>
              <a:t>64</a:t>
            </a:fld>
            <a:endParaRPr lang="en-US" altLang="en-US">
              <a:latin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Edge</Template>
  <TotalTime>29452</TotalTime>
  <Words>4417</Words>
  <Application>Microsoft Office PowerPoint</Application>
  <PresentationFormat>On-screen Show (4:3)</PresentationFormat>
  <Paragraphs>914</Paragraphs>
  <Slides>64</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64</vt:i4>
      </vt:variant>
    </vt:vector>
  </HeadingPairs>
  <TitlesOfParts>
    <vt:vector size="74" baseType="lpstr">
      <vt:lpstr>Arial</vt:lpstr>
      <vt:lpstr>Garamond</vt:lpstr>
      <vt:lpstr>Wingdings</vt:lpstr>
      <vt:lpstr>Calibri</vt:lpstr>
      <vt:lpstr>Times New Roman</vt:lpstr>
      <vt:lpstr>Courier New</vt:lpstr>
      <vt:lpstr>Comic Sans MS</vt:lpstr>
      <vt:lpstr>Batang</vt:lpstr>
      <vt:lpstr>굴림</vt:lpstr>
      <vt:lpstr>Edge</vt:lpstr>
      <vt:lpstr>20XD24 - OBJECT ORIENTED PROGRAMMING   Chapter – II Classes and Objects       </vt:lpstr>
      <vt:lpstr>Outline</vt:lpstr>
      <vt:lpstr>Classes and Objects</vt:lpstr>
      <vt:lpstr>Classes and Objects</vt:lpstr>
      <vt:lpstr>Classes and Objects</vt:lpstr>
      <vt:lpstr>Classes and Objects</vt:lpstr>
      <vt:lpstr>Classes and Objects</vt:lpstr>
      <vt:lpstr>Scope Resolution Operator (::)</vt:lpstr>
      <vt:lpstr>Classes and Objects</vt:lpstr>
      <vt:lpstr>Classes and Objects</vt:lpstr>
      <vt:lpstr>Classes and Objects</vt:lpstr>
      <vt:lpstr>Classes and Objects</vt:lpstr>
      <vt:lpstr>Classes and Objects</vt:lpstr>
      <vt:lpstr>Classes and Objects</vt:lpstr>
      <vt:lpstr>Classes and Objects</vt:lpstr>
      <vt:lpstr>Classes and Objects</vt:lpstr>
      <vt:lpstr>Classes and Objects</vt:lpstr>
      <vt:lpstr>Classes and Objects</vt:lpstr>
      <vt:lpstr>Classes and Objects</vt:lpstr>
      <vt:lpstr>Classes and Objects</vt:lpstr>
      <vt:lpstr>Classes and Objects</vt:lpstr>
      <vt:lpstr>Classes and Objects</vt:lpstr>
      <vt:lpstr> Nesting of Member Functions</vt:lpstr>
      <vt:lpstr>Private Member Functions</vt:lpstr>
      <vt:lpstr>Classes and Objects</vt:lpstr>
      <vt:lpstr>Memory Allocation for Objects</vt:lpstr>
      <vt:lpstr>Assignment Operator</vt:lpstr>
      <vt:lpstr>Memory Allocation for Objects</vt:lpstr>
      <vt:lpstr>‘this’ Pointer</vt:lpstr>
      <vt:lpstr>‘this’ Pointer</vt:lpstr>
      <vt:lpstr>Visualizing The ‘this’ Pointer  </vt:lpstr>
      <vt:lpstr>‘this pointer’</vt:lpstr>
      <vt:lpstr>‘this’ pointer</vt:lpstr>
      <vt:lpstr>‘this’ pointer</vt:lpstr>
      <vt:lpstr>Array of Objects</vt:lpstr>
      <vt:lpstr>Static Data Members</vt:lpstr>
      <vt:lpstr>Static Data Members</vt:lpstr>
      <vt:lpstr>Static Data Members</vt:lpstr>
      <vt:lpstr>Static Data Members</vt:lpstr>
      <vt:lpstr>Static Data Members</vt:lpstr>
      <vt:lpstr>Static Data Members</vt:lpstr>
      <vt:lpstr>Static Data Members</vt:lpstr>
      <vt:lpstr>Static vs Non-static Data Members</vt:lpstr>
      <vt:lpstr>Static Data Members</vt:lpstr>
      <vt:lpstr>Static Data Members</vt:lpstr>
      <vt:lpstr>Static Data Members</vt:lpstr>
      <vt:lpstr>Static Data Members</vt:lpstr>
      <vt:lpstr>Static Member Functions</vt:lpstr>
      <vt:lpstr>Static Member Functions</vt:lpstr>
      <vt:lpstr>Static vs. Non-static Member Functions</vt:lpstr>
      <vt:lpstr>Static and UML Diagrams </vt:lpstr>
      <vt:lpstr>Static Example</vt:lpstr>
      <vt:lpstr>Static Member Function</vt:lpstr>
      <vt:lpstr>Friend Functions </vt:lpstr>
      <vt:lpstr>Friend Functions</vt:lpstr>
      <vt:lpstr>Friend Functions </vt:lpstr>
      <vt:lpstr>Friend Functions </vt:lpstr>
      <vt:lpstr>Friend Functions Example</vt:lpstr>
      <vt:lpstr>Function as Friend of More than One Class</vt:lpstr>
      <vt:lpstr>Friend Functions</vt:lpstr>
      <vt:lpstr>Friend Class</vt:lpstr>
      <vt:lpstr>Friend Class Example</vt:lpstr>
      <vt:lpstr>Objects as Function Arguments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vijayalaxmi</dc:creator>
  <cp:lastModifiedBy>cloudconvert_9</cp:lastModifiedBy>
  <cp:revision>2324</cp:revision>
  <dcterms:created xsi:type="dcterms:W3CDTF">2010-06-23T15:53:05Z</dcterms:created>
  <dcterms:modified xsi:type="dcterms:W3CDTF">2026-03-16T12:29:34Z</dcterms:modified>
</cp:coreProperties>
</file>